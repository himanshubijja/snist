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6256000" cy="9144000"/>
  <p:notesSz cx="16256000" cy="9144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2238" y="9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19200" y="2834640"/>
            <a:ext cx="13817600" cy="1920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438400" y="5120640"/>
            <a:ext cx="11379200" cy="2286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2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12800" y="2103120"/>
            <a:ext cx="707136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371840" y="2103120"/>
            <a:ext cx="707136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6255721" cy="9144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22019" y="199813"/>
            <a:ext cx="9040495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22019" y="1557866"/>
            <a:ext cx="14279244" cy="5354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527040" y="8503920"/>
            <a:ext cx="520192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12800" y="8503920"/>
            <a:ext cx="373888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704320" y="8503920"/>
            <a:ext cx="373888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imanshuBijja/portfolio-simple" TargetMode="External"/><Relationship Id="rId2" Type="http://schemas.openxmlformats.org/officeDocument/2006/relationships/hyperlink" Target="https://www.himanshubijja.me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imanshuBijja/portfolio-simple" TargetMode="External"/><Relationship Id="rId2" Type="http://schemas.openxmlformats.org/officeDocument/2006/relationships/hyperlink" Target="https://obviously-limited.vercel.app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png"/><Relationship Id="rId5" Type="http://schemas.openxmlformats.org/officeDocument/2006/relationships/image" Target="../media/image20.jpg"/><Relationship Id="rId4" Type="http://schemas.openxmlformats.org/officeDocument/2006/relationships/image" Target="../media/image19.jp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99366" y="231139"/>
            <a:ext cx="8813165" cy="838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600"/>
              </a:lnSpc>
              <a:spcBef>
                <a:spcPts val="95"/>
              </a:spcBef>
            </a:pPr>
            <a:r>
              <a:rPr sz="2650" dirty="0">
                <a:solidFill>
                  <a:srgbClr val="000000"/>
                </a:solidFill>
              </a:rPr>
              <a:t>SREENIDHI</a:t>
            </a:r>
            <a:r>
              <a:rPr sz="2650" spc="5" dirty="0">
                <a:solidFill>
                  <a:srgbClr val="000000"/>
                </a:solidFill>
              </a:rPr>
              <a:t> </a:t>
            </a:r>
            <a:r>
              <a:rPr sz="2650" dirty="0">
                <a:solidFill>
                  <a:srgbClr val="000000"/>
                </a:solidFill>
              </a:rPr>
              <a:t>INSTITUTE OF</a:t>
            </a:r>
            <a:r>
              <a:rPr sz="2650" spc="5" dirty="0">
                <a:solidFill>
                  <a:srgbClr val="000000"/>
                </a:solidFill>
              </a:rPr>
              <a:t> </a:t>
            </a:r>
            <a:r>
              <a:rPr sz="2650" spc="-10" dirty="0">
                <a:solidFill>
                  <a:srgbClr val="000000"/>
                </a:solidFill>
              </a:rPr>
              <a:t>SCIENCE</a:t>
            </a:r>
            <a:r>
              <a:rPr sz="2650" spc="-155" dirty="0">
                <a:solidFill>
                  <a:srgbClr val="000000"/>
                </a:solidFill>
              </a:rPr>
              <a:t> </a:t>
            </a:r>
            <a:r>
              <a:rPr sz="2650" dirty="0">
                <a:solidFill>
                  <a:srgbClr val="000000"/>
                </a:solidFill>
              </a:rPr>
              <a:t>AND</a:t>
            </a:r>
            <a:r>
              <a:rPr sz="2650" spc="-55" dirty="0">
                <a:solidFill>
                  <a:srgbClr val="000000"/>
                </a:solidFill>
              </a:rPr>
              <a:t> </a:t>
            </a:r>
            <a:r>
              <a:rPr sz="2650" spc="-10" dirty="0">
                <a:solidFill>
                  <a:srgbClr val="000000"/>
                </a:solidFill>
              </a:rPr>
              <a:t>TECHNOLOGY </a:t>
            </a:r>
            <a:r>
              <a:rPr sz="2650" spc="-40" dirty="0">
                <a:solidFill>
                  <a:srgbClr val="000000"/>
                </a:solidFill>
              </a:rPr>
              <a:t>DEPARTMENT</a:t>
            </a:r>
            <a:r>
              <a:rPr sz="2650" spc="-65" dirty="0">
                <a:solidFill>
                  <a:srgbClr val="000000"/>
                </a:solidFill>
              </a:rPr>
              <a:t> </a:t>
            </a:r>
            <a:r>
              <a:rPr sz="2650" dirty="0">
                <a:solidFill>
                  <a:srgbClr val="000000"/>
                </a:solidFill>
              </a:rPr>
              <a:t>OF</a:t>
            </a:r>
            <a:r>
              <a:rPr sz="2650" spc="-15" dirty="0">
                <a:solidFill>
                  <a:srgbClr val="000000"/>
                </a:solidFill>
              </a:rPr>
              <a:t> </a:t>
            </a:r>
            <a:r>
              <a:rPr sz="2650" spc="-25" dirty="0">
                <a:solidFill>
                  <a:srgbClr val="000000"/>
                </a:solidFill>
              </a:rPr>
              <a:t>CSE</a:t>
            </a:r>
            <a:endParaRPr sz="26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2410" y="343876"/>
            <a:ext cx="2860040" cy="78147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5959670" y="5370406"/>
            <a:ext cx="176530" cy="6756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250" spc="-50" dirty="0">
                <a:latin typeface="Arial MT"/>
                <a:cs typeface="Arial MT"/>
              </a:rPr>
              <a:t>.</a:t>
            </a:r>
            <a:endParaRPr sz="42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27680" y="2026073"/>
            <a:ext cx="9395460" cy="8382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2264410" algn="l"/>
                <a:tab pos="3465829" algn="l"/>
              </a:tabLst>
            </a:pPr>
            <a:r>
              <a:rPr sz="2650" b="1" spc="-10" dirty="0">
                <a:latin typeface="Times New Roman"/>
                <a:cs typeface="Times New Roman"/>
              </a:rPr>
              <a:t>INTERNSHIP</a:t>
            </a:r>
            <a:r>
              <a:rPr sz="2650" b="1" dirty="0">
                <a:latin typeface="Times New Roman"/>
                <a:cs typeface="Times New Roman"/>
              </a:rPr>
              <a:t>	</a:t>
            </a:r>
            <a:r>
              <a:rPr sz="2650" b="1" spc="-10" dirty="0">
                <a:latin typeface="Times New Roman"/>
                <a:cs typeface="Times New Roman"/>
              </a:rPr>
              <a:t>TITLE</a:t>
            </a:r>
            <a:r>
              <a:rPr sz="2650" b="1" dirty="0">
                <a:latin typeface="Times New Roman"/>
                <a:cs typeface="Times New Roman"/>
              </a:rPr>
              <a:t>	</a:t>
            </a:r>
            <a:r>
              <a:rPr sz="265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:</a:t>
            </a:r>
            <a:r>
              <a:rPr sz="2650" b="1" u="sng" spc="-6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sz="2650" b="1" u="sng" spc="-65" dirty="0" smtClean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  </a:t>
            </a:r>
            <a:r>
              <a:rPr sz="2650" b="1" u="sng" dirty="0" smtClean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FULL</a:t>
            </a:r>
            <a:r>
              <a:rPr sz="2650" b="1" u="sng" spc="-135" dirty="0" smtClean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650" b="1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STACK</a:t>
            </a:r>
            <a:r>
              <a:rPr sz="2650" b="1" u="sng" spc="-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650" b="1" u="sng" spc="-10" dirty="0" smtClean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DEVELOPMENT</a:t>
            </a:r>
            <a:endParaRPr sz="2650" dirty="0" smtClean="0">
              <a:latin typeface="Times New Roman"/>
              <a:cs typeface="Times New Roman"/>
            </a:endParaRPr>
          </a:p>
          <a:p>
            <a:pPr marL="3907154">
              <a:lnSpc>
                <a:spcPct val="100000"/>
              </a:lnSpc>
              <a:spcBef>
                <a:spcPts val="20"/>
              </a:spcBef>
            </a:pPr>
            <a:r>
              <a:rPr sz="2650" b="1" dirty="0" smtClean="0">
                <a:latin typeface="Times New Roman"/>
                <a:cs typeface="Times New Roman"/>
              </a:rPr>
              <a:t>DOMAIN:</a:t>
            </a:r>
            <a:r>
              <a:rPr sz="2650" b="1" spc="-95" dirty="0" smtClean="0">
                <a:latin typeface="Times New Roman"/>
                <a:cs typeface="Times New Roman"/>
              </a:rPr>
              <a:t> </a:t>
            </a:r>
            <a:r>
              <a:rPr sz="2650" b="1" dirty="0" smtClean="0">
                <a:latin typeface="Times New Roman"/>
                <a:cs typeface="Times New Roman"/>
              </a:rPr>
              <a:t>WEB</a:t>
            </a:r>
            <a:r>
              <a:rPr sz="2650" b="1" spc="-30" dirty="0" smtClean="0">
                <a:latin typeface="Times New Roman"/>
                <a:cs typeface="Times New Roman"/>
              </a:rPr>
              <a:t> </a:t>
            </a:r>
            <a:r>
              <a:rPr sz="2650" b="1" spc="-10" dirty="0" smtClean="0">
                <a:latin typeface="Times New Roman"/>
                <a:cs typeface="Times New Roman"/>
              </a:rPr>
              <a:t>DEVELOPMENT</a:t>
            </a:r>
            <a:endParaRPr sz="265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96338" y="3603413"/>
            <a:ext cx="5636261" cy="11464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2767330" algn="l"/>
                <a:tab pos="3006090" algn="l"/>
                <a:tab pos="3028950" algn="l"/>
              </a:tabLst>
            </a:pPr>
            <a:r>
              <a:rPr sz="2400" b="1" spc="-10" dirty="0">
                <a:latin typeface="Times New Roman"/>
                <a:cs typeface="Times New Roman"/>
              </a:rPr>
              <a:t>STUDENT</a:t>
            </a:r>
            <a:r>
              <a:rPr sz="2400" b="1" spc="-8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NAME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1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spc="-50" dirty="0">
                <a:latin typeface="Times New Roman"/>
                <a:cs typeface="Times New Roman"/>
              </a:rPr>
              <a:t>: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lang="en-US" sz="2400" b="1" spc="-10" dirty="0" err="1" smtClean="0">
                <a:latin typeface="Times New Roman"/>
                <a:cs typeface="Times New Roman"/>
              </a:rPr>
              <a:t>Himanshu</a:t>
            </a:r>
            <a:r>
              <a:rPr lang="en-US" sz="2400" b="1" spc="-10" dirty="0" smtClean="0">
                <a:latin typeface="Times New Roman"/>
                <a:cs typeface="Times New Roman"/>
              </a:rPr>
              <a:t> </a:t>
            </a:r>
            <a:r>
              <a:rPr lang="en-US" sz="2400" b="1" spc="-10" dirty="0" err="1" smtClean="0">
                <a:latin typeface="Times New Roman"/>
                <a:cs typeface="Times New Roman"/>
              </a:rPr>
              <a:t>Bijja</a:t>
            </a:r>
            <a:r>
              <a:rPr sz="2400" b="1" spc="-10" dirty="0" smtClean="0">
                <a:latin typeface="Times New Roman"/>
                <a:cs typeface="Times New Roman"/>
              </a:rPr>
              <a:t> </a:t>
            </a:r>
            <a:endParaRPr lang="en-US" sz="2400" b="1" spc="-10" dirty="0" smtClean="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2767330" algn="l"/>
                <a:tab pos="3006090" algn="l"/>
                <a:tab pos="3028950" algn="l"/>
              </a:tabLst>
            </a:pPr>
            <a:r>
              <a:rPr sz="2400" b="1" dirty="0" smtClean="0">
                <a:latin typeface="Times New Roman"/>
                <a:cs typeface="Times New Roman"/>
              </a:rPr>
              <a:t>ROLL</a:t>
            </a:r>
            <a:r>
              <a:rPr sz="2400" b="1" spc="-135" dirty="0" smtClean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NO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-50" dirty="0">
                <a:latin typeface="Times New Roman"/>
                <a:cs typeface="Times New Roman"/>
              </a:rPr>
              <a:t>: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-490" dirty="0">
                <a:latin typeface="Times New Roman"/>
                <a:cs typeface="Times New Roman"/>
              </a:rPr>
              <a:t> </a:t>
            </a:r>
            <a:r>
              <a:rPr sz="2400" b="1" spc="-20" dirty="0" smtClean="0">
                <a:latin typeface="Times New Roman"/>
                <a:cs typeface="Times New Roman"/>
              </a:rPr>
              <a:t>23311A05</a:t>
            </a:r>
            <a:r>
              <a:rPr lang="en-US" sz="2400" b="1" spc="-20" dirty="0" smtClean="0">
                <a:latin typeface="Times New Roman"/>
                <a:cs typeface="Times New Roman"/>
              </a:rPr>
              <a:t>P5</a:t>
            </a:r>
          </a:p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2767330" algn="l"/>
                <a:tab pos="3006090" algn="l"/>
                <a:tab pos="3028950" algn="l"/>
              </a:tabLst>
            </a:pPr>
            <a:r>
              <a:rPr sz="2400" b="1" dirty="0" smtClean="0">
                <a:latin typeface="Times New Roman"/>
                <a:cs typeface="Times New Roman"/>
              </a:rPr>
              <a:t>BRANCH</a:t>
            </a:r>
            <a:r>
              <a:rPr sz="2400" b="1" spc="-120" dirty="0" smtClean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SECTION:</a:t>
            </a:r>
            <a:r>
              <a:rPr sz="2400" b="1" dirty="0">
                <a:latin typeface="Times New Roman"/>
                <a:cs typeface="Times New Roman"/>
              </a:rPr>
              <a:t>		</a:t>
            </a:r>
            <a:r>
              <a:rPr sz="2400" b="1" spc="-25" dirty="0">
                <a:latin typeface="Times New Roman"/>
                <a:cs typeface="Times New Roman"/>
              </a:rPr>
              <a:t>CSE-</a:t>
            </a:r>
            <a:r>
              <a:rPr sz="2400" b="1" spc="-50" dirty="0">
                <a:latin typeface="Times New Roman"/>
                <a:cs typeface="Times New Roman"/>
              </a:rPr>
              <a:t>D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30019" y="202353"/>
            <a:ext cx="845248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65525" algn="l"/>
              </a:tabLst>
            </a:pPr>
            <a:r>
              <a:rPr spc="-30" dirty="0">
                <a:solidFill>
                  <a:srgbClr val="000000"/>
                </a:solidFill>
                <a:latin typeface="Arial MT"/>
                <a:cs typeface="Arial MT"/>
              </a:rPr>
              <a:t>Internship-</a:t>
            </a:r>
            <a:r>
              <a:rPr spc="-50" dirty="0">
                <a:solidFill>
                  <a:srgbClr val="000000"/>
                </a:solidFill>
                <a:latin typeface="Arial MT"/>
                <a:cs typeface="Arial MT"/>
              </a:rPr>
              <a:t>1</a:t>
            </a:r>
            <a:r>
              <a:rPr dirty="0">
                <a:solidFill>
                  <a:srgbClr val="000000"/>
                </a:solidFill>
                <a:latin typeface="Arial MT"/>
                <a:cs typeface="Arial MT"/>
              </a:rPr>
              <a:t>	Seminar</a:t>
            </a:r>
            <a:r>
              <a:rPr spc="-19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pc="-10" dirty="0">
                <a:solidFill>
                  <a:srgbClr val="000000"/>
                </a:solidFill>
                <a:latin typeface="Arial MT"/>
                <a:cs typeface="Arial MT"/>
              </a:rPr>
              <a:t>Contents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2019" y="1428326"/>
            <a:ext cx="11888470" cy="6174105"/>
          </a:xfrm>
          <a:prstGeom prst="rect">
            <a:avLst/>
          </a:prstGeom>
        </p:spPr>
        <p:txBody>
          <a:bodyPr vert="horz" wrap="square" lIns="0" tIns="144145" rIns="0" bIns="0" rtlCol="0">
            <a:spAutoFit/>
          </a:bodyPr>
          <a:lstStyle/>
          <a:p>
            <a:pPr marL="419100" indent="-408305">
              <a:lnSpc>
                <a:spcPct val="100000"/>
              </a:lnSpc>
              <a:spcBef>
                <a:spcPts val="1135"/>
              </a:spcBef>
              <a:buSzPct val="97647"/>
              <a:buAutoNum type="arabicPeriod"/>
              <a:tabLst>
                <a:tab pos="419100" algn="l"/>
                <a:tab pos="3952875" algn="l"/>
              </a:tabLst>
            </a:pPr>
            <a:r>
              <a:rPr sz="4250" dirty="0">
                <a:latin typeface="Times New Roman"/>
                <a:cs typeface="Times New Roman"/>
              </a:rPr>
              <a:t>Introduction</a:t>
            </a:r>
            <a:r>
              <a:rPr sz="4250" spc="-45" dirty="0">
                <a:latin typeface="Times New Roman"/>
                <a:cs typeface="Times New Roman"/>
              </a:rPr>
              <a:t> </a:t>
            </a:r>
            <a:r>
              <a:rPr sz="4250" spc="-25" dirty="0">
                <a:latin typeface="Times New Roman"/>
                <a:cs typeface="Times New Roman"/>
              </a:rPr>
              <a:t>of</a:t>
            </a:r>
            <a:r>
              <a:rPr sz="4250" dirty="0">
                <a:latin typeface="Times New Roman"/>
                <a:cs typeface="Times New Roman"/>
              </a:rPr>
              <a:t>	</a:t>
            </a:r>
            <a:r>
              <a:rPr sz="4250" spc="-10" dirty="0">
                <a:latin typeface="Times New Roman"/>
                <a:cs typeface="Times New Roman"/>
              </a:rPr>
              <a:t>Internship</a:t>
            </a:r>
            <a:endParaRPr sz="4250">
              <a:latin typeface="Times New Roman"/>
              <a:cs typeface="Times New Roman"/>
            </a:endParaRPr>
          </a:p>
          <a:p>
            <a:pPr marL="12700" marR="7478395" indent="-1905">
              <a:lnSpc>
                <a:spcPct val="120400"/>
              </a:lnSpc>
              <a:buSzPct val="97647"/>
              <a:buAutoNum type="arabicPeriod"/>
              <a:tabLst>
                <a:tab pos="419100" algn="l"/>
              </a:tabLst>
            </a:pPr>
            <a:r>
              <a:rPr sz="4250" spc="-90" dirty="0">
                <a:latin typeface="Times New Roman"/>
                <a:cs typeface="Times New Roman"/>
              </a:rPr>
              <a:t>	Web</a:t>
            </a:r>
            <a:r>
              <a:rPr sz="4250" spc="-165" dirty="0">
                <a:latin typeface="Times New Roman"/>
                <a:cs typeface="Times New Roman"/>
              </a:rPr>
              <a:t> </a:t>
            </a:r>
            <a:r>
              <a:rPr sz="4250" spc="-25" dirty="0">
                <a:latin typeface="Times New Roman"/>
                <a:cs typeface="Times New Roman"/>
              </a:rPr>
              <a:t>Technologies </a:t>
            </a:r>
            <a:r>
              <a:rPr sz="4250" spc="-10" dirty="0">
                <a:latin typeface="Times New Roman"/>
                <a:cs typeface="Times New Roman"/>
              </a:rPr>
              <a:t>3.Tasks 4.Architecture</a:t>
            </a:r>
            <a:endParaRPr sz="4250">
              <a:latin typeface="Times New Roman"/>
              <a:cs typeface="Times New Roman"/>
            </a:endParaRPr>
          </a:p>
          <a:p>
            <a:pPr marL="12700" marR="5080">
              <a:lnSpc>
                <a:spcPct val="120400"/>
              </a:lnSpc>
            </a:pPr>
            <a:r>
              <a:rPr sz="4250" dirty="0">
                <a:latin typeface="Times New Roman"/>
                <a:cs typeface="Times New Roman"/>
              </a:rPr>
              <a:t>5.</a:t>
            </a:r>
            <a:r>
              <a:rPr sz="4250" spc="-40" dirty="0">
                <a:latin typeface="Times New Roman"/>
                <a:cs typeface="Times New Roman"/>
              </a:rPr>
              <a:t> </a:t>
            </a:r>
            <a:r>
              <a:rPr sz="4250" dirty="0">
                <a:latin typeface="Times New Roman"/>
                <a:cs typeface="Times New Roman"/>
              </a:rPr>
              <a:t>Lab</a:t>
            </a:r>
            <a:r>
              <a:rPr sz="4250" spc="-254" dirty="0">
                <a:latin typeface="Times New Roman"/>
                <a:cs typeface="Times New Roman"/>
              </a:rPr>
              <a:t> </a:t>
            </a:r>
            <a:r>
              <a:rPr sz="4250" dirty="0">
                <a:latin typeface="Times New Roman"/>
                <a:cs typeface="Times New Roman"/>
              </a:rPr>
              <a:t>Activity</a:t>
            </a:r>
            <a:r>
              <a:rPr sz="4250" spc="-25" dirty="0">
                <a:latin typeface="Times New Roman"/>
                <a:cs typeface="Times New Roman"/>
              </a:rPr>
              <a:t> </a:t>
            </a:r>
            <a:r>
              <a:rPr sz="4250" dirty="0">
                <a:latin typeface="Times New Roman"/>
                <a:cs typeface="Times New Roman"/>
              </a:rPr>
              <a:t>(Reports</a:t>
            </a:r>
            <a:r>
              <a:rPr sz="4250" spc="-25" dirty="0">
                <a:latin typeface="Times New Roman"/>
                <a:cs typeface="Times New Roman"/>
              </a:rPr>
              <a:t> </a:t>
            </a:r>
            <a:r>
              <a:rPr sz="4250" dirty="0">
                <a:latin typeface="Times New Roman"/>
                <a:cs typeface="Times New Roman"/>
              </a:rPr>
              <a:t>/Coding</a:t>
            </a:r>
            <a:r>
              <a:rPr sz="4250" spc="-25" dirty="0">
                <a:latin typeface="Times New Roman"/>
                <a:cs typeface="Times New Roman"/>
              </a:rPr>
              <a:t> </a:t>
            </a:r>
            <a:r>
              <a:rPr sz="4250" dirty="0">
                <a:latin typeface="Times New Roman"/>
                <a:cs typeface="Times New Roman"/>
              </a:rPr>
              <a:t>Output</a:t>
            </a:r>
            <a:r>
              <a:rPr sz="4250" spc="-30" dirty="0">
                <a:latin typeface="Times New Roman"/>
                <a:cs typeface="Times New Roman"/>
              </a:rPr>
              <a:t> </a:t>
            </a:r>
            <a:r>
              <a:rPr sz="4250" spc="-10" dirty="0">
                <a:latin typeface="Times New Roman"/>
                <a:cs typeface="Times New Roman"/>
              </a:rPr>
              <a:t>Screenshorts) </a:t>
            </a:r>
            <a:r>
              <a:rPr sz="4250" dirty="0">
                <a:latin typeface="Times New Roman"/>
                <a:cs typeface="Times New Roman"/>
              </a:rPr>
              <a:t>6.Summary/Conclusion</a:t>
            </a:r>
            <a:r>
              <a:rPr sz="4250" spc="-55" dirty="0">
                <a:latin typeface="Times New Roman"/>
                <a:cs typeface="Times New Roman"/>
              </a:rPr>
              <a:t> </a:t>
            </a:r>
            <a:r>
              <a:rPr sz="4250" dirty="0">
                <a:latin typeface="Times New Roman"/>
                <a:cs typeface="Times New Roman"/>
              </a:rPr>
              <a:t>of</a:t>
            </a:r>
            <a:r>
              <a:rPr sz="4250" spc="-45" dirty="0">
                <a:latin typeface="Times New Roman"/>
                <a:cs typeface="Times New Roman"/>
              </a:rPr>
              <a:t> </a:t>
            </a:r>
            <a:r>
              <a:rPr sz="4250" spc="-10" dirty="0">
                <a:latin typeface="Times New Roman"/>
                <a:cs typeface="Times New Roman"/>
              </a:rPr>
              <a:t>Internship</a:t>
            </a:r>
            <a:endParaRPr sz="4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sz="4250" dirty="0">
                <a:latin typeface="Times New Roman"/>
                <a:cs typeface="Times New Roman"/>
              </a:rPr>
              <a:t>7.Thank</a:t>
            </a:r>
            <a:r>
              <a:rPr sz="4250" spc="-20" dirty="0">
                <a:latin typeface="Times New Roman"/>
                <a:cs typeface="Times New Roman"/>
              </a:rPr>
              <a:t> </a:t>
            </a:r>
            <a:r>
              <a:rPr sz="4250" dirty="0">
                <a:latin typeface="Times New Roman"/>
                <a:cs typeface="Times New Roman"/>
              </a:rPr>
              <a:t>you</a:t>
            </a:r>
            <a:r>
              <a:rPr sz="4250" spc="-5" dirty="0">
                <a:latin typeface="Times New Roman"/>
                <a:cs typeface="Times New Roman"/>
              </a:rPr>
              <a:t> </a:t>
            </a:r>
            <a:r>
              <a:rPr sz="4250" spc="-10" dirty="0">
                <a:latin typeface="Times New Roman"/>
                <a:cs typeface="Times New Roman"/>
              </a:rPr>
              <a:t>slide.</a:t>
            </a:r>
            <a:endParaRPr sz="4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90"/>
              </a:spcBef>
            </a:pPr>
            <a:r>
              <a:rPr sz="3700" spc="-50" dirty="0">
                <a:latin typeface="Times New Roman"/>
                <a:cs typeface="Times New Roman"/>
              </a:rPr>
              <a:t>.</a:t>
            </a:r>
            <a:endParaRPr sz="3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2019" y="-77047"/>
            <a:ext cx="5619750" cy="6756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250" dirty="0"/>
              <a:t>Introduction</a:t>
            </a:r>
            <a:r>
              <a:rPr sz="4250" spc="-35" dirty="0"/>
              <a:t> </a:t>
            </a:r>
            <a:r>
              <a:rPr sz="4250" dirty="0"/>
              <a:t>of</a:t>
            </a:r>
            <a:r>
              <a:rPr sz="4250" spc="-20" dirty="0"/>
              <a:t> </a:t>
            </a:r>
            <a:r>
              <a:rPr sz="4250" spc="-10" dirty="0"/>
              <a:t>Internship</a:t>
            </a:r>
            <a:endParaRPr sz="4250"/>
          </a:p>
        </p:txBody>
      </p:sp>
      <p:sp>
        <p:nvSpPr>
          <p:cNvPr id="3" name="object 3"/>
          <p:cNvSpPr txBox="1"/>
          <p:nvPr/>
        </p:nvSpPr>
        <p:spPr>
          <a:xfrm>
            <a:off x="451451" y="831648"/>
            <a:ext cx="15404465" cy="75768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69900" marR="2108200" indent="-457200">
              <a:lnSpc>
                <a:spcPct val="100899"/>
              </a:lnSpc>
              <a:spcBef>
                <a:spcPts val="90"/>
              </a:spcBef>
              <a:buChar char="•"/>
              <a:tabLst>
                <a:tab pos="469900" algn="l"/>
              </a:tabLst>
            </a:pPr>
            <a:r>
              <a:rPr sz="3900" dirty="0">
                <a:latin typeface="Arial MT"/>
                <a:cs typeface="Arial MT"/>
              </a:rPr>
              <a:t>I</a:t>
            </a:r>
            <a:r>
              <a:rPr sz="3900" spc="-20" dirty="0">
                <a:latin typeface="Arial MT"/>
                <a:cs typeface="Arial MT"/>
              </a:rPr>
              <a:t> </a:t>
            </a:r>
            <a:r>
              <a:rPr sz="3900" dirty="0">
                <a:latin typeface="Arial MT"/>
                <a:cs typeface="Arial MT"/>
              </a:rPr>
              <a:t>successfully</a:t>
            </a:r>
            <a:r>
              <a:rPr sz="3900" spc="-15" dirty="0">
                <a:latin typeface="Arial MT"/>
                <a:cs typeface="Arial MT"/>
              </a:rPr>
              <a:t> </a:t>
            </a:r>
            <a:r>
              <a:rPr sz="3900" dirty="0">
                <a:latin typeface="Arial MT"/>
                <a:cs typeface="Arial MT"/>
              </a:rPr>
              <a:t>completed</a:t>
            </a:r>
            <a:r>
              <a:rPr sz="3900" spc="-15" dirty="0">
                <a:latin typeface="Arial MT"/>
                <a:cs typeface="Arial MT"/>
              </a:rPr>
              <a:t> </a:t>
            </a:r>
            <a:r>
              <a:rPr sz="3900" dirty="0">
                <a:latin typeface="Arial MT"/>
                <a:cs typeface="Arial MT"/>
              </a:rPr>
              <a:t>a</a:t>
            </a:r>
            <a:r>
              <a:rPr sz="3900" spc="-10" dirty="0">
                <a:latin typeface="Arial MT"/>
                <a:cs typeface="Arial MT"/>
              </a:rPr>
              <a:t> one-</a:t>
            </a:r>
            <a:r>
              <a:rPr sz="3900" dirty="0">
                <a:latin typeface="Arial MT"/>
                <a:cs typeface="Arial MT"/>
              </a:rPr>
              <a:t>month</a:t>
            </a:r>
            <a:r>
              <a:rPr sz="3900" spc="-15" dirty="0">
                <a:latin typeface="Arial MT"/>
                <a:cs typeface="Arial MT"/>
              </a:rPr>
              <a:t> </a:t>
            </a:r>
            <a:r>
              <a:rPr sz="3900" dirty="0">
                <a:latin typeface="Arial MT"/>
                <a:cs typeface="Arial MT"/>
              </a:rPr>
              <a:t>virtual</a:t>
            </a:r>
            <a:r>
              <a:rPr sz="3900" spc="-15" dirty="0">
                <a:latin typeface="Arial MT"/>
                <a:cs typeface="Arial MT"/>
              </a:rPr>
              <a:t> </a:t>
            </a:r>
            <a:r>
              <a:rPr sz="3900" dirty="0">
                <a:latin typeface="Arial MT"/>
                <a:cs typeface="Arial MT"/>
              </a:rPr>
              <a:t>internship</a:t>
            </a:r>
            <a:r>
              <a:rPr sz="3900" spc="-10" dirty="0">
                <a:latin typeface="Arial MT"/>
                <a:cs typeface="Arial MT"/>
              </a:rPr>
              <a:t> </a:t>
            </a:r>
            <a:r>
              <a:rPr sz="3900" spc="-25" dirty="0">
                <a:latin typeface="Arial MT"/>
                <a:cs typeface="Arial MT"/>
              </a:rPr>
              <a:t>at </a:t>
            </a:r>
            <a:r>
              <a:rPr sz="3900" dirty="0">
                <a:latin typeface="Arial MT"/>
                <a:cs typeface="Arial MT"/>
              </a:rPr>
              <a:t>CODSOFT</a:t>
            </a:r>
            <a:r>
              <a:rPr sz="3900" spc="-95" dirty="0">
                <a:latin typeface="Arial MT"/>
                <a:cs typeface="Arial MT"/>
              </a:rPr>
              <a:t> </a:t>
            </a:r>
            <a:r>
              <a:rPr sz="3900" dirty="0">
                <a:latin typeface="Arial MT"/>
                <a:cs typeface="Arial MT"/>
              </a:rPr>
              <a:t>in</a:t>
            </a:r>
            <a:r>
              <a:rPr sz="3900" spc="-15" dirty="0">
                <a:latin typeface="Arial MT"/>
                <a:cs typeface="Arial MT"/>
              </a:rPr>
              <a:t> </a:t>
            </a:r>
            <a:r>
              <a:rPr sz="3900" dirty="0">
                <a:latin typeface="Arial MT"/>
                <a:cs typeface="Arial MT"/>
              </a:rPr>
              <a:t>the</a:t>
            </a:r>
            <a:r>
              <a:rPr sz="3900" spc="-20" dirty="0">
                <a:latin typeface="Arial MT"/>
                <a:cs typeface="Arial MT"/>
              </a:rPr>
              <a:t> </a:t>
            </a:r>
            <a:r>
              <a:rPr sz="3900" dirty="0">
                <a:latin typeface="Arial MT"/>
                <a:cs typeface="Arial MT"/>
              </a:rPr>
              <a:t>domain</a:t>
            </a:r>
            <a:r>
              <a:rPr sz="3900" spc="-15" dirty="0">
                <a:latin typeface="Arial MT"/>
                <a:cs typeface="Arial MT"/>
              </a:rPr>
              <a:t> </a:t>
            </a:r>
            <a:r>
              <a:rPr sz="3900" dirty="0">
                <a:latin typeface="Arial MT"/>
                <a:cs typeface="Arial MT"/>
              </a:rPr>
              <a:t>of</a:t>
            </a:r>
            <a:r>
              <a:rPr sz="3900" spc="-25" dirty="0">
                <a:latin typeface="Arial MT"/>
                <a:cs typeface="Arial MT"/>
              </a:rPr>
              <a:t> </a:t>
            </a:r>
            <a:r>
              <a:rPr sz="3900" dirty="0">
                <a:latin typeface="Arial MT"/>
                <a:cs typeface="Arial MT"/>
              </a:rPr>
              <a:t>Full</a:t>
            </a:r>
            <a:r>
              <a:rPr sz="3900" spc="-15" dirty="0">
                <a:latin typeface="Arial MT"/>
                <a:cs typeface="Arial MT"/>
              </a:rPr>
              <a:t> </a:t>
            </a:r>
            <a:r>
              <a:rPr sz="3900" dirty="0">
                <a:latin typeface="Arial MT"/>
                <a:cs typeface="Arial MT"/>
              </a:rPr>
              <a:t>Stack</a:t>
            </a:r>
            <a:r>
              <a:rPr sz="3900" spc="-20" dirty="0">
                <a:latin typeface="Arial MT"/>
                <a:cs typeface="Arial MT"/>
              </a:rPr>
              <a:t> </a:t>
            </a:r>
            <a:r>
              <a:rPr sz="3900" dirty="0">
                <a:latin typeface="Arial MT"/>
                <a:cs typeface="Arial MT"/>
              </a:rPr>
              <a:t>Web</a:t>
            </a:r>
            <a:r>
              <a:rPr sz="3900" spc="-15" dirty="0">
                <a:latin typeface="Arial MT"/>
                <a:cs typeface="Arial MT"/>
              </a:rPr>
              <a:t> </a:t>
            </a:r>
            <a:r>
              <a:rPr sz="3900" spc="-10" dirty="0">
                <a:latin typeface="Arial MT"/>
                <a:cs typeface="Arial MT"/>
              </a:rPr>
              <a:t>Development.</a:t>
            </a:r>
            <a:endParaRPr sz="3900">
              <a:latin typeface="Arial MT"/>
              <a:cs typeface="Arial MT"/>
            </a:endParaRPr>
          </a:p>
          <a:p>
            <a:pPr marL="469900" marR="304800" indent="-457200">
              <a:lnSpc>
                <a:spcPct val="100899"/>
              </a:lnSpc>
              <a:spcBef>
                <a:spcPts val="940"/>
              </a:spcBef>
              <a:buChar char="•"/>
              <a:tabLst>
                <a:tab pos="469900" algn="l"/>
              </a:tabLst>
            </a:pPr>
            <a:r>
              <a:rPr sz="3900" dirty="0">
                <a:latin typeface="Arial MT"/>
                <a:cs typeface="Arial MT"/>
              </a:rPr>
              <a:t>During</a:t>
            </a:r>
            <a:r>
              <a:rPr sz="3900" spc="-15" dirty="0">
                <a:latin typeface="Arial MT"/>
                <a:cs typeface="Arial MT"/>
              </a:rPr>
              <a:t> </a:t>
            </a:r>
            <a:r>
              <a:rPr sz="3900" dirty="0">
                <a:latin typeface="Arial MT"/>
                <a:cs typeface="Arial MT"/>
              </a:rPr>
              <a:t>this</a:t>
            </a:r>
            <a:r>
              <a:rPr sz="3900" spc="-10" dirty="0">
                <a:latin typeface="Arial MT"/>
                <a:cs typeface="Arial MT"/>
              </a:rPr>
              <a:t> </a:t>
            </a:r>
            <a:r>
              <a:rPr sz="3900" dirty="0">
                <a:latin typeface="Arial MT"/>
                <a:cs typeface="Arial MT"/>
              </a:rPr>
              <a:t>internship,</a:t>
            </a:r>
            <a:r>
              <a:rPr sz="3900" spc="-15" dirty="0">
                <a:latin typeface="Arial MT"/>
                <a:cs typeface="Arial MT"/>
              </a:rPr>
              <a:t> </a:t>
            </a:r>
            <a:r>
              <a:rPr sz="3900" dirty="0">
                <a:latin typeface="Arial MT"/>
                <a:cs typeface="Arial MT"/>
              </a:rPr>
              <a:t>I</a:t>
            </a:r>
            <a:r>
              <a:rPr sz="3900" spc="-15" dirty="0">
                <a:latin typeface="Arial MT"/>
                <a:cs typeface="Arial MT"/>
              </a:rPr>
              <a:t> </a:t>
            </a:r>
            <a:r>
              <a:rPr sz="3900" dirty="0">
                <a:latin typeface="Arial MT"/>
                <a:cs typeface="Arial MT"/>
              </a:rPr>
              <a:t>gained</a:t>
            </a:r>
            <a:r>
              <a:rPr sz="3900" spc="-10" dirty="0">
                <a:latin typeface="Arial MT"/>
                <a:cs typeface="Arial MT"/>
              </a:rPr>
              <a:t> </a:t>
            </a:r>
            <a:r>
              <a:rPr sz="3900" dirty="0">
                <a:latin typeface="Arial MT"/>
                <a:cs typeface="Arial MT"/>
              </a:rPr>
              <a:t>valuable</a:t>
            </a:r>
            <a:r>
              <a:rPr sz="3900" spc="-10" dirty="0">
                <a:latin typeface="Arial MT"/>
                <a:cs typeface="Arial MT"/>
              </a:rPr>
              <a:t> hands-</a:t>
            </a:r>
            <a:r>
              <a:rPr sz="3900" dirty="0">
                <a:latin typeface="Arial MT"/>
                <a:cs typeface="Arial MT"/>
              </a:rPr>
              <a:t>on</a:t>
            </a:r>
            <a:r>
              <a:rPr sz="3900" spc="-15" dirty="0">
                <a:latin typeface="Arial MT"/>
                <a:cs typeface="Arial MT"/>
              </a:rPr>
              <a:t> </a:t>
            </a:r>
            <a:r>
              <a:rPr sz="3900" dirty="0">
                <a:latin typeface="Arial MT"/>
                <a:cs typeface="Arial MT"/>
              </a:rPr>
              <a:t>experience</a:t>
            </a:r>
            <a:r>
              <a:rPr sz="3900" spc="-10" dirty="0">
                <a:latin typeface="Arial MT"/>
                <a:cs typeface="Arial MT"/>
              </a:rPr>
              <a:t> </a:t>
            </a:r>
            <a:r>
              <a:rPr sz="3900" spc="-25" dirty="0">
                <a:latin typeface="Arial MT"/>
                <a:cs typeface="Arial MT"/>
              </a:rPr>
              <a:t>in </a:t>
            </a:r>
            <a:r>
              <a:rPr sz="3900" dirty="0">
                <a:latin typeface="Arial MT"/>
                <a:cs typeface="Arial MT"/>
              </a:rPr>
              <a:t>designing,</a:t>
            </a:r>
            <a:r>
              <a:rPr sz="3900" spc="-20" dirty="0">
                <a:latin typeface="Arial MT"/>
                <a:cs typeface="Arial MT"/>
              </a:rPr>
              <a:t> </a:t>
            </a:r>
            <a:r>
              <a:rPr sz="3900" dirty="0">
                <a:latin typeface="Arial MT"/>
                <a:cs typeface="Arial MT"/>
              </a:rPr>
              <a:t>developing,</a:t>
            </a:r>
            <a:r>
              <a:rPr sz="3900" spc="-20" dirty="0">
                <a:latin typeface="Arial MT"/>
                <a:cs typeface="Arial MT"/>
              </a:rPr>
              <a:t> </a:t>
            </a:r>
            <a:r>
              <a:rPr sz="3900" dirty="0">
                <a:latin typeface="Arial MT"/>
                <a:cs typeface="Arial MT"/>
              </a:rPr>
              <a:t>and</a:t>
            </a:r>
            <a:r>
              <a:rPr sz="3900" spc="-10" dirty="0">
                <a:latin typeface="Arial MT"/>
                <a:cs typeface="Arial MT"/>
              </a:rPr>
              <a:t> </a:t>
            </a:r>
            <a:r>
              <a:rPr sz="3900" dirty="0">
                <a:latin typeface="Arial MT"/>
                <a:cs typeface="Arial MT"/>
              </a:rPr>
              <a:t>deploying</a:t>
            </a:r>
            <a:r>
              <a:rPr sz="3900" spc="-15" dirty="0">
                <a:latin typeface="Arial MT"/>
                <a:cs typeface="Arial MT"/>
              </a:rPr>
              <a:t> </a:t>
            </a:r>
            <a:r>
              <a:rPr sz="3900" dirty="0">
                <a:latin typeface="Arial MT"/>
                <a:cs typeface="Arial MT"/>
              </a:rPr>
              <a:t>responsive</a:t>
            </a:r>
            <a:r>
              <a:rPr sz="3900" spc="-15" dirty="0">
                <a:latin typeface="Arial MT"/>
                <a:cs typeface="Arial MT"/>
              </a:rPr>
              <a:t> </a:t>
            </a:r>
            <a:r>
              <a:rPr sz="3900" dirty="0">
                <a:latin typeface="Arial MT"/>
                <a:cs typeface="Arial MT"/>
              </a:rPr>
              <a:t>and</a:t>
            </a:r>
            <a:r>
              <a:rPr sz="3900" spc="-10" dirty="0">
                <a:latin typeface="Arial MT"/>
                <a:cs typeface="Arial MT"/>
              </a:rPr>
              <a:t> user-friendly </a:t>
            </a:r>
            <a:r>
              <a:rPr sz="3900" dirty="0">
                <a:latin typeface="Arial MT"/>
                <a:cs typeface="Arial MT"/>
              </a:rPr>
              <a:t>web</a:t>
            </a:r>
            <a:r>
              <a:rPr sz="3900" spc="-10" dirty="0">
                <a:latin typeface="Arial MT"/>
                <a:cs typeface="Arial MT"/>
              </a:rPr>
              <a:t> applications.</a:t>
            </a:r>
            <a:endParaRPr sz="3900">
              <a:latin typeface="Arial MT"/>
              <a:cs typeface="Arial MT"/>
            </a:endParaRPr>
          </a:p>
          <a:p>
            <a:pPr marL="469900" marR="5080" indent="-457200">
              <a:lnSpc>
                <a:spcPct val="100899"/>
              </a:lnSpc>
              <a:spcBef>
                <a:spcPts val="935"/>
              </a:spcBef>
              <a:buChar char="•"/>
              <a:tabLst>
                <a:tab pos="469900" algn="l"/>
                <a:tab pos="3463925" algn="l"/>
              </a:tabLst>
            </a:pPr>
            <a:r>
              <a:rPr sz="3900" dirty="0">
                <a:latin typeface="Arial MT"/>
                <a:cs typeface="Arial MT"/>
              </a:rPr>
              <a:t>The</a:t>
            </a:r>
            <a:r>
              <a:rPr sz="3900" spc="-10" dirty="0">
                <a:latin typeface="Arial MT"/>
                <a:cs typeface="Arial MT"/>
              </a:rPr>
              <a:t> program</a:t>
            </a:r>
            <a:r>
              <a:rPr sz="3900" dirty="0">
                <a:latin typeface="Arial MT"/>
                <a:cs typeface="Arial MT"/>
              </a:rPr>
              <a:t>	provided</a:t>
            </a:r>
            <a:r>
              <a:rPr sz="3900" spc="-15" dirty="0">
                <a:latin typeface="Arial MT"/>
                <a:cs typeface="Arial MT"/>
              </a:rPr>
              <a:t> </a:t>
            </a:r>
            <a:r>
              <a:rPr sz="3900" dirty="0">
                <a:latin typeface="Arial MT"/>
                <a:cs typeface="Arial MT"/>
              </a:rPr>
              <a:t>a</a:t>
            </a:r>
            <a:r>
              <a:rPr sz="3900" spc="-15" dirty="0">
                <a:latin typeface="Arial MT"/>
                <a:cs typeface="Arial MT"/>
              </a:rPr>
              <a:t> </a:t>
            </a:r>
            <a:r>
              <a:rPr sz="3900" dirty="0">
                <a:latin typeface="Arial MT"/>
                <a:cs typeface="Arial MT"/>
              </a:rPr>
              <a:t>strong</a:t>
            </a:r>
            <a:r>
              <a:rPr sz="3900" spc="-10" dirty="0">
                <a:latin typeface="Arial MT"/>
                <a:cs typeface="Arial MT"/>
              </a:rPr>
              <a:t> </a:t>
            </a:r>
            <a:r>
              <a:rPr sz="3900" dirty="0">
                <a:latin typeface="Arial MT"/>
                <a:cs typeface="Arial MT"/>
              </a:rPr>
              <a:t>foundation</a:t>
            </a:r>
            <a:r>
              <a:rPr sz="3900" spc="-15" dirty="0">
                <a:latin typeface="Arial MT"/>
                <a:cs typeface="Arial MT"/>
              </a:rPr>
              <a:t> </a:t>
            </a:r>
            <a:r>
              <a:rPr sz="3900" dirty="0">
                <a:latin typeface="Arial MT"/>
                <a:cs typeface="Arial MT"/>
              </a:rPr>
              <a:t>in</a:t>
            </a:r>
            <a:r>
              <a:rPr sz="3900" spc="-15" dirty="0">
                <a:latin typeface="Arial MT"/>
                <a:cs typeface="Arial MT"/>
              </a:rPr>
              <a:t> </a:t>
            </a:r>
            <a:r>
              <a:rPr sz="3900" spc="-10" dirty="0">
                <a:latin typeface="Arial MT"/>
                <a:cs typeface="Arial MT"/>
              </a:rPr>
              <a:t>front-</a:t>
            </a:r>
            <a:r>
              <a:rPr sz="3900" dirty="0">
                <a:latin typeface="Arial MT"/>
                <a:cs typeface="Arial MT"/>
              </a:rPr>
              <a:t>end</a:t>
            </a:r>
            <a:r>
              <a:rPr sz="3900" spc="-10" dirty="0">
                <a:latin typeface="Arial MT"/>
                <a:cs typeface="Arial MT"/>
              </a:rPr>
              <a:t> technologies </a:t>
            </a:r>
            <a:r>
              <a:rPr sz="3900" dirty="0">
                <a:latin typeface="Arial MT"/>
                <a:cs typeface="Arial MT"/>
              </a:rPr>
              <a:t>like</a:t>
            </a:r>
            <a:r>
              <a:rPr sz="3900" spc="-20" dirty="0">
                <a:latin typeface="Arial MT"/>
                <a:cs typeface="Arial MT"/>
              </a:rPr>
              <a:t> </a:t>
            </a:r>
            <a:r>
              <a:rPr sz="3900" dirty="0">
                <a:latin typeface="Arial MT"/>
                <a:cs typeface="Arial MT"/>
              </a:rPr>
              <a:t>HTML,</a:t>
            </a:r>
            <a:r>
              <a:rPr sz="3900" spc="-25" dirty="0">
                <a:latin typeface="Arial MT"/>
                <a:cs typeface="Arial MT"/>
              </a:rPr>
              <a:t> </a:t>
            </a:r>
            <a:r>
              <a:rPr sz="3900" dirty="0">
                <a:latin typeface="Arial MT"/>
                <a:cs typeface="Arial MT"/>
              </a:rPr>
              <a:t>CSS,</a:t>
            </a:r>
            <a:r>
              <a:rPr sz="3900" spc="-20" dirty="0">
                <a:latin typeface="Arial MT"/>
                <a:cs typeface="Arial MT"/>
              </a:rPr>
              <a:t> </a:t>
            </a:r>
            <a:r>
              <a:rPr sz="3900" dirty="0">
                <a:latin typeface="Arial MT"/>
                <a:cs typeface="Arial MT"/>
              </a:rPr>
              <a:t>and</a:t>
            </a:r>
            <a:r>
              <a:rPr sz="3900" spc="-20" dirty="0">
                <a:latin typeface="Arial MT"/>
                <a:cs typeface="Arial MT"/>
              </a:rPr>
              <a:t> </a:t>
            </a:r>
            <a:r>
              <a:rPr sz="3900" dirty="0">
                <a:latin typeface="Arial MT"/>
                <a:cs typeface="Arial MT"/>
              </a:rPr>
              <a:t>JavaScript,</a:t>
            </a:r>
            <a:r>
              <a:rPr sz="3900" spc="-25" dirty="0">
                <a:latin typeface="Arial MT"/>
                <a:cs typeface="Arial MT"/>
              </a:rPr>
              <a:t> </a:t>
            </a:r>
            <a:r>
              <a:rPr sz="3900" dirty="0">
                <a:latin typeface="Arial MT"/>
                <a:cs typeface="Arial MT"/>
              </a:rPr>
              <a:t>and</a:t>
            </a:r>
            <a:r>
              <a:rPr sz="3900" spc="-15" dirty="0">
                <a:latin typeface="Arial MT"/>
                <a:cs typeface="Arial MT"/>
              </a:rPr>
              <a:t> </a:t>
            </a:r>
            <a:r>
              <a:rPr sz="3900" dirty="0">
                <a:latin typeface="Arial MT"/>
                <a:cs typeface="Arial MT"/>
              </a:rPr>
              <a:t>introduced</a:t>
            </a:r>
            <a:r>
              <a:rPr sz="3900" spc="-20" dirty="0">
                <a:latin typeface="Arial MT"/>
                <a:cs typeface="Arial MT"/>
              </a:rPr>
              <a:t> </a:t>
            </a:r>
            <a:r>
              <a:rPr sz="3900" dirty="0">
                <a:latin typeface="Arial MT"/>
                <a:cs typeface="Arial MT"/>
              </a:rPr>
              <a:t>concepts</a:t>
            </a:r>
            <a:r>
              <a:rPr sz="3900" spc="-20" dirty="0">
                <a:latin typeface="Arial MT"/>
                <a:cs typeface="Arial MT"/>
              </a:rPr>
              <a:t> </a:t>
            </a:r>
            <a:r>
              <a:rPr sz="3900" spc="-25" dirty="0">
                <a:latin typeface="Arial MT"/>
                <a:cs typeface="Arial MT"/>
              </a:rPr>
              <a:t>of </a:t>
            </a:r>
            <a:r>
              <a:rPr sz="3900" dirty="0">
                <a:latin typeface="Arial MT"/>
                <a:cs typeface="Arial MT"/>
              </a:rPr>
              <a:t>backend</a:t>
            </a:r>
            <a:r>
              <a:rPr sz="3900" spc="-25" dirty="0">
                <a:latin typeface="Arial MT"/>
                <a:cs typeface="Arial MT"/>
              </a:rPr>
              <a:t> </a:t>
            </a:r>
            <a:r>
              <a:rPr sz="3900" dirty="0">
                <a:latin typeface="Arial MT"/>
                <a:cs typeface="Arial MT"/>
              </a:rPr>
              <a:t>development</a:t>
            </a:r>
            <a:r>
              <a:rPr sz="3900" spc="-25" dirty="0">
                <a:latin typeface="Arial MT"/>
                <a:cs typeface="Arial MT"/>
              </a:rPr>
              <a:t> </a:t>
            </a:r>
            <a:r>
              <a:rPr sz="3900" dirty="0">
                <a:latin typeface="Arial MT"/>
                <a:cs typeface="Arial MT"/>
              </a:rPr>
              <a:t>and</a:t>
            </a:r>
            <a:r>
              <a:rPr sz="3900" spc="-25" dirty="0">
                <a:latin typeface="Arial MT"/>
                <a:cs typeface="Arial MT"/>
              </a:rPr>
              <a:t> </a:t>
            </a:r>
            <a:r>
              <a:rPr sz="3900" spc="-10" dirty="0">
                <a:latin typeface="Arial MT"/>
                <a:cs typeface="Arial MT"/>
              </a:rPr>
              <a:t>deployment.</a:t>
            </a:r>
            <a:endParaRPr sz="3900">
              <a:latin typeface="Arial MT"/>
              <a:cs typeface="Arial MT"/>
            </a:endParaRPr>
          </a:p>
          <a:p>
            <a:pPr marL="469900" marR="339725" indent="-457200">
              <a:lnSpc>
                <a:spcPct val="100899"/>
              </a:lnSpc>
              <a:spcBef>
                <a:spcPts val="940"/>
              </a:spcBef>
              <a:buChar char="•"/>
              <a:tabLst>
                <a:tab pos="469900" algn="l"/>
                <a:tab pos="11809730" algn="l"/>
              </a:tabLst>
            </a:pPr>
            <a:r>
              <a:rPr sz="3900" dirty="0">
                <a:latin typeface="Arial MT"/>
                <a:cs typeface="Arial MT"/>
              </a:rPr>
              <a:t>Throughout</a:t>
            </a:r>
            <a:r>
              <a:rPr sz="3900" spc="-30" dirty="0">
                <a:latin typeface="Arial MT"/>
                <a:cs typeface="Arial MT"/>
              </a:rPr>
              <a:t> </a:t>
            </a:r>
            <a:r>
              <a:rPr sz="3900" dirty="0">
                <a:latin typeface="Arial MT"/>
                <a:cs typeface="Arial MT"/>
              </a:rPr>
              <a:t>the</a:t>
            </a:r>
            <a:r>
              <a:rPr sz="3900" spc="-20" dirty="0">
                <a:latin typeface="Arial MT"/>
                <a:cs typeface="Arial MT"/>
              </a:rPr>
              <a:t> </a:t>
            </a:r>
            <a:r>
              <a:rPr sz="3900" dirty="0">
                <a:latin typeface="Arial MT"/>
                <a:cs typeface="Arial MT"/>
              </a:rPr>
              <a:t>internship,</a:t>
            </a:r>
            <a:r>
              <a:rPr sz="3900" spc="-25" dirty="0">
                <a:latin typeface="Arial MT"/>
                <a:cs typeface="Arial MT"/>
              </a:rPr>
              <a:t> </a:t>
            </a:r>
            <a:r>
              <a:rPr sz="3900" dirty="0">
                <a:latin typeface="Arial MT"/>
                <a:cs typeface="Arial MT"/>
              </a:rPr>
              <a:t>I</a:t>
            </a:r>
            <a:r>
              <a:rPr sz="3900" spc="-25" dirty="0">
                <a:latin typeface="Arial MT"/>
                <a:cs typeface="Arial MT"/>
              </a:rPr>
              <a:t> </a:t>
            </a:r>
            <a:r>
              <a:rPr sz="3900" dirty="0">
                <a:latin typeface="Arial MT"/>
                <a:cs typeface="Arial MT"/>
              </a:rPr>
              <a:t>worked</a:t>
            </a:r>
            <a:r>
              <a:rPr sz="3900" spc="-20" dirty="0">
                <a:latin typeface="Arial MT"/>
                <a:cs typeface="Arial MT"/>
              </a:rPr>
              <a:t> </a:t>
            </a:r>
            <a:r>
              <a:rPr sz="3900" dirty="0">
                <a:latin typeface="Arial MT"/>
                <a:cs typeface="Arial MT"/>
              </a:rPr>
              <a:t>on</a:t>
            </a:r>
            <a:r>
              <a:rPr sz="3900" spc="-20" dirty="0">
                <a:latin typeface="Arial MT"/>
                <a:cs typeface="Arial MT"/>
              </a:rPr>
              <a:t> </a:t>
            </a:r>
            <a:r>
              <a:rPr sz="3900" dirty="0">
                <a:latin typeface="Arial MT"/>
                <a:cs typeface="Arial MT"/>
              </a:rPr>
              <a:t>three</a:t>
            </a:r>
            <a:r>
              <a:rPr sz="3900" spc="-20" dirty="0">
                <a:latin typeface="Arial MT"/>
                <a:cs typeface="Arial MT"/>
              </a:rPr>
              <a:t> </a:t>
            </a:r>
            <a:r>
              <a:rPr sz="3900" spc="-10" dirty="0">
                <a:latin typeface="Arial MT"/>
                <a:cs typeface="Arial MT"/>
              </a:rPr>
              <a:t>major</a:t>
            </a:r>
            <a:r>
              <a:rPr sz="3900" dirty="0">
                <a:latin typeface="Arial MT"/>
                <a:cs typeface="Arial MT"/>
              </a:rPr>
              <a:t>	modules,</a:t>
            </a:r>
            <a:r>
              <a:rPr sz="3900" spc="-30" dirty="0">
                <a:latin typeface="Arial MT"/>
                <a:cs typeface="Arial MT"/>
              </a:rPr>
              <a:t> </a:t>
            </a:r>
            <a:r>
              <a:rPr sz="3900" spc="-20" dirty="0">
                <a:latin typeface="Arial MT"/>
                <a:cs typeface="Arial MT"/>
              </a:rPr>
              <a:t>each </a:t>
            </a:r>
            <a:r>
              <a:rPr sz="3900" dirty="0">
                <a:latin typeface="Arial MT"/>
                <a:cs typeface="Arial MT"/>
              </a:rPr>
              <a:t>focusing</a:t>
            </a:r>
            <a:r>
              <a:rPr sz="3900" spc="-30" dirty="0">
                <a:latin typeface="Arial MT"/>
                <a:cs typeface="Arial MT"/>
              </a:rPr>
              <a:t> </a:t>
            </a:r>
            <a:r>
              <a:rPr sz="3900" dirty="0">
                <a:latin typeface="Arial MT"/>
                <a:cs typeface="Arial MT"/>
              </a:rPr>
              <a:t>on</a:t>
            </a:r>
            <a:r>
              <a:rPr sz="3900" spc="-25" dirty="0">
                <a:latin typeface="Arial MT"/>
                <a:cs typeface="Arial MT"/>
              </a:rPr>
              <a:t> </a:t>
            </a:r>
            <a:r>
              <a:rPr sz="3900" dirty="0">
                <a:latin typeface="Arial MT"/>
                <a:cs typeface="Arial MT"/>
              </a:rPr>
              <a:t>building</a:t>
            </a:r>
            <a:r>
              <a:rPr sz="3900" spc="-25" dirty="0">
                <a:latin typeface="Arial MT"/>
                <a:cs typeface="Arial MT"/>
              </a:rPr>
              <a:t> </a:t>
            </a:r>
            <a:r>
              <a:rPr sz="3900" dirty="0">
                <a:latin typeface="Arial MT"/>
                <a:cs typeface="Arial MT"/>
              </a:rPr>
              <a:t>different</a:t>
            </a:r>
            <a:r>
              <a:rPr sz="3900" spc="-35" dirty="0">
                <a:latin typeface="Arial MT"/>
                <a:cs typeface="Arial MT"/>
              </a:rPr>
              <a:t> </a:t>
            </a:r>
            <a:r>
              <a:rPr sz="3900" dirty="0">
                <a:latin typeface="Arial MT"/>
                <a:cs typeface="Arial MT"/>
              </a:rPr>
              <a:t>types</a:t>
            </a:r>
            <a:r>
              <a:rPr sz="3900" spc="-25" dirty="0">
                <a:latin typeface="Arial MT"/>
                <a:cs typeface="Arial MT"/>
              </a:rPr>
              <a:t> </a:t>
            </a:r>
            <a:r>
              <a:rPr sz="3900" dirty="0">
                <a:latin typeface="Arial MT"/>
                <a:cs typeface="Arial MT"/>
              </a:rPr>
              <a:t>of</a:t>
            </a:r>
            <a:r>
              <a:rPr sz="3900" spc="-30" dirty="0">
                <a:latin typeface="Arial MT"/>
                <a:cs typeface="Arial MT"/>
              </a:rPr>
              <a:t> </a:t>
            </a:r>
            <a:r>
              <a:rPr sz="3900" dirty="0">
                <a:latin typeface="Arial MT"/>
                <a:cs typeface="Arial MT"/>
              </a:rPr>
              <a:t>web</a:t>
            </a:r>
            <a:r>
              <a:rPr sz="3900" spc="-25" dirty="0">
                <a:latin typeface="Arial MT"/>
                <a:cs typeface="Arial MT"/>
              </a:rPr>
              <a:t> </a:t>
            </a:r>
            <a:r>
              <a:rPr sz="3900" dirty="0">
                <a:latin typeface="Arial MT"/>
                <a:cs typeface="Arial MT"/>
              </a:rPr>
              <a:t>applications,</a:t>
            </a:r>
            <a:r>
              <a:rPr sz="3900" spc="-35" dirty="0">
                <a:latin typeface="Arial MT"/>
                <a:cs typeface="Arial MT"/>
              </a:rPr>
              <a:t> </a:t>
            </a:r>
            <a:r>
              <a:rPr sz="3900" spc="-10" dirty="0">
                <a:latin typeface="Arial MT"/>
                <a:cs typeface="Arial MT"/>
              </a:rPr>
              <a:t>which </a:t>
            </a:r>
            <a:r>
              <a:rPr sz="3900" dirty="0">
                <a:latin typeface="Arial MT"/>
                <a:cs typeface="Arial MT"/>
              </a:rPr>
              <a:t>helped</a:t>
            </a:r>
            <a:r>
              <a:rPr sz="3900" spc="-45" dirty="0">
                <a:latin typeface="Arial MT"/>
                <a:cs typeface="Arial MT"/>
              </a:rPr>
              <a:t> </a:t>
            </a:r>
            <a:r>
              <a:rPr sz="3900" dirty="0">
                <a:latin typeface="Arial MT"/>
                <a:cs typeface="Arial MT"/>
              </a:rPr>
              <a:t>me</a:t>
            </a:r>
            <a:r>
              <a:rPr sz="3900" spc="-45" dirty="0">
                <a:latin typeface="Arial MT"/>
                <a:cs typeface="Arial MT"/>
              </a:rPr>
              <a:t> </a:t>
            </a:r>
            <a:r>
              <a:rPr sz="3900" dirty="0">
                <a:latin typeface="Arial MT"/>
                <a:cs typeface="Arial MT"/>
              </a:rPr>
              <a:t>enhance</a:t>
            </a:r>
            <a:r>
              <a:rPr sz="3900" spc="-45" dirty="0">
                <a:latin typeface="Arial MT"/>
                <a:cs typeface="Arial MT"/>
              </a:rPr>
              <a:t> </a:t>
            </a:r>
            <a:r>
              <a:rPr sz="3900" dirty="0">
                <a:latin typeface="Arial MT"/>
                <a:cs typeface="Arial MT"/>
              </a:rPr>
              <a:t>my</a:t>
            </a:r>
            <a:r>
              <a:rPr sz="3900" spc="-45" dirty="0">
                <a:latin typeface="Arial MT"/>
                <a:cs typeface="Arial MT"/>
              </a:rPr>
              <a:t> </a:t>
            </a:r>
            <a:r>
              <a:rPr sz="3900" dirty="0">
                <a:latin typeface="Arial MT"/>
                <a:cs typeface="Arial MT"/>
              </a:rPr>
              <a:t>technical</a:t>
            </a:r>
            <a:r>
              <a:rPr sz="3900" spc="-45" dirty="0">
                <a:latin typeface="Arial MT"/>
                <a:cs typeface="Arial MT"/>
              </a:rPr>
              <a:t> </a:t>
            </a:r>
            <a:r>
              <a:rPr sz="3900" dirty="0">
                <a:latin typeface="Arial MT"/>
                <a:cs typeface="Arial MT"/>
              </a:rPr>
              <a:t>knowledge,</a:t>
            </a:r>
            <a:r>
              <a:rPr sz="3900" spc="-50" dirty="0">
                <a:latin typeface="Arial MT"/>
                <a:cs typeface="Arial MT"/>
              </a:rPr>
              <a:t> </a:t>
            </a:r>
            <a:r>
              <a:rPr sz="3900" spc="-10" dirty="0">
                <a:latin typeface="Arial MT"/>
                <a:cs typeface="Arial MT"/>
              </a:rPr>
              <a:t>creativity,</a:t>
            </a:r>
            <a:r>
              <a:rPr sz="3900" spc="-50" dirty="0">
                <a:latin typeface="Arial MT"/>
                <a:cs typeface="Arial MT"/>
              </a:rPr>
              <a:t> </a:t>
            </a:r>
            <a:r>
              <a:rPr sz="3900" spc="-25" dirty="0">
                <a:latin typeface="Arial MT"/>
                <a:cs typeface="Arial MT"/>
              </a:rPr>
              <a:t>and </a:t>
            </a:r>
            <a:r>
              <a:rPr sz="3900" spc="-10" dirty="0">
                <a:latin typeface="Arial MT"/>
                <a:cs typeface="Arial MT"/>
              </a:rPr>
              <a:t>problem-</a:t>
            </a:r>
            <a:r>
              <a:rPr sz="3900" dirty="0">
                <a:latin typeface="Arial MT"/>
                <a:cs typeface="Arial MT"/>
              </a:rPr>
              <a:t>solving</a:t>
            </a:r>
            <a:r>
              <a:rPr sz="3900" spc="45" dirty="0">
                <a:latin typeface="Arial MT"/>
                <a:cs typeface="Arial MT"/>
              </a:rPr>
              <a:t> </a:t>
            </a:r>
            <a:r>
              <a:rPr sz="3900" spc="-10" dirty="0">
                <a:latin typeface="Arial MT"/>
                <a:cs typeface="Arial MT"/>
              </a:rPr>
              <a:t>abilities.</a:t>
            </a:r>
            <a:endParaRPr sz="3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Arial MT"/>
                <a:cs typeface="Arial MT"/>
              </a:rPr>
              <a:t>About</a:t>
            </a:r>
            <a:r>
              <a:rPr spc="-120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CODSOFT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1133" y="1144692"/>
            <a:ext cx="14128115" cy="651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69900" marR="5080" indent="-457200">
              <a:lnSpc>
                <a:spcPct val="100899"/>
              </a:lnSpc>
              <a:spcBef>
                <a:spcPts val="90"/>
              </a:spcBef>
              <a:buChar char="•"/>
              <a:tabLst>
                <a:tab pos="469900" algn="l"/>
              </a:tabLst>
            </a:pPr>
            <a:r>
              <a:rPr sz="3700" dirty="0">
                <a:latin typeface="Arial MT"/>
                <a:cs typeface="Arial MT"/>
              </a:rPr>
              <a:t>CODSOFT</a:t>
            </a:r>
            <a:r>
              <a:rPr sz="3700" spc="-80" dirty="0">
                <a:latin typeface="Arial MT"/>
                <a:cs typeface="Arial MT"/>
              </a:rPr>
              <a:t> </a:t>
            </a:r>
            <a:r>
              <a:rPr sz="3700" dirty="0">
                <a:latin typeface="Arial MT"/>
                <a:cs typeface="Arial MT"/>
              </a:rPr>
              <a:t>is</a:t>
            </a:r>
            <a:r>
              <a:rPr sz="3700" spc="-5" dirty="0">
                <a:latin typeface="Arial MT"/>
                <a:cs typeface="Arial MT"/>
              </a:rPr>
              <a:t> </a:t>
            </a:r>
            <a:r>
              <a:rPr sz="3700" dirty="0">
                <a:latin typeface="Arial MT"/>
                <a:cs typeface="Arial MT"/>
              </a:rPr>
              <a:t>a</a:t>
            </a:r>
            <a:r>
              <a:rPr sz="3700" spc="-5" dirty="0">
                <a:latin typeface="Arial MT"/>
                <a:cs typeface="Arial MT"/>
              </a:rPr>
              <a:t> </a:t>
            </a:r>
            <a:r>
              <a:rPr sz="3700" dirty="0">
                <a:latin typeface="Arial MT"/>
                <a:cs typeface="Arial MT"/>
              </a:rPr>
              <a:t>leading</a:t>
            </a:r>
            <a:r>
              <a:rPr sz="3700" spc="-10" dirty="0">
                <a:latin typeface="Arial MT"/>
                <a:cs typeface="Arial MT"/>
              </a:rPr>
              <a:t> </a:t>
            </a:r>
            <a:r>
              <a:rPr sz="3700" dirty="0">
                <a:latin typeface="Arial MT"/>
                <a:cs typeface="Arial MT"/>
              </a:rPr>
              <a:t>training</a:t>
            </a:r>
            <a:r>
              <a:rPr sz="3700" spc="-5" dirty="0">
                <a:latin typeface="Arial MT"/>
                <a:cs typeface="Arial MT"/>
              </a:rPr>
              <a:t> </a:t>
            </a:r>
            <a:r>
              <a:rPr sz="3700" dirty="0">
                <a:latin typeface="Arial MT"/>
                <a:cs typeface="Arial MT"/>
              </a:rPr>
              <a:t>and</a:t>
            </a:r>
            <a:r>
              <a:rPr sz="3700" spc="-10" dirty="0">
                <a:latin typeface="Arial MT"/>
                <a:cs typeface="Arial MT"/>
              </a:rPr>
              <a:t> </a:t>
            </a:r>
            <a:r>
              <a:rPr sz="3700" dirty="0">
                <a:latin typeface="Arial MT"/>
                <a:cs typeface="Arial MT"/>
              </a:rPr>
              <a:t>internship</a:t>
            </a:r>
            <a:r>
              <a:rPr sz="3700" spc="-5" dirty="0">
                <a:latin typeface="Arial MT"/>
                <a:cs typeface="Arial MT"/>
              </a:rPr>
              <a:t> </a:t>
            </a:r>
            <a:r>
              <a:rPr sz="3700" dirty="0">
                <a:latin typeface="Arial MT"/>
                <a:cs typeface="Arial MT"/>
              </a:rPr>
              <a:t>platform</a:t>
            </a:r>
            <a:r>
              <a:rPr sz="3700" spc="-10" dirty="0">
                <a:latin typeface="Arial MT"/>
                <a:cs typeface="Arial MT"/>
              </a:rPr>
              <a:t> dedicated </a:t>
            </a:r>
            <a:r>
              <a:rPr sz="3700" dirty="0">
                <a:latin typeface="Arial MT"/>
                <a:cs typeface="Arial MT"/>
              </a:rPr>
              <a:t>to</a:t>
            </a:r>
            <a:r>
              <a:rPr sz="3700" spc="-20" dirty="0">
                <a:latin typeface="Arial MT"/>
                <a:cs typeface="Arial MT"/>
              </a:rPr>
              <a:t> </a:t>
            </a:r>
            <a:r>
              <a:rPr sz="3700" dirty="0">
                <a:latin typeface="Arial MT"/>
                <a:cs typeface="Arial MT"/>
              </a:rPr>
              <a:t>helping</a:t>
            </a:r>
            <a:r>
              <a:rPr sz="3700" spc="-20" dirty="0">
                <a:latin typeface="Arial MT"/>
                <a:cs typeface="Arial MT"/>
              </a:rPr>
              <a:t> </a:t>
            </a:r>
            <a:r>
              <a:rPr sz="3700" dirty="0">
                <a:latin typeface="Arial MT"/>
                <a:cs typeface="Arial MT"/>
              </a:rPr>
              <a:t>students</a:t>
            </a:r>
            <a:r>
              <a:rPr sz="3700" spc="-15" dirty="0">
                <a:latin typeface="Arial MT"/>
                <a:cs typeface="Arial MT"/>
              </a:rPr>
              <a:t> </a:t>
            </a:r>
            <a:r>
              <a:rPr sz="3700" dirty="0">
                <a:latin typeface="Arial MT"/>
                <a:cs typeface="Arial MT"/>
              </a:rPr>
              <a:t>and</a:t>
            </a:r>
            <a:r>
              <a:rPr sz="3700" spc="-15" dirty="0">
                <a:latin typeface="Arial MT"/>
                <a:cs typeface="Arial MT"/>
              </a:rPr>
              <a:t> </a:t>
            </a:r>
            <a:r>
              <a:rPr sz="3700" dirty="0">
                <a:latin typeface="Arial MT"/>
                <a:cs typeface="Arial MT"/>
              </a:rPr>
              <a:t>aspiring</a:t>
            </a:r>
            <a:r>
              <a:rPr sz="3700" spc="-20" dirty="0">
                <a:latin typeface="Arial MT"/>
                <a:cs typeface="Arial MT"/>
              </a:rPr>
              <a:t> </a:t>
            </a:r>
            <a:r>
              <a:rPr sz="3700" dirty="0">
                <a:latin typeface="Arial MT"/>
                <a:cs typeface="Arial MT"/>
              </a:rPr>
              <a:t>professionals</a:t>
            </a:r>
            <a:r>
              <a:rPr sz="3700" spc="-15" dirty="0">
                <a:latin typeface="Arial MT"/>
                <a:cs typeface="Arial MT"/>
              </a:rPr>
              <a:t> </a:t>
            </a:r>
            <a:r>
              <a:rPr sz="3700" dirty="0">
                <a:latin typeface="Arial MT"/>
                <a:cs typeface="Arial MT"/>
              </a:rPr>
              <a:t>gain</a:t>
            </a:r>
            <a:r>
              <a:rPr sz="3700" spc="-15" dirty="0">
                <a:latin typeface="Arial MT"/>
                <a:cs typeface="Arial MT"/>
              </a:rPr>
              <a:t> </a:t>
            </a:r>
            <a:r>
              <a:rPr sz="3700" spc="-10" dirty="0">
                <a:latin typeface="Arial MT"/>
                <a:cs typeface="Arial MT"/>
              </a:rPr>
              <a:t>practical, project-</a:t>
            </a:r>
            <a:r>
              <a:rPr sz="3700" dirty="0">
                <a:latin typeface="Arial MT"/>
                <a:cs typeface="Arial MT"/>
              </a:rPr>
              <a:t>based</a:t>
            </a:r>
            <a:r>
              <a:rPr sz="3700" spc="-10" dirty="0">
                <a:latin typeface="Arial MT"/>
                <a:cs typeface="Arial MT"/>
              </a:rPr>
              <a:t> </a:t>
            </a:r>
            <a:r>
              <a:rPr sz="3700" dirty="0">
                <a:latin typeface="Arial MT"/>
                <a:cs typeface="Arial MT"/>
              </a:rPr>
              <a:t>experience</a:t>
            </a:r>
            <a:r>
              <a:rPr sz="3700" spc="-10" dirty="0">
                <a:latin typeface="Arial MT"/>
                <a:cs typeface="Arial MT"/>
              </a:rPr>
              <a:t> </a:t>
            </a:r>
            <a:r>
              <a:rPr sz="3700" dirty="0">
                <a:latin typeface="Arial MT"/>
                <a:cs typeface="Arial MT"/>
              </a:rPr>
              <a:t>in</a:t>
            </a:r>
            <a:r>
              <a:rPr sz="3700" spc="-10" dirty="0">
                <a:latin typeface="Arial MT"/>
                <a:cs typeface="Arial MT"/>
              </a:rPr>
              <a:t> </a:t>
            </a:r>
            <a:r>
              <a:rPr sz="3700" dirty="0">
                <a:latin typeface="Arial MT"/>
                <a:cs typeface="Arial MT"/>
              </a:rPr>
              <a:t>emerging</a:t>
            </a:r>
            <a:r>
              <a:rPr sz="3700" spc="-5" dirty="0">
                <a:latin typeface="Arial MT"/>
                <a:cs typeface="Arial MT"/>
              </a:rPr>
              <a:t> </a:t>
            </a:r>
            <a:r>
              <a:rPr sz="3700" spc="-10" dirty="0">
                <a:latin typeface="Arial MT"/>
                <a:cs typeface="Arial MT"/>
              </a:rPr>
              <a:t>technologies.</a:t>
            </a:r>
            <a:endParaRPr sz="3700">
              <a:latin typeface="Arial MT"/>
              <a:cs typeface="Arial MT"/>
            </a:endParaRPr>
          </a:p>
          <a:p>
            <a:pPr marL="469900" marR="518795" indent="-457200">
              <a:lnSpc>
                <a:spcPct val="100899"/>
              </a:lnSpc>
              <a:spcBef>
                <a:spcPts val="894"/>
              </a:spcBef>
              <a:buChar char="•"/>
              <a:tabLst>
                <a:tab pos="469900" algn="l"/>
              </a:tabLst>
            </a:pPr>
            <a:r>
              <a:rPr sz="3700" dirty="0">
                <a:latin typeface="Arial MT"/>
                <a:cs typeface="Arial MT"/>
              </a:rPr>
              <a:t>The</a:t>
            </a:r>
            <a:r>
              <a:rPr sz="3700" spc="-20" dirty="0">
                <a:latin typeface="Arial MT"/>
                <a:cs typeface="Arial MT"/>
              </a:rPr>
              <a:t> </a:t>
            </a:r>
            <a:r>
              <a:rPr sz="3700" dirty="0">
                <a:latin typeface="Arial MT"/>
                <a:cs typeface="Arial MT"/>
              </a:rPr>
              <a:t>organization</a:t>
            </a:r>
            <a:r>
              <a:rPr sz="3700" spc="-15" dirty="0">
                <a:latin typeface="Arial MT"/>
                <a:cs typeface="Arial MT"/>
              </a:rPr>
              <a:t> </a:t>
            </a:r>
            <a:r>
              <a:rPr sz="3700" dirty="0">
                <a:latin typeface="Arial MT"/>
                <a:cs typeface="Arial MT"/>
              </a:rPr>
              <a:t>provides</a:t>
            </a:r>
            <a:r>
              <a:rPr sz="3700" spc="-10" dirty="0">
                <a:latin typeface="Arial MT"/>
                <a:cs typeface="Arial MT"/>
              </a:rPr>
              <a:t> </a:t>
            </a:r>
            <a:r>
              <a:rPr sz="3700" dirty="0">
                <a:latin typeface="Arial MT"/>
                <a:cs typeface="Arial MT"/>
              </a:rPr>
              <a:t>opportunities</a:t>
            </a:r>
            <a:r>
              <a:rPr sz="3700" spc="-10" dirty="0">
                <a:latin typeface="Arial MT"/>
                <a:cs typeface="Arial MT"/>
              </a:rPr>
              <a:t> </a:t>
            </a:r>
            <a:r>
              <a:rPr sz="3700" dirty="0">
                <a:latin typeface="Arial MT"/>
                <a:cs typeface="Arial MT"/>
              </a:rPr>
              <a:t>to</a:t>
            </a:r>
            <a:r>
              <a:rPr sz="3700" spc="-15" dirty="0">
                <a:latin typeface="Arial MT"/>
                <a:cs typeface="Arial MT"/>
              </a:rPr>
              <a:t> </a:t>
            </a:r>
            <a:r>
              <a:rPr sz="3700" dirty="0">
                <a:latin typeface="Arial MT"/>
                <a:cs typeface="Arial MT"/>
              </a:rPr>
              <a:t>work</a:t>
            </a:r>
            <a:r>
              <a:rPr sz="3700" spc="-10" dirty="0">
                <a:latin typeface="Arial MT"/>
                <a:cs typeface="Arial MT"/>
              </a:rPr>
              <a:t> </a:t>
            </a:r>
            <a:r>
              <a:rPr sz="3700" dirty="0">
                <a:latin typeface="Arial MT"/>
                <a:cs typeface="Arial MT"/>
              </a:rPr>
              <a:t>on</a:t>
            </a:r>
            <a:r>
              <a:rPr sz="3700" spc="-15" dirty="0">
                <a:latin typeface="Arial MT"/>
                <a:cs typeface="Arial MT"/>
              </a:rPr>
              <a:t> </a:t>
            </a:r>
            <a:r>
              <a:rPr sz="3700" spc="-10" dirty="0">
                <a:latin typeface="Arial MT"/>
                <a:cs typeface="Arial MT"/>
              </a:rPr>
              <a:t>real-world </a:t>
            </a:r>
            <a:r>
              <a:rPr sz="3700" dirty="0">
                <a:latin typeface="Arial MT"/>
                <a:cs typeface="Arial MT"/>
              </a:rPr>
              <a:t>projects</a:t>
            </a:r>
            <a:r>
              <a:rPr sz="3700" spc="-15" dirty="0">
                <a:latin typeface="Arial MT"/>
                <a:cs typeface="Arial MT"/>
              </a:rPr>
              <a:t> </a:t>
            </a:r>
            <a:r>
              <a:rPr sz="3700" dirty="0">
                <a:latin typeface="Arial MT"/>
                <a:cs typeface="Arial MT"/>
              </a:rPr>
              <a:t>that</a:t>
            </a:r>
            <a:r>
              <a:rPr sz="3700" spc="-15" dirty="0">
                <a:latin typeface="Arial MT"/>
                <a:cs typeface="Arial MT"/>
              </a:rPr>
              <a:t> </a:t>
            </a:r>
            <a:r>
              <a:rPr sz="3700" dirty="0">
                <a:latin typeface="Arial MT"/>
                <a:cs typeface="Arial MT"/>
              </a:rPr>
              <a:t>bridge</a:t>
            </a:r>
            <a:r>
              <a:rPr sz="3700" spc="-20" dirty="0">
                <a:latin typeface="Arial MT"/>
                <a:cs typeface="Arial MT"/>
              </a:rPr>
              <a:t> </a:t>
            </a:r>
            <a:r>
              <a:rPr sz="3700" dirty="0">
                <a:latin typeface="Arial MT"/>
                <a:cs typeface="Arial MT"/>
              </a:rPr>
              <a:t>the</a:t>
            </a:r>
            <a:r>
              <a:rPr sz="3700" spc="-15" dirty="0">
                <a:latin typeface="Arial MT"/>
                <a:cs typeface="Arial MT"/>
              </a:rPr>
              <a:t> </a:t>
            </a:r>
            <a:r>
              <a:rPr sz="3700" dirty="0">
                <a:latin typeface="Arial MT"/>
                <a:cs typeface="Arial MT"/>
              </a:rPr>
              <a:t>gap</a:t>
            </a:r>
            <a:r>
              <a:rPr sz="3700" spc="-15" dirty="0">
                <a:latin typeface="Arial MT"/>
                <a:cs typeface="Arial MT"/>
              </a:rPr>
              <a:t> </a:t>
            </a:r>
            <a:r>
              <a:rPr sz="3700" dirty="0">
                <a:latin typeface="Arial MT"/>
                <a:cs typeface="Arial MT"/>
              </a:rPr>
              <a:t>between</a:t>
            </a:r>
            <a:r>
              <a:rPr sz="3700" spc="-20" dirty="0">
                <a:latin typeface="Arial MT"/>
                <a:cs typeface="Arial MT"/>
              </a:rPr>
              <a:t> </a:t>
            </a:r>
            <a:r>
              <a:rPr sz="3700" dirty="0">
                <a:latin typeface="Arial MT"/>
                <a:cs typeface="Arial MT"/>
              </a:rPr>
              <a:t>academic</a:t>
            </a:r>
            <a:r>
              <a:rPr sz="3700" spc="-10" dirty="0">
                <a:latin typeface="Arial MT"/>
                <a:cs typeface="Arial MT"/>
              </a:rPr>
              <a:t> </a:t>
            </a:r>
            <a:r>
              <a:rPr sz="3700" dirty="0">
                <a:latin typeface="Arial MT"/>
                <a:cs typeface="Arial MT"/>
              </a:rPr>
              <a:t>knowledge</a:t>
            </a:r>
            <a:r>
              <a:rPr sz="3700" spc="-15" dirty="0">
                <a:latin typeface="Arial MT"/>
                <a:cs typeface="Arial MT"/>
              </a:rPr>
              <a:t> </a:t>
            </a:r>
            <a:r>
              <a:rPr sz="3700" spc="-25" dirty="0">
                <a:latin typeface="Arial MT"/>
                <a:cs typeface="Arial MT"/>
              </a:rPr>
              <a:t>and </a:t>
            </a:r>
            <a:r>
              <a:rPr sz="3700" dirty="0">
                <a:latin typeface="Arial MT"/>
                <a:cs typeface="Arial MT"/>
              </a:rPr>
              <a:t>industry</a:t>
            </a:r>
            <a:r>
              <a:rPr sz="3700" spc="-15" dirty="0">
                <a:latin typeface="Arial MT"/>
                <a:cs typeface="Arial MT"/>
              </a:rPr>
              <a:t> </a:t>
            </a:r>
            <a:r>
              <a:rPr sz="3700" spc="-10" dirty="0">
                <a:latin typeface="Arial MT"/>
                <a:cs typeface="Arial MT"/>
              </a:rPr>
              <a:t>skills.</a:t>
            </a:r>
            <a:endParaRPr sz="3700">
              <a:latin typeface="Arial MT"/>
              <a:cs typeface="Arial MT"/>
            </a:endParaRPr>
          </a:p>
          <a:p>
            <a:pPr marL="469900" marR="74295" indent="-457200">
              <a:lnSpc>
                <a:spcPct val="100899"/>
              </a:lnSpc>
              <a:spcBef>
                <a:spcPts val="894"/>
              </a:spcBef>
              <a:buChar char="•"/>
              <a:tabLst>
                <a:tab pos="469900" algn="l"/>
              </a:tabLst>
            </a:pPr>
            <a:r>
              <a:rPr sz="3700" dirty="0">
                <a:latin typeface="Arial MT"/>
                <a:cs typeface="Arial MT"/>
              </a:rPr>
              <a:t>Through</a:t>
            </a:r>
            <a:r>
              <a:rPr sz="3700" spc="-20" dirty="0">
                <a:latin typeface="Arial MT"/>
                <a:cs typeface="Arial MT"/>
              </a:rPr>
              <a:t> </a:t>
            </a:r>
            <a:r>
              <a:rPr sz="3700" dirty="0">
                <a:latin typeface="Arial MT"/>
                <a:cs typeface="Arial MT"/>
              </a:rPr>
              <a:t>guided</a:t>
            </a:r>
            <a:r>
              <a:rPr sz="3700" spc="-15" dirty="0">
                <a:latin typeface="Arial MT"/>
                <a:cs typeface="Arial MT"/>
              </a:rPr>
              <a:t> </a:t>
            </a:r>
            <a:r>
              <a:rPr sz="3700" dirty="0">
                <a:latin typeface="Arial MT"/>
                <a:cs typeface="Arial MT"/>
              </a:rPr>
              <a:t>mentorship</a:t>
            </a:r>
            <a:r>
              <a:rPr sz="3700" spc="-15" dirty="0">
                <a:latin typeface="Arial MT"/>
                <a:cs typeface="Arial MT"/>
              </a:rPr>
              <a:t> </a:t>
            </a:r>
            <a:r>
              <a:rPr sz="3700" dirty="0">
                <a:latin typeface="Arial MT"/>
                <a:cs typeface="Arial MT"/>
              </a:rPr>
              <a:t>and</a:t>
            </a:r>
            <a:r>
              <a:rPr sz="3700" spc="-20" dirty="0">
                <a:latin typeface="Arial MT"/>
                <a:cs typeface="Arial MT"/>
              </a:rPr>
              <a:t> </a:t>
            </a:r>
            <a:r>
              <a:rPr sz="3700" dirty="0">
                <a:latin typeface="Arial MT"/>
                <a:cs typeface="Arial MT"/>
              </a:rPr>
              <a:t>structured</a:t>
            </a:r>
            <a:r>
              <a:rPr sz="3700" spc="-15" dirty="0">
                <a:latin typeface="Arial MT"/>
                <a:cs typeface="Arial MT"/>
              </a:rPr>
              <a:t> </a:t>
            </a:r>
            <a:r>
              <a:rPr sz="3700" dirty="0">
                <a:latin typeface="Arial MT"/>
                <a:cs typeface="Arial MT"/>
              </a:rPr>
              <a:t>tasks,</a:t>
            </a:r>
            <a:r>
              <a:rPr sz="3700" spc="-15" dirty="0">
                <a:latin typeface="Arial MT"/>
                <a:cs typeface="Arial MT"/>
              </a:rPr>
              <a:t> </a:t>
            </a:r>
            <a:r>
              <a:rPr sz="3700" spc="-10" dirty="0">
                <a:latin typeface="Arial MT"/>
                <a:cs typeface="Arial MT"/>
              </a:rPr>
              <a:t>CODSOFT </a:t>
            </a:r>
            <a:r>
              <a:rPr sz="3700" dirty="0">
                <a:latin typeface="Arial MT"/>
                <a:cs typeface="Arial MT"/>
              </a:rPr>
              <a:t>enables</a:t>
            </a:r>
            <a:r>
              <a:rPr sz="3700" spc="-15" dirty="0">
                <a:latin typeface="Arial MT"/>
                <a:cs typeface="Arial MT"/>
              </a:rPr>
              <a:t> </a:t>
            </a:r>
            <a:r>
              <a:rPr sz="3700" dirty="0">
                <a:latin typeface="Arial MT"/>
                <a:cs typeface="Arial MT"/>
              </a:rPr>
              <a:t>learners</a:t>
            </a:r>
            <a:r>
              <a:rPr sz="3700" spc="-10" dirty="0">
                <a:latin typeface="Arial MT"/>
                <a:cs typeface="Arial MT"/>
              </a:rPr>
              <a:t> </a:t>
            </a:r>
            <a:r>
              <a:rPr sz="3700" dirty="0">
                <a:latin typeface="Arial MT"/>
                <a:cs typeface="Arial MT"/>
              </a:rPr>
              <a:t>to</a:t>
            </a:r>
            <a:r>
              <a:rPr sz="3700" spc="-15" dirty="0">
                <a:latin typeface="Arial MT"/>
                <a:cs typeface="Arial MT"/>
              </a:rPr>
              <a:t> </a:t>
            </a:r>
            <a:r>
              <a:rPr sz="3700" dirty="0">
                <a:latin typeface="Arial MT"/>
                <a:cs typeface="Arial MT"/>
              </a:rPr>
              <a:t>strengthen</a:t>
            </a:r>
            <a:r>
              <a:rPr sz="3700" spc="-15" dirty="0">
                <a:latin typeface="Arial MT"/>
                <a:cs typeface="Arial MT"/>
              </a:rPr>
              <a:t> </a:t>
            </a:r>
            <a:r>
              <a:rPr sz="3700" dirty="0">
                <a:latin typeface="Arial MT"/>
                <a:cs typeface="Arial MT"/>
              </a:rPr>
              <a:t>their</a:t>
            </a:r>
            <a:r>
              <a:rPr sz="3700" spc="-20" dirty="0">
                <a:latin typeface="Arial MT"/>
                <a:cs typeface="Arial MT"/>
              </a:rPr>
              <a:t> </a:t>
            </a:r>
            <a:r>
              <a:rPr sz="3700" dirty="0">
                <a:latin typeface="Arial MT"/>
                <a:cs typeface="Arial MT"/>
              </a:rPr>
              <a:t>frontend</a:t>
            </a:r>
            <a:r>
              <a:rPr sz="3700" spc="-15" dirty="0">
                <a:latin typeface="Arial MT"/>
                <a:cs typeface="Arial MT"/>
              </a:rPr>
              <a:t> </a:t>
            </a:r>
            <a:r>
              <a:rPr sz="3700" dirty="0">
                <a:latin typeface="Arial MT"/>
                <a:cs typeface="Arial MT"/>
              </a:rPr>
              <a:t>and</a:t>
            </a:r>
            <a:r>
              <a:rPr sz="3700" spc="-15" dirty="0">
                <a:latin typeface="Arial MT"/>
                <a:cs typeface="Arial MT"/>
              </a:rPr>
              <a:t> </a:t>
            </a:r>
            <a:r>
              <a:rPr sz="3700" spc="-10" dirty="0">
                <a:latin typeface="Arial MT"/>
                <a:cs typeface="Arial MT"/>
              </a:rPr>
              <a:t>backend </a:t>
            </a:r>
            <a:r>
              <a:rPr sz="3700" dirty="0">
                <a:latin typeface="Arial MT"/>
                <a:cs typeface="Arial MT"/>
              </a:rPr>
              <a:t>development</a:t>
            </a:r>
            <a:r>
              <a:rPr sz="3700" spc="-15" dirty="0">
                <a:latin typeface="Arial MT"/>
                <a:cs typeface="Arial MT"/>
              </a:rPr>
              <a:t> </a:t>
            </a:r>
            <a:r>
              <a:rPr sz="3700" dirty="0">
                <a:latin typeface="Arial MT"/>
                <a:cs typeface="Arial MT"/>
              </a:rPr>
              <a:t>abilities,</a:t>
            </a:r>
            <a:r>
              <a:rPr sz="3700" spc="-15" dirty="0">
                <a:latin typeface="Arial MT"/>
                <a:cs typeface="Arial MT"/>
              </a:rPr>
              <a:t> </a:t>
            </a:r>
            <a:r>
              <a:rPr sz="3700" dirty="0">
                <a:latin typeface="Arial MT"/>
                <a:cs typeface="Arial MT"/>
              </a:rPr>
              <a:t>improve</a:t>
            </a:r>
            <a:r>
              <a:rPr sz="3700" spc="-15" dirty="0">
                <a:latin typeface="Arial MT"/>
                <a:cs typeface="Arial MT"/>
              </a:rPr>
              <a:t> </a:t>
            </a:r>
            <a:r>
              <a:rPr sz="3700" spc="-10" dirty="0">
                <a:latin typeface="Arial MT"/>
                <a:cs typeface="Arial MT"/>
              </a:rPr>
              <a:t>problem-</a:t>
            </a:r>
            <a:r>
              <a:rPr sz="3700" dirty="0">
                <a:latin typeface="Arial MT"/>
                <a:cs typeface="Arial MT"/>
              </a:rPr>
              <a:t>solving</a:t>
            </a:r>
            <a:r>
              <a:rPr sz="3700" spc="-10" dirty="0">
                <a:latin typeface="Arial MT"/>
                <a:cs typeface="Arial MT"/>
              </a:rPr>
              <a:t> </a:t>
            </a:r>
            <a:r>
              <a:rPr sz="3700" dirty="0">
                <a:latin typeface="Arial MT"/>
                <a:cs typeface="Arial MT"/>
              </a:rPr>
              <a:t>skills,</a:t>
            </a:r>
            <a:r>
              <a:rPr sz="3700" spc="-15" dirty="0">
                <a:latin typeface="Arial MT"/>
                <a:cs typeface="Arial MT"/>
              </a:rPr>
              <a:t> </a:t>
            </a:r>
            <a:r>
              <a:rPr sz="3700" dirty="0">
                <a:latin typeface="Arial MT"/>
                <a:cs typeface="Arial MT"/>
              </a:rPr>
              <a:t>and</a:t>
            </a:r>
            <a:r>
              <a:rPr sz="3700" spc="-15" dirty="0">
                <a:latin typeface="Arial MT"/>
                <a:cs typeface="Arial MT"/>
              </a:rPr>
              <a:t> </a:t>
            </a:r>
            <a:r>
              <a:rPr sz="3700" dirty="0">
                <a:latin typeface="Arial MT"/>
                <a:cs typeface="Arial MT"/>
              </a:rPr>
              <a:t>build</a:t>
            </a:r>
            <a:r>
              <a:rPr sz="3700" spc="-10" dirty="0">
                <a:latin typeface="Arial MT"/>
                <a:cs typeface="Arial MT"/>
              </a:rPr>
              <a:t> </a:t>
            </a:r>
            <a:r>
              <a:rPr sz="3700" spc="-50" dirty="0">
                <a:latin typeface="Arial MT"/>
                <a:cs typeface="Arial MT"/>
              </a:rPr>
              <a:t>a </a:t>
            </a:r>
            <a:r>
              <a:rPr sz="3700" dirty="0">
                <a:latin typeface="Arial MT"/>
                <a:cs typeface="Arial MT"/>
              </a:rPr>
              <a:t>solid</a:t>
            </a:r>
            <a:r>
              <a:rPr sz="3700" spc="-15" dirty="0">
                <a:latin typeface="Arial MT"/>
                <a:cs typeface="Arial MT"/>
              </a:rPr>
              <a:t> </a:t>
            </a:r>
            <a:r>
              <a:rPr sz="3700" dirty="0">
                <a:latin typeface="Arial MT"/>
                <a:cs typeface="Arial MT"/>
              </a:rPr>
              <a:t>foundation</a:t>
            </a:r>
            <a:r>
              <a:rPr sz="3700" spc="-15" dirty="0">
                <a:latin typeface="Arial MT"/>
                <a:cs typeface="Arial MT"/>
              </a:rPr>
              <a:t> </a:t>
            </a:r>
            <a:r>
              <a:rPr sz="3700" dirty="0">
                <a:latin typeface="Arial MT"/>
                <a:cs typeface="Arial MT"/>
              </a:rPr>
              <a:t>for</a:t>
            </a:r>
            <a:r>
              <a:rPr sz="3700" spc="-15" dirty="0">
                <a:latin typeface="Arial MT"/>
                <a:cs typeface="Arial MT"/>
              </a:rPr>
              <a:t> </a:t>
            </a:r>
            <a:r>
              <a:rPr sz="3700" dirty="0">
                <a:latin typeface="Arial MT"/>
                <a:cs typeface="Arial MT"/>
              </a:rPr>
              <a:t>their</a:t>
            </a:r>
            <a:r>
              <a:rPr sz="3700" spc="-15" dirty="0">
                <a:latin typeface="Arial MT"/>
                <a:cs typeface="Arial MT"/>
              </a:rPr>
              <a:t> </a:t>
            </a:r>
            <a:r>
              <a:rPr sz="3700" dirty="0">
                <a:latin typeface="Arial MT"/>
                <a:cs typeface="Arial MT"/>
              </a:rPr>
              <a:t>career</a:t>
            </a:r>
            <a:r>
              <a:rPr sz="3700" spc="-15" dirty="0">
                <a:latin typeface="Arial MT"/>
                <a:cs typeface="Arial MT"/>
              </a:rPr>
              <a:t> </a:t>
            </a:r>
            <a:r>
              <a:rPr sz="3700" dirty="0">
                <a:latin typeface="Arial MT"/>
                <a:cs typeface="Arial MT"/>
              </a:rPr>
              <a:t>in</a:t>
            </a:r>
            <a:r>
              <a:rPr sz="3700" spc="-15" dirty="0">
                <a:latin typeface="Arial MT"/>
                <a:cs typeface="Arial MT"/>
              </a:rPr>
              <a:t> </a:t>
            </a:r>
            <a:r>
              <a:rPr sz="3700" dirty="0">
                <a:latin typeface="Arial MT"/>
                <a:cs typeface="Arial MT"/>
              </a:rPr>
              <a:t>technology</a:t>
            </a:r>
            <a:r>
              <a:rPr sz="3700" spc="-5" dirty="0">
                <a:latin typeface="Arial MT"/>
                <a:cs typeface="Arial MT"/>
              </a:rPr>
              <a:t> </a:t>
            </a:r>
            <a:r>
              <a:rPr sz="3700" dirty="0">
                <a:latin typeface="Arial MT"/>
                <a:cs typeface="Arial MT"/>
              </a:rPr>
              <a:t>and</a:t>
            </a:r>
            <a:r>
              <a:rPr sz="3700" spc="-15" dirty="0">
                <a:latin typeface="Arial MT"/>
                <a:cs typeface="Arial MT"/>
              </a:rPr>
              <a:t> </a:t>
            </a:r>
            <a:r>
              <a:rPr sz="3700" spc="-10" dirty="0">
                <a:latin typeface="Arial MT"/>
                <a:cs typeface="Arial MT"/>
              </a:rPr>
              <a:t>software development.</a:t>
            </a:r>
            <a:endParaRPr sz="3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3816" y="7912607"/>
            <a:ext cx="670601" cy="71323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21938" y="6541007"/>
            <a:ext cx="1030288" cy="55778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01877" y="4742688"/>
            <a:ext cx="408457" cy="42062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398732" y="4486655"/>
            <a:ext cx="887023" cy="108813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374153" y="4748784"/>
            <a:ext cx="405409" cy="45110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834042" y="2520695"/>
            <a:ext cx="1362541" cy="136245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403474" y="2761488"/>
            <a:ext cx="856541" cy="83515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913683" y="1283208"/>
            <a:ext cx="6367669" cy="140207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339481" y="1849628"/>
            <a:ext cx="12350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libri"/>
                <a:cs typeface="Calibri"/>
              </a:rPr>
              <a:t>Frontend: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88351" y="4160265"/>
            <a:ext cx="1156335" cy="383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50" spc="-114" dirty="0">
                <a:latin typeface="Arial MT"/>
                <a:cs typeface="Arial MT"/>
              </a:rPr>
              <a:t>Backend:</a:t>
            </a:r>
            <a:endParaRPr sz="235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10942" y="5574791"/>
            <a:ext cx="203708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dirty="0">
                <a:latin typeface="Calibri"/>
                <a:cs typeface="Calibri"/>
              </a:rPr>
              <a:t>Version</a:t>
            </a:r>
            <a:r>
              <a:rPr sz="2300" spc="32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Control: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803749" y="7418832"/>
            <a:ext cx="3242310" cy="1587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spc="-10" dirty="0">
                <a:latin typeface="Cambria"/>
                <a:cs typeface="Cambria"/>
              </a:rPr>
              <a:t>Tools:</a:t>
            </a:r>
            <a:endParaRPr sz="230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23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325"/>
              </a:spcBef>
            </a:pPr>
            <a:endParaRPr sz="2300">
              <a:latin typeface="Cambria"/>
              <a:cs typeface="Cambria"/>
            </a:endParaRPr>
          </a:p>
          <a:p>
            <a:pPr marL="974090">
              <a:lnSpc>
                <a:spcPct val="100000"/>
              </a:lnSpc>
            </a:pPr>
            <a:r>
              <a:rPr sz="2350" dirty="0">
                <a:solidFill>
                  <a:srgbClr val="1D8AD4"/>
                </a:solidFill>
                <a:latin typeface="Calibri"/>
                <a:cs typeface="Calibri"/>
              </a:rPr>
              <a:t>V</a:t>
            </a:r>
            <a:r>
              <a:rPr sz="3525" baseline="1182" dirty="0">
                <a:solidFill>
                  <a:srgbClr val="1D8AD4"/>
                </a:solidFill>
                <a:latin typeface="Calibri"/>
                <a:cs typeface="Calibri"/>
              </a:rPr>
              <a:t>i</a:t>
            </a:r>
            <a:r>
              <a:rPr sz="2350" dirty="0">
                <a:solidFill>
                  <a:srgbClr val="1D8AD4"/>
                </a:solidFill>
                <a:latin typeface="Calibri"/>
                <a:cs typeface="Calibri"/>
              </a:rPr>
              <a:t>sual</a:t>
            </a:r>
            <a:r>
              <a:rPr sz="2350" spc="-80" dirty="0">
                <a:solidFill>
                  <a:srgbClr val="1D8AD4"/>
                </a:solidFill>
                <a:latin typeface="Calibri"/>
                <a:cs typeface="Calibri"/>
              </a:rPr>
              <a:t> </a:t>
            </a:r>
            <a:r>
              <a:rPr sz="2350" spc="-25" dirty="0">
                <a:solidFill>
                  <a:srgbClr val="2A90D4"/>
                </a:solidFill>
                <a:latin typeface="Calibri"/>
                <a:cs typeface="Calibri"/>
              </a:rPr>
              <a:t>Studio</a:t>
            </a:r>
            <a:r>
              <a:rPr sz="2350" spc="70" dirty="0">
                <a:solidFill>
                  <a:srgbClr val="2A90D4"/>
                </a:solidFill>
                <a:latin typeface="Calibri"/>
                <a:cs typeface="Calibri"/>
              </a:rPr>
              <a:t> </a:t>
            </a:r>
            <a:r>
              <a:rPr sz="2350" spc="-20" dirty="0">
                <a:solidFill>
                  <a:srgbClr val="268ED4"/>
                </a:solidFill>
                <a:latin typeface="Calibri"/>
                <a:cs typeface="Calibri"/>
              </a:rPr>
              <a:t>Code</a:t>
            </a:r>
            <a:endParaRPr sz="235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961102" y="2336038"/>
            <a:ext cx="1299210" cy="920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50" spc="-515" dirty="0">
                <a:solidFill>
                  <a:srgbClr val="000080"/>
                </a:solidFill>
                <a:latin typeface="Calibri"/>
                <a:cs typeface="Calibri"/>
              </a:rPr>
              <a:t>&lt;HTML&gt;</a:t>
            </a:r>
            <a:endParaRPr sz="3850">
              <a:latin typeface="Calibri"/>
              <a:cs typeface="Calibri"/>
            </a:endParaRPr>
          </a:p>
          <a:p>
            <a:pPr marL="244475">
              <a:lnSpc>
                <a:spcPct val="100000"/>
              </a:lnSpc>
              <a:spcBef>
                <a:spcPts val="1400"/>
              </a:spcBef>
            </a:pPr>
            <a:r>
              <a:rPr sz="850" spc="-70" dirty="0">
                <a:solidFill>
                  <a:srgbClr val="232323"/>
                </a:solidFill>
                <a:latin typeface="Calibri"/>
                <a:cs typeface="Calibri"/>
              </a:rPr>
              <a:t>&lt;tiMe&gt;\-</a:t>
            </a:r>
            <a:r>
              <a:rPr sz="850" spc="-10" dirty="0">
                <a:solidFill>
                  <a:srgbClr val="232323"/>
                </a:solidFill>
                <a:latin typeface="Calibri"/>
                <a:cs typeface="Calibri"/>
              </a:rPr>
              <a:t>JTML&lt;/1ig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196346" y="3354578"/>
            <a:ext cx="627380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797979"/>
                </a:solidFill>
                <a:latin typeface="Calibri"/>
                <a:cs typeface="Calibri"/>
              </a:rPr>
              <a:t>TgE</a:t>
            </a:r>
            <a:r>
              <a:rPr sz="750" spc="225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858585"/>
                </a:solidFill>
                <a:latin typeface="Calibri"/>
                <a:cs typeface="Calibri"/>
              </a:rPr>
              <a:t>d</a:t>
            </a:r>
            <a:r>
              <a:rPr sz="750" spc="315" dirty="0">
                <a:solidFill>
                  <a:srgbClr val="858585"/>
                </a:solidFill>
                <a:latin typeface="Calibri"/>
                <a:cs typeface="Calibri"/>
              </a:rPr>
              <a:t> </a:t>
            </a:r>
            <a:r>
              <a:rPr sz="750" spc="60" dirty="0">
                <a:solidFill>
                  <a:srgbClr val="1A1A1A"/>
                </a:solidFill>
                <a:latin typeface="Calibri"/>
                <a:cs typeface="Calibri"/>
              </a:rPr>
              <a:t>HTMLI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4913527" y="597661"/>
            <a:ext cx="6358890" cy="825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60010" algn="l"/>
              </a:tabLst>
            </a:pPr>
            <a:r>
              <a:rPr sz="5250" spc="-50" dirty="0">
                <a:solidFill>
                  <a:srgbClr val="BF0000"/>
                </a:solidFill>
              </a:rPr>
              <a:t>Web</a:t>
            </a:r>
            <a:r>
              <a:rPr sz="5250" spc="-270" dirty="0">
                <a:solidFill>
                  <a:srgbClr val="BF0000"/>
                </a:solidFill>
              </a:rPr>
              <a:t> </a:t>
            </a:r>
            <a:r>
              <a:rPr sz="5250" spc="-10" dirty="0">
                <a:solidFill>
                  <a:srgbClr val="BF0000"/>
                </a:solidFill>
              </a:rPr>
              <a:t>Technoloeies</a:t>
            </a:r>
            <a:r>
              <a:rPr sz="5250" dirty="0">
                <a:solidFill>
                  <a:srgbClr val="BF0000"/>
                </a:solidFill>
              </a:rPr>
              <a:t>	</a:t>
            </a:r>
            <a:r>
              <a:rPr sz="5250" spc="-65" dirty="0">
                <a:solidFill>
                  <a:srgbClr val="BF0000"/>
                </a:solidFill>
              </a:rPr>
              <a:t>used</a:t>
            </a:r>
            <a:endParaRPr sz="52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2019" y="385233"/>
            <a:ext cx="708787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Arial MT"/>
                <a:cs typeface="Arial MT"/>
              </a:rPr>
              <a:t>Modules</a:t>
            </a:r>
            <a:r>
              <a:rPr spc="-17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/</a:t>
            </a:r>
            <a:r>
              <a:rPr spc="-235" dirty="0">
                <a:latin typeface="Arial MT"/>
                <a:cs typeface="Arial MT"/>
              </a:rPr>
              <a:t> </a:t>
            </a:r>
            <a:r>
              <a:rPr spc="-509" dirty="0">
                <a:latin typeface="Arial MT"/>
                <a:cs typeface="Arial MT"/>
              </a:rPr>
              <a:t>T</a:t>
            </a:r>
            <a:r>
              <a:rPr spc="30" dirty="0">
                <a:latin typeface="Arial MT"/>
                <a:cs typeface="Arial MT"/>
              </a:rPr>
              <a:t>a</a:t>
            </a:r>
            <a:r>
              <a:rPr spc="40" dirty="0">
                <a:latin typeface="Arial MT"/>
                <a:cs typeface="Arial MT"/>
              </a:rPr>
              <a:t>sks</a:t>
            </a:r>
            <a:r>
              <a:rPr spc="-150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Overview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0798" y="1335639"/>
            <a:ext cx="406400" cy="4064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55198" y="1890206"/>
            <a:ext cx="16827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0" dirty="0">
                <a:latin typeface="Arial MT"/>
                <a:cs typeface="Arial MT"/>
              </a:rPr>
              <a:t>•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12398" y="1156994"/>
            <a:ext cx="14193519" cy="1698625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774700">
              <a:lnSpc>
                <a:spcPct val="100000"/>
              </a:lnSpc>
              <a:spcBef>
                <a:spcPts val="925"/>
              </a:spcBef>
            </a:pPr>
            <a:r>
              <a:rPr sz="3200" b="1" spc="-60" dirty="0">
                <a:latin typeface="Arial"/>
                <a:cs typeface="Arial"/>
              </a:rPr>
              <a:t>Task </a:t>
            </a:r>
            <a:r>
              <a:rPr sz="3200" b="1" dirty="0">
                <a:latin typeface="Arial"/>
                <a:cs typeface="Arial"/>
              </a:rPr>
              <a:t>1</a:t>
            </a:r>
            <a:r>
              <a:rPr sz="3200" b="1" spc="-6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–</a:t>
            </a:r>
            <a:r>
              <a:rPr sz="3200" b="1" spc="-5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portfolio</a:t>
            </a:r>
            <a:endParaRPr sz="32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825"/>
              </a:spcBef>
            </a:pPr>
            <a:r>
              <a:rPr sz="3200" dirty="0">
                <a:latin typeface="Arial MT"/>
                <a:cs typeface="Arial MT"/>
              </a:rPr>
              <a:t>Developed</a:t>
            </a:r>
            <a:r>
              <a:rPr sz="3200" spc="-6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fully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responsive</a:t>
            </a:r>
            <a:r>
              <a:rPr sz="3200" spc="-6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and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interactive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landing</a:t>
            </a:r>
            <a:r>
              <a:rPr sz="3200" spc="-6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page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using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HTML,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spc="-20" dirty="0">
                <a:latin typeface="Arial MT"/>
                <a:cs typeface="Arial MT"/>
              </a:rPr>
              <a:t>CSS, </a:t>
            </a:r>
            <a:r>
              <a:rPr sz="3200" dirty="0">
                <a:latin typeface="Arial MT"/>
                <a:cs typeface="Arial MT"/>
              </a:rPr>
              <a:t>and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JavaScript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with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fixed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navigation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bar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that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changes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style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on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scroll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or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hover.</a:t>
            </a:r>
            <a:endParaRPr sz="32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5098" y="3570839"/>
            <a:ext cx="406400" cy="40640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55198" y="3435373"/>
            <a:ext cx="168275" cy="1210945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3200" spc="-50" dirty="0">
                <a:latin typeface="Arial MT"/>
                <a:cs typeface="Arial MT"/>
              </a:rPr>
              <a:t>•</a:t>
            </a:r>
            <a:endParaRPr sz="3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sz="3200" spc="-50" dirty="0">
                <a:latin typeface="Arial MT"/>
                <a:cs typeface="Arial MT"/>
              </a:rPr>
              <a:t>•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12398" y="3399813"/>
            <a:ext cx="14149069" cy="2186305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781050">
              <a:lnSpc>
                <a:spcPct val="100000"/>
              </a:lnSpc>
              <a:spcBef>
                <a:spcPts val="925"/>
              </a:spcBef>
            </a:pPr>
            <a:r>
              <a:rPr sz="3200" b="1" spc="-60" dirty="0">
                <a:latin typeface="Arial"/>
                <a:cs typeface="Arial"/>
              </a:rPr>
              <a:t>Task</a:t>
            </a:r>
            <a:r>
              <a:rPr sz="3200" b="1" spc="-5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2</a:t>
            </a:r>
            <a:r>
              <a:rPr sz="3200" b="1" spc="-5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–</a:t>
            </a:r>
            <a:r>
              <a:rPr sz="3200" b="1" spc="-5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landing</a:t>
            </a:r>
            <a:r>
              <a:rPr sz="3200" b="1" spc="-50" dirty="0">
                <a:latin typeface="Arial"/>
                <a:cs typeface="Arial"/>
              </a:rPr>
              <a:t> </a:t>
            </a:r>
            <a:r>
              <a:rPr sz="3200" b="1" spc="-20" dirty="0">
                <a:latin typeface="Arial"/>
                <a:cs typeface="Arial"/>
              </a:rPr>
              <a:t>page</a:t>
            </a:r>
            <a:endParaRPr sz="32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825"/>
              </a:spcBef>
              <a:tabLst>
                <a:tab pos="2512695" algn="l"/>
              </a:tabLst>
            </a:pPr>
            <a:r>
              <a:rPr sz="3200" dirty="0">
                <a:latin typeface="Arial MT"/>
                <a:cs typeface="Arial MT"/>
              </a:rPr>
              <a:t>Developed</a:t>
            </a:r>
            <a:r>
              <a:rPr sz="3200" spc="-105" dirty="0">
                <a:latin typeface="Arial MT"/>
                <a:cs typeface="Arial MT"/>
              </a:rPr>
              <a:t> </a:t>
            </a:r>
            <a:r>
              <a:rPr sz="3200" spc="-50" dirty="0">
                <a:latin typeface="Arial MT"/>
                <a:cs typeface="Arial MT"/>
              </a:rPr>
              <a:t>a</a:t>
            </a:r>
            <a:r>
              <a:rPr sz="3200" dirty="0">
                <a:latin typeface="Arial MT"/>
                <a:cs typeface="Arial MT"/>
              </a:rPr>
              <a:t>	responsive</a:t>
            </a:r>
            <a:r>
              <a:rPr sz="3200" spc="-6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and</a:t>
            </a:r>
            <a:r>
              <a:rPr sz="3200" spc="-6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interactive</a:t>
            </a:r>
            <a:r>
              <a:rPr sz="3200" spc="-6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landing</a:t>
            </a:r>
            <a:r>
              <a:rPr sz="3200" spc="-6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page</a:t>
            </a:r>
            <a:r>
              <a:rPr sz="3200" spc="-6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using</a:t>
            </a:r>
            <a:r>
              <a:rPr sz="3200" spc="-6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HTML,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CSS,</a:t>
            </a:r>
            <a:r>
              <a:rPr sz="3200" spc="-60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and </a:t>
            </a:r>
            <a:r>
              <a:rPr sz="3200" dirty="0">
                <a:latin typeface="Arial MT"/>
                <a:cs typeface="Arial MT"/>
              </a:rPr>
              <a:t>JavaScript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with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fixed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navigation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bar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that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changes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style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on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scroll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or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hover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spc="-20" dirty="0">
                <a:latin typeface="Arial MT"/>
                <a:cs typeface="Arial MT"/>
              </a:rPr>
              <a:t>with </a:t>
            </a:r>
            <a:r>
              <a:rPr sz="3200" dirty="0">
                <a:latin typeface="Arial MT"/>
                <a:cs typeface="Arial MT"/>
              </a:rPr>
              <a:t>3d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animations.</a:t>
            </a:r>
            <a:endParaRPr sz="3200">
              <a:latin typeface="Arial MT"/>
              <a:cs typeface="Arial MT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25098" y="6301339"/>
            <a:ext cx="406400" cy="40640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12498" y="6301339"/>
            <a:ext cx="406400" cy="40640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355198" y="6165873"/>
            <a:ext cx="168275" cy="1210945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3200" spc="-50" dirty="0">
                <a:latin typeface="Arial MT"/>
                <a:cs typeface="Arial MT"/>
              </a:rPr>
              <a:t>•</a:t>
            </a:r>
            <a:endParaRPr sz="3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sz="3200" spc="-50" dirty="0">
                <a:latin typeface="Arial MT"/>
                <a:cs typeface="Arial MT"/>
              </a:rPr>
              <a:t>•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12398" y="6130313"/>
            <a:ext cx="13961744" cy="2186305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1572260">
              <a:lnSpc>
                <a:spcPct val="100000"/>
              </a:lnSpc>
              <a:spcBef>
                <a:spcPts val="925"/>
              </a:spcBef>
            </a:pPr>
            <a:r>
              <a:rPr sz="3200" b="1" spc="-60" dirty="0">
                <a:latin typeface="Arial"/>
                <a:cs typeface="Arial"/>
              </a:rPr>
              <a:t>Task </a:t>
            </a:r>
            <a:r>
              <a:rPr sz="3200" b="1" dirty="0">
                <a:latin typeface="Arial"/>
                <a:cs typeface="Arial"/>
              </a:rPr>
              <a:t>3</a:t>
            </a:r>
            <a:r>
              <a:rPr sz="3200" b="1" spc="-6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–</a:t>
            </a:r>
            <a:r>
              <a:rPr sz="3200" b="1" spc="-5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calculator</a:t>
            </a:r>
            <a:endParaRPr sz="32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825"/>
              </a:spcBef>
            </a:pPr>
            <a:r>
              <a:rPr sz="3200" dirty="0">
                <a:latin typeface="Arial MT"/>
                <a:cs typeface="Arial MT"/>
              </a:rPr>
              <a:t>Developed</a:t>
            </a:r>
            <a:r>
              <a:rPr sz="3200" spc="-6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an</a:t>
            </a:r>
            <a:r>
              <a:rPr sz="3200" spc="-6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advanced,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fully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interactive</a:t>
            </a:r>
            <a:r>
              <a:rPr sz="3200" spc="-6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calculator</a:t>
            </a:r>
            <a:r>
              <a:rPr sz="3200" spc="-6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,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using</a:t>
            </a:r>
            <a:r>
              <a:rPr sz="3200" spc="-6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HTML,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CSS,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and </a:t>
            </a:r>
            <a:r>
              <a:rPr sz="3200" dirty="0">
                <a:latin typeface="Arial MT"/>
                <a:cs typeface="Arial MT"/>
              </a:rPr>
              <a:t>JavaScript.</a:t>
            </a:r>
            <a:r>
              <a:rPr sz="3200" spc="-10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The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interface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includes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fully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responsive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layout,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glass-morphism </a:t>
            </a:r>
            <a:r>
              <a:rPr sz="3200" spc="-20" dirty="0">
                <a:latin typeface="Arial MT"/>
                <a:cs typeface="Arial MT"/>
              </a:rPr>
              <a:t>display,</a:t>
            </a:r>
            <a:r>
              <a:rPr sz="3200" spc="-6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and</a:t>
            </a:r>
            <a:r>
              <a:rPr sz="3200" spc="-7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accurate</a:t>
            </a:r>
            <a:r>
              <a:rPr sz="3200" spc="-6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button</a:t>
            </a:r>
            <a:r>
              <a:rPr sz="3200" spc="-7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behavior</a:t>
            </a:r>
            <a:r>
              <a:rPr sz="3200" spc="-6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with</a:t>
            </a:r>
            <a:r>
              <a:rPr sz="3200" spc="-7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animations.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0335" y="54097"/>
            <a:ext cx="455866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Arial MT"/>
                <a:cs typeface="Arial MT"/>
              </a:rPr>
              <a:t>Module</a:t>
            </a:r>
            <a:r>
              <a:rPr spc="-190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Highlight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3758" y="1204716"/>
            <a:ext cx="138430" cy="4114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500" b="1" spc="-50" dirty="0">
                <a:latin typeface="Times New Roman"/>
                <a:cs typeface="Times New Roman"/>
              </a:rPr>
              <a:t>•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0958" y="1177622"/>
            <a:ext cx="2713355" cy="4114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500" b="1" dirty="0">
                <a:latin typeface="Times New Roman"/>
                <a:cs typeface="Times New Roman"/>
              </a:rPr>
              <a:t>1.</a:t>
            </a:r>
            <a:r>
              <a:rPr sz="2500" b="1" spc="3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Portfolio</a:t>
            </a:r>
            <a:r>
              <a:rPr sz="2500" b="1" spc="-15" dirty="0">
                <a:latin typeface="Times New Roman"/>
                <a:cs typeface="Times New Roman"/>
              </a:rPr>
              <a:t> </a:t>
            </a:r>
            <a:r>
              <a:rPr sz="2500" b="1" spc="-10" dirty="0">
                <a:latin typeface="Times New Roman"/>
                <a:cs typeface="Times New Roman"/>
              </a:rPr>
              <a:t>Website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3758" y="1988729"/>
            <a:ext cx="144145" cy="4318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650" spc="-50" dirty="0">
                <a:latin typeface="Times New Roman"/>
                <a:cs typeface="Times New Roman"/>
              </a:rPr>
              <a:t>•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0958" y="1959942"/>
            <a:ext cx="12928600" cy="4318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650" dirty="0">
                <a:latin typeface="Times New Roman"/>
                <a:cs typeface="Times New Roman"/>
              </a:rPr>
              <a:t>Built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a</a:t>
            </a:r>
            <a:r>
              <a:rPr sz="2650" spc="-10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responsive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personal</a:t>
            </a:r>
            <a:r>
              <a:rPr sz="2650" spc="-10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portfolio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using</a:t>
            </a:r>
            <a:r>
              <a:rPr sz="2650" spc="-10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HTML</a:t>
            </a:r>
            <a:r>
              <a:rPr sz="2650" spc="-114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and</a:t>
            </a:r>
            <a:r>
              <a:rPr sz="2650" spc="-10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CSS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to</a:t>
            </a:r>
            <a:r>
              <a:rPr sz="2650" spc="-10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showcase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my</a:t>
            </a:r>
            <a:r>
              <a:rPr sz="2650" spc="-10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skills</a:t>
            </a:r>
            <a:r>
              <a:rPr sz="2650" spc="-20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and</a:t>
            </a:r>
            <a:r>
              <a:rPr sz="2650" spc="-10" dirty="0">
                <a:latin typeface="Times New Roman"/>
                <a:cs typeface="Times New Roman"/>
              </a:rPr>
              <a:t> projects.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3758" y="2964089"/>
            <a:ext cx="144145" cy="4318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650" spc="-50" dirty="0">
                <a:latin typeface="Times New Roman"/>
                <a:cs typeface="Times New Roman"/>
              </a:rPr>
              <a:t>•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0958" y="2935302"/>
            <a:ext cx="11212830" cy="4318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650" dirty="0">
                <a:latin typeface="Times New Roman"/>
                <a:cs typeface="Times New Roman"/>
              </a:rPr>
              <a:t>Designed</a:t>
            </a:r>
            <a:r>
              <a:rPr sz="2650" spc="-25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a</a:t>
            </a:r>
            <a:r>
              <a:rPr sz="2650" spc="-20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clean</a:t>
            </a:r>
            <a:r>
              <a:rPr sz="2650" spc="-25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and</a:t>
            </a:r>
            <a:r>
              <a:rPr sz="2650" spc="-20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professional</a:t>
            </a:r>
            <a:r>
              <a:rPr sz="2650" spc="-20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UI</a:t>
            </a:r>
            <a:r>
              <a:rPr sz="2650" spc="-25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with</a:t>
            </a:r>
            <a:r>
              <a:rPr sz="2650" spc="-20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easy</a:t>
            </a:r>
            <a:r>
              <a:rPr sz="2650" spc="-20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navigation</a:t>
            </a:r>
            <a:r>
              <a:rPr sz="2650" spc="-25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and</a:t>
            </a:r>
            <a:r>
              <a:rPr sz="2650" spc="-20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organized</a:t>
            </a:r>
            <a:r>
              <a:rPr sz="2650" spc="-2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sections.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3758" y="3764189"/>
            <a:ext cx="138430" cy="4114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500" b="1" spc="-50" dirty="0">
                <a:latin typeface="Times New Roman"/>
                <a:cs typeface="Times New Roman"/>
              </a:rPr>
              <a:t>•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0958" y="3737095"/>
            <a:ext cx="5184140" cy="4114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14655" algn="l"/>
              </a:tabLst>
            </a:pPr>
            <a:r>
              <a:rPr sz="2500" b="1" spc="-25" dirty="0">
                <a:latin typeface="Times New Roman"/>
                <a:cs typeface="Times New Roman"/>
              </a:rPr>
              <a:t>2.</a:t>
            </a:r>
            <a:r>
              <a:rPr sz="2500" b="1" dirty="0">
                <a:latin typeface="Times New Roman"/>
                <a:cs typeface="Times New Roman"/>
              </a:rPr>
              <a:t>	Landing</a:t>
            </a:r>
            <a:r>
              <a:rPr sz="2500" b="1" spc="4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Page</a:t>
            </a:r>
            <a:r>
              <a:rPr sz="2500" b="1" spc="4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for</a:t>
            </a:r>
            <a:r>
              <a:rPr sz="2500" b="1" spc="3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an</a:t>
            </a:r>
            <a:r>
              <a:rPr sz="2500" b="1" spc="4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media</a:t>
            </a:r>
            <a:r>
              <a:rPr sz="2500" b="1" spc="40" dirty="0">
                <a:latin typeface="Times New Roman"/>
                <a:cs typeface="Times New Roman"/>
              </a:rPr>
              <a:t> </a:t>
            </a:r>
            <a:r>
              <a:rPr sz="2500" b="1" spc="-10" dirty="0">
                <a:latin typeface="Times New Roman"/>
                <a:cs typeface="Times New Roman"/>
              </a:rPr>
              <a:t>agnecy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3758" y="4604929"/>
            <a:ext cx="120650" cy="3505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100" spc="-50" dirty="0">
                <a:latin typeface="Times New Roman"/>
                <a:cs typeface="Times New Roman"/>
              </a:rPr>
              <a:t>•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0958" y="4581222"/>
            <a:ext cx="11503660" cy="3505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100" dirty="0">
                <a:latin typeface="Times New Roman"/>
                <a:cs typeface="Times New Roman"/>
              </a:rPr>
              <a:t>Developed</a:t>
            </a:r>
            <a:r>
              <a:rPr sz="2100" spc="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</a:t>
            </a:r>
            <a:r>
              <a:rPr sz="2100" spc="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modern</a:t>
            </a:r>
            <a:r>
              <a:rPr sz="2100" spc="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landing</a:t>
            </a:r>
            <a:r>
              <a:rPr sz="2100" spc="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page</a:t>
            </a:r>
            <a:r>
              <a:rPr sz="2100" spc="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with</a:t>
            </a:r>
            <a:r>
              <a:rPr sz="2100" spc="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animations</a:t>
            </a:r>
            <a:r>
              <a:rPr sz="2100" spc="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and</a:t>
            </a:r>
            <a:r>
              <a:rPr sz="2100" spc="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</a:t>
            </a:r>
            <a:r>
              <a:rPr sz="2100" spc="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fixed</a:t>
            </a:r>
            <a:r>
              <a:rPr sz="2100" spc="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navbar</a:t>
            </a:r>
            <a:r>
              <a:rPr sz="2100" spc="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using</a:t>
            </a:r>
            <a:r>
              <a:rPr sz="2100" spc="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HTML,</a:t>
            </a:r>
            <a:r>
              <a:rPr sz="2100" spc="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CSS,</a:t>
            </a:r>
            <a:r>
              <a:rPr sz="2100" spc="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and</a:t>
            </a:r>
            <a:r>
              <a:rPr sz="2100" spc="3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JavaScript.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3758" y="5383862"/>
            <a:ext cx="120650" cy="3505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100" spc="-50" dirty="0">
                <a:latin typeface="Times New Roman"/>
                <a:cs typeface="Times New Roman"/>
              </a:rPr>
              <a:t>•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10958" y="5360156"/>
            <a:ext cx="8606790" cy="3505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100" dirty="0">
                <a:latin typeface="Times New Roman"/>
                <a:cs typeface="Times New Roman"/>
              </a:rPr>
              <a:t>Made</a:t>
            </a:r>
            <a:r>
              <a:rPr sz="2100" spc="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the</a:t>
            </a:r>
            <a:r>
              <a:rPr sz="2100" spc="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page</a:t>
            </a:r>
            <a:r>
              <a:rPr sz="2100" spc="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fully</a:t>
            </a:r>
            <a:r>
              <a:rPr sz="2100" spc="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responsive</a:t>
            </a:r>
            <a:r>
              <a:rPr sz="2100" spc="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with</a:t>
            </a:r>
            <a:r>
              <a:rPr sz="2100" spc="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smooth</a:t>
            </a:r>
            <a:r>
              <a:rPr sz="2100" spc="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scrolling</a:t>
            </a:r>
            <a:r>
              <a:rPr sz="2100" spc="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and</a:t>
            </a:r>
            <a:r>
              <a:rPr sz="2100" spc="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interactive</a:t>
            </a:r>
            <a:r>
              <a:rPr sz="2100" spc="3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elements.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3758" y="6089982"/>
            <a:ext cx="120650" cy="3505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100" b="1" spc="-50" dirty="0">
                <a:latin typeface="Times New Roman"/>
                <a:cs typeface="Times New Roman"/>
              </a:rPr>
              <a:t>•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78692" y="6066276"/>
            <a:ext cx="1595755" cy="3505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351155" algn="l"/>
              </a:tabLst>
            </a:pPr>
            <a:r>
              <a:rPr sz="2100" b="1" spc="-25" dirty="0">
                <a:latin typeface="Times New Roman"/>
                <a:cs typeface="Times New Roman"/>
              </a:rPr>
              <a:t>3.</a:t>
            </a:r>
            <a:r>
              <a:rPr sz="2100" b="1" dirty="0">
                <a:latin typeface="Times New Roman"/>
                <a:cs typeface="Times New Roman"/>
              </a:rPr>
              <a:t>	</a:t>
            </a:r>
            <a:r>
              <a:rPr sz="2100" b="1" spc="-10" dirty="0">
                <a:latin typeface="Times New Roman"/>
                <a:cs typeface="Times New Roman"/>
              </a:rPr>
              <a:t>Calculator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3758" y="6796103"/>
            <a:ext cx="120650" cy="3505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100" spc="-50" dirty="0">
                <a:latin typeface="Times New Roman"/>
                <a:cs typeface="Times New Roman"/>
              </a:rPr>
              <a:t>•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10958" y="6772396"/>
            <a:ext cx="10532110" cy="3505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100" dirty="0">
                <a:latin typeface="Times New Roman"/>
                <a:cs typeface="Times New Roman"/>
              </a:rPr>
              <a:t>Created</a:t>
            </a:r>
            <a:r>
              <a:rPr sz="2100" spc="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</a:t>
            </a:r>
            <a:r>
              <a:rPr sz="2100" spc="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fully</a:t>
            </a:r>
            <a:r>
              <a:rPr sz="2100" spc="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functional</a:t>
            </a:r>
            <a:r>
              <a:rPr sz="2100" spc="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iPhone-style</a:t>
            </a:r>
            <a:r>
              <a:rPr sz="2100" spc="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scientific</a:t>
            </a:r>
            <a:r>
              <a:rPr sz="2100" spc="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calculator</a:t>
            </a:r>
            <a:r>
              <a:rPr sz="2100" spc="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with</a:t>
            </a:r>
            <a:r>
              <a:rPr sz="2100" spc="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themes,</a:t>
            </a:r>
            <a:r>
              <a:rPr sz="2100" spc="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haptics,</a:t>
            </a:r>
            <a:r>
              <a:rPr sz="2100" spc="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and</a:t>
            </a:r>
            <a:r>
              <a:rPr sz="2100" spc="2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animations.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3758" y="7575036"/>
            <a:ext cx="120650" cy="3505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100" spc="-50" dirty="0">
                <a:latin typeface="Times New Roman"/>
                <a:cs typeface="Times New Roman"/>
              </a:rPr>
              <a:t>•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10958" y="7551329"/>
            <a:ext cx="11655425" cy="3505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100" dirty="0">
                <a:latin typeface="Times New Roman"/>
                <a:cs typeface="Times New Roman"/>
              </a:rPr>
              <a:t>Implemented</a:t>
            </a:r>
            <a:r>
              <a:rPr sz="2100" spc="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scientific</a:t>
            </a:r>
            <a:r>
              <a:rPr sz="2100" spc="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operations,</a:t>
            </a:r>
            <a:r>
              <a:rPr sz="2100" spc="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memory</a:t>
            </a:r>
            <a:r>
              <a:rPr sz="2100" spc="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features,</a:t>
            </a:r>
            <a:r>
              <a:rPr sz="2100" spc="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and</a:t>
            </a:r>
            <a:r>
              <a:rPr sz="2100" spc="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responsive</a:t>
            </a:r>
            <a:r>
              <a:rPr sz="2100" spc="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UI</a:t>
            </a:r>
            <a:r>
              <a:rPr sz="2100" spc="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using</a:t>
            </a:r>
            <a:r>
              <a:rPr sz="2100" spc="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HTML,</a:t>
            </a:r>
            <a:r>
              <a:rPr sz="2100" spc="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CSS,</a:t>
            </a:r>
            <a:r>
              <a:rPr sz="2100" spc="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and</a:t>
            </a:r>
            <a:r>
              <a:rPr sz="2100" spc="4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JavaScript.</a:t>
            </a:r>
            <a:endParaRPr sz="2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2019" y="736600"/>
            <a:ext cx="5575935" cy="6756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250" dirty="0">
                <a:latin typeface="Arial MT"/>
                <a:cs typeface="Arial MT"/>
              </a:rPr>
              <a:t>Architecture</a:t>
            </a:r>
            <a:r>
              <a:rPr sz="4250" spc="-55" dirty="0">
                <a:latin typeface="Arial MT"/>
                <a:cs typeface="Arial MT"/>
              </a:rPr>
              <a:t> </a:t>
            </a:r>
            <a:r>
              <a:rPr sz="4250" dirty="0">
                <a:latin typeface="Arial MT"/>
                <a:cs typeface="Arial MT"/>
              </a:rPr>
              <a:t>/</a:t>
            </a:r>
            <a:r>
              <a:rPr sz="4250" spc="-50" dirty="0">
                <a:latin typeface="Arial MT"/>
                <a:cs typeface="Arial MT"/>
              </a:rPr>
              <a:t> </a:t>
            </a:r>
            <a:r>
              <a:rPr sz="4250" spc="-10" dirty="0">
                <a:latin typeface="Arial MT"/>
                <a:cs typeface="Arial MT"/>
              </a:rPr>
              <a:t>Workflow</a:t>
            </a:r>
            <a:endParaRPr sz="425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22019" y="2086186"/>
            <a:ext cx="5576570" cy="5943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30"/>
              </a:spcBef>
              <a:buFont typeface="Arial MT"/>
              <a:buChar char="•"/>
              <a:tabLst>
                <a:tab pos="469265" algn="l"/>
              </a:tabLst>
            </a:pPr>
            <a:r>
              <a:rPr sz="3700" b="1" dirty="0">
                <a:latin typeface="Arial"/>
                <a:cs typeface="Arial"/>
              </a:rPr>
              <a:t>Workflow</a:t>
            </a:r>
            <a:r>
              <a:rPr sz="3700" b="1" spc="-30" dirty="0">
                <a:latin typeface="Arial"/>
                <a:cs typeface="Arial"/>
              </a:rPr>
              <a:t> </a:t>
            </a:r>
            <a:r>
              <a:rPr sz="3700" b="1" spc="-10" dirty="0">
                <a:latin typeface="Arial"/>
                <a:cs typeface="Arial"/>
              </a:rPr>
              <a:t>Explanation:</a:t>
            </a:r>
            <a:endParaRPr sz="37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2019" y="3549226"/>
            <a:ext cx="144145" cy="4318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650" spc="-50" dirty="0">
                <a:latin typeface="Arial MT"/>
                <a:cs typeface="Arial MT"/>
              </a:rPr>
              <a:t>•</a:t>
            </a:r>
            <a:endParaRPr sz="26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22019" y="4362026"/>
            <a:ext cx="144145" cy="4318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650" spc="-50" dirty="0">
                <a:latin typeface="Arial MT"/>
                <a:cs typeface="Arial MT"/>
              </a:rPr>
              <a:t>•</a:t>
            </a:r>
            <a:endParaRPr sz="26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22019" y="5174826"/>
            <a:ext cx="144145" cy="4318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650" spc="-50" dirty="0">
                <a:latin typeface="Arial MT"/>
                <a:cs typeface="Arial MT"/>
              </a:rPr>
              <a:t>•</a:t>
            </a:r>
            <a:endParaRPr sz="26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22019" y="5987626"/>
            <a:ext cx="144145" cy="4318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650" spc="-50" dirty="0">
                <a:latin typeface="Arial MT"/>
                <a:cs typeface="Arial MT"/>
              </a:rPr>
              <a:t>•</a:t>
            </a:r>
            <a:endParaRPr sz="26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22019" y="2705946"/>
            <a:ext cx="7847965" cy="410908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469900" marR="476250" indent="-457200">
              <a:lnSpc>
                <a:spcPts val="2880"/>
              </a:lnSpc>
              <a:spcBef>
                <a:spcPts val="459"/>
              </a:spcBef>
              <a:buChar char="•"/>
              <a:tabLst>
                <a:tab pos="469900" algn="l"/>
              </a:tabLst>
            </a:pPr>
            <a:r>
              <a:rPr sz="2650" dirty="0">
                <a:latin typeface="Arial MT"/>
                <a:cs typeface="Arial MT"/>
              </a:rPr>
              <a:t>User</a:t>
            </a:r>
            <a:r>
              <a:rPr sz="2650" spc="-25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interacts</a:t>
            </a:r>
            <a:r>
              <a:rPr sz="2650" spc="-20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with</a:t>
            </a:r>
            <a:r>
              <a:rPr sz="2650" spc="-20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the</a:t>
            </a:r>
            <a:r>
              <a:rPr sz="2650" spc="-20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Frontend</a:t>
            </a:r>
            <a:r>
              <a:rPr sz="2650" spc="-20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(HTML,</a:t>
            </a:r>
            <a:r>
              <a:rPr sz="2650" spc="-20" dirty="0">
                <a:latin typeface="Arial MT"/>
                <a:cs typeface="Arial MT"/>
              </a:rPr>
              <a:t> CSS, </a:t>
            </a:r>
            <a:r>
              <a:rPr sz="2650" spc="-10" dirty="0">
                <a:latin typeface="Arial MT"/>
                <a:cs typeface="Arial MT"/>
              </a:rPr>
              <a:t>JavaScript).</a:t>
            </a:r>
            <a:endParaRPr sz="2650">
              <a:latin typeface="Arial MT"/>
              <a:cs typeface="Arial MT"/>
            </a:endParaRPr>
          </a:p>
          <a:p>
            <a:pPr marL="469900" marR="5080">
              <a:lnSpc>
                <a:spcPts val="2880"/>
              </a:lnSpc>
              <a:spcBef>
                <a:spcPts val="640"/>
              </a:spcBef>
            </a:pPr>
            <a:r>
              <a:rPr sz="2650" dirty="0">
                <a:latin typeface="Arial MT"/>
                <a:cs typeface="Arial MT"/>
              </a:rPr>
              <a:t>JavaScript</a:t>
            </a:r>
            <a:r>
              <a:rPr sz="2650" spc="-30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handles</a:t>
            </a:r>
            <a:r>
              <a:rPr sz="2650" spc="-25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dynamic</a:t>
            </a:r>
            <a:r>
              <a:rPr sz="2650" spc="-30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logic,</a:t>
            </a:r>
            <a:r>
              <a:rPr sz="2650" spc="-25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events,</a:t>
            </a:r>
            <a:r>
              <a:rPr sz="2650" spc="-30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and</a:t>
            </a:r>
            <a:r>
              <a:rPr sz="2650" spc="-25" dirty="0">
                <a:latin typeface="Arial MT"/>
                <a:cs typeface="Arial MT"/>
              </a:rPr>
              <a:t> UI </a:t>
            </a:r>
            <a:r>
              <a:rPr sz="2650" spc="-10" dirty="0">
                <a:latin typeface="Arial MT"/>
                <a:cs typeface="Arial MT"/>
              </a:rPr>
              <a:t>updates.</a:t>
            </a:r>
            <a:endParaRPr sz="2650">
              <a:latin typeface="Arial MT"/>
              <a:cs typeface="Arial MT"/>
            </a:endParaRPr>
          </a:p>
          <a:p>
            <a:pPr marL="469900" marR="1207770">
              <a:lnSpc>
                <a:spcPts val="2880"/>
              </a:lnSpc>
              <a:spcBef>
                <a:spcPts val="640"/>
              </a:spcBef>
            </a:pPr>
            <a:r>
              <a:rPr sz="2650" dirty="0">
                <a:latin typeface="Arial MT"/>
                <a:cs typeface="Arial MT"/>
              </a:rPr>
              <a:t>Git</a:t>
            </a:r>
            <a:r>
              <a:rPr sz="2650" spc="-30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&amp;</a:t>
            </a:r>
            <a:r>
              <a:rPr sz="2650" spc="-20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GitHub</a:t>
            </a:r>
            <a:r>
              <a:rPr sz="2650" spc="-20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used</a:t>
            </a:r>
            <a:r>
              <a:rPr sz="2650" spc="-15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for</a:t>
            </a:r>
            <a:r>
              <a:rPr sz="2650" spc="-20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version</a:t>
            </a:r>
            <a:r>
              <a:rPr sz="2650" spc="-15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control</a:t>
            </a:r>
            <a:r>
              <a:rPr sz="2650" spc="-20" dirty="0">
                <a:latin typeface="Arial MT"/>
                <a:cs typeface="Arial MT"/>
              </a:rPr>
              <a:t> </a:t>
            </a:r>
            <a:r>
              <a:rPr sz="2650" spc="-25" dirty="0">
                <a:latin typeface="Arial MT"/>
                <a:cs typeface="Arial MT"/>
              </a:rPr>
              <a:t>and </a:t>
            </a:r>
            <a:r>
              <a:rPr sz="2650" dirty="0">
                <a:latin typeface="Arial MT"/>
                <a:cs typeface="Arial MT"/>
              </a:rPr>
              <a:t>collaborative</a:t>
            </a:r>
            <a:r>
              <a:rPr sz="2650" spc="-65" dirty="0">
                <a:latin typeface="Arial MT"/>
                <a:cs typeface="Arial MT"/>
              </a:rPr>
              <a:t> </a:t>
            </a:r>
            <a:r>
              <a:rPr sz="2650" spc="-10" dirty="0">
                <a:latin typeface="Arial MT"/>
                <a:cs typeface="Arial MT"/>
              </a:rPr>
              <a:t>management.</a:t>
            </a:r>
            <a:endParaRPr sz="2650">
              <a:latin typeface="Arial MT"/>
              <a:cs typeface="Arial MT"/>
            </a:endParaRPr>
          </a:p>
          <a:p>
            <a:pPr marL="469900" marR="267970">
              <a:lnSpc>
                <a:spcPts val="2880"/>
              </a:lnSpc>
              <a:spcBef>
                <a:spcPts val="640"/>
              </a:spcBef>
            </a:pPr>
            <a:r>
              <a:rPr sz="2650" dirty="0">
                <a:latin typeface="Arial MT"/>
                <a:cs typeface="Arial MT"/>
              </a:rPr>
              <a:t>Project</a:t>
            </a:r>
            <a:r>
              <a:rPr sz="2650" spc="-35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deployed</a:t>
            </a:r>
            <a:r>
              <a:rPr sz="2650" spc="-20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using</a:t>
            </a:r>
            <a:r>
              <a:rPr sz="2650" spc="-20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VS</a:t>
            </a:r>
            <a:r>
              <a:rPr sz="2650" spc="-30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Code</a:t>
            </a:r>
            <a:r>
              <a:rPr sz="2650" spc="-20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and</a:t>
            </a:r>
            <a:r>
              <a:rPr sz="2650" spc="-20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hosted</a:t>
            </a:r>
            <a:r>
              <a:rPr sz="2650" spc="-20" dirty="0">
                <a:latin typeface="Arial MT"/>
                <a:cs typeface="Arial MT"/>
              </a:rPr>
              <a:t> </a:t>
            </a:r>
            <a:r>
              <a:rPr sz="2650" spc="-25" dirty="0">
                <a:latin typeface="Arial MT"/>
                <a:cs typeface="Arial MT"/>
              </a:rPr>
              <a:t>on </a:t>
            </a:r>
            <a:r>
              <a:rPr sz="2650" dirty="0">
                <a:latin typeface="Arial MT"/>
                <a:cs typeface="Arial MT"/>
              </a:rPr>
              <a:t>Vercel</a:t>
            </a:r>
            <a:r>
              <a:rPr sz="2650" spc="-95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/</a:t>
            </a:r>
            <a:r>
              <a:rPr sz="2650" spc="-85" dirty="0">
                <a:latin typeface="Arial MT"/>
                <a:cs typeface="Arial MT"/>
              </a:rPr>
              <a:t> </a:t>
            </a:r>
            <a:r>
              <a:rPr sz="2650" spc="-10" dirty="0">
                <a:latin typeface="Arial MT"/>
                <a:cs typeface="Arial MT"/>
              </a:rPr>
              <a:t>Netlify.</a:t>
            </a:r>
            <a:endParaRPr sz="2650">
              <a:latin typeface="Arial MT"/>
              <a:cs typeface="Arial MT"/>
            </a:endParaRPr>
          </a:p>
          <a:p>
            <a:pPr marL="469900" marR="60960">
              <a:lnSpc>
                <a:spcPct val="105500"/>
              </a:lnSpc>
              <a:spcBef>
                <a:spcPts val="120"/>
              </a:spcBef>
            </a:pPr>
            <a:r>
              <a:rPr sz="2650" dirty="0">
                <a:latin typeface="Arial MT"/>
                <a:cs typeface="Arial MT"/>
              </a:rPr>
              <a:t>End</a:t>
            </a:r>
            <a:r>
              <a:rPr sz="2650" spc="-25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User</a:t>
            </a:r>
            <a:r>
              <a:rPr sz="2650" spc="-25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accesses</a:t>
            </a:r>
            <a:r>
              <a:rPr sz="2650" spc="-25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the</a:t>
            </a:r>
            <a:r>
              <a:rPr sz="2650" spc="-20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live</a:t>
            </a:r>
            <a:r>
              <a:rPr sz="2650" spc="-25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application</a:t>
            </a:r>
            <a:r>
              <a:rPr sz="2650" spc="-25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through</a:t>
            </a:r>
            <a:r>
              <a:rPr sz="2650" spc="-20" dirty="0">
                <a:latin typeface="Arial MT"/>
                <a:cs typeface="Arial MT"/>
              </a:rPr>
              <a:t> </a:t>
            </a:r>
            <a:r>
              <a:rPr sz="2650" spc="-50" dirty="0">
                <a:latin typeface="Arial MT"/>
                <a:cs typeface="Arial MT"/>
              </a:rPr>
              <a:t>a </a:t>
            </a:r>
            <a:r>
              <a:rPr sz="2650" dirty="0">
                <a:latin typeface="Arial MT"/>
                <a:cs typeface="Arial MT"/>
              </a:rPr>
              <a:t>web</a:t>
            </a:r>
            <a:r>
              <a:rPr sz="2650" spc="-15" dirty="0">
                <a:latin typeface="Arial MT"/>
                <a:cs typeface="Arial MT"/>
              </a:rPr>
              <a:t> </a:t>
            </a:r>
            <a:r>
              <a:rPr sz="2650" spc="-10" dirty="0">
                <a:latin typeface="Arial MT"/>
                <a:cs typeface="Arial MT"/>
              </a:rPr>
              <a:t>browser.</a:t>
            </a:r>
            <a:endParaRPr sz="2650">
              <a:latin typeface="Arial MT"/>
              <a:cs typeface="Arial MT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08719" y="838200"/>
            <a:ext cx="5674360" cy="8039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04925" algn="l"/>
                <a:tab pos="2066925" algn="l"/>
                <a:tab pos="2524125" algn="l"/>
              </a:tabLst>
            </a:pPr>
            <a:r>
              <a:rPr spc="-20" dirty="0"/>
              <a:t>Task</a:t>
            </a:r>
            <a:r>
              <a:rPr dirty="0"/>
              <a:t>	</a:t>
            </a:r>
            <a:r>
              <a:rPr spc="-25" dirty="0"/>
              <a:t>01</a:t>
            </a:r>
            <a:r>
              <a:rPr dirty="0"/>
              <a:t>	</a:t>
            </a:r>
            <a:r>
              <a:rPr spc="-50" dirty="0"/>
              <a:t>–</a:t>
            </a:r>
            <a:r>
              <a:rPr dirty="0"/>
              <a:t>	Personal</a:t>
            </a:r>
            <a:r>
              <a:rPr spc="-135" dirty="0"/>
              <a:t> </a:t>
            </a:r>
            <a:r>
              <a:rPr dirty="0"/>
              <a:t>Portfolio</a:t>
            </a:r>
            <a:r>
              <a:rPr spc="-200" dirty="0"/>
              <a:t> </a:t>
            </a:r>
            <a:r>
              <a:rPr spc="-20" dirty="0"/>
              <a:t>Website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3535" y="1233281"/>
            <a:ext cx="14584680" cy="699787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300" b="1" spc="-10" dirty="0">
                <a:latin typeface="Times New Roman"/>
                <a:cs typeface="Times New Roman"/>
              </a:rPr>
              <a:t>Objective:</a:t>
            </a:r>
            <a:endParaRPr sz="33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05"/>
              </a:spcBef>
            </a:pPr>
            <a:endParaRPr sz="3300" dirty="0">
              <a:latin typeface="Times New Roman"/>
              <a:cs typeface="Times New Roman"/>
            </a:endParaRPr>
          </a:p>
          <a:p>
            <a:pPr marL="12700" marR="5080" indent="245110">
              <a:lnSpc>
                <a:spcPct val="101000"/>
              </a:lnSpc>
              <a:spcBef>
                <a:spcPts val="5"/>
              </a:spcBef>
              <a:buChar char="•"/>
              <a:tabLst>
                <a:tab pos="257810" algn="l"/>
              </a:tabLst>
            </a:pPr>
            <a:r>
              <a:rPr sz="3300" dirty="0">
                <a:latin typeface="Times New Roman"/>
                <a:cs typeface="Times New Roman"/>
              </a:rPr>
              <a:t>To</a:t>
            </a:r>
            <a:r>
              <a:rPr sz="3300" spc="15" dirty="0">
                <a:latin typeface="Times New Roman"/>
                <a:cs typeface="Times New Roman"/>
              </a:rPr>
              <a:t> </a:t>
            </a:r>
            <a:r>
              <a:rPr sz="3300" dirty="0">
                <a:latin typeface="Times New Roman"/>
                <a:cs typeface="Times New Roman"/>
              </a:rPr>
              <a:t>create</a:t>
            </a:r>
            <a:r>
              <a:rPr sz="3300" spc="15" dirty="0">
                <a:latin typeface="Times New Roman"/>
                <a:cs typeface="Times New Roman"/>
              </a:rPr>
              <a:t> </a:t>
            </a:r>
            <a:r>
              <a:rPr sz="3300" dirty="0">
                <a:latin typeface="Times New Roman"/>
                <a:cs typeface="Times New Roman"/>
              </a:rPr>
              <a:t>a</a:t>
            </a:r>
            <a:r>
              <a:rPr sz="3300" spc="15" dirty="0">
                <a:latin typeface="Times New Roman"/>
                <a:cs typeface="Times New Roman"/>
              </a:rPr>
              <a:t> </a:t>
            </a:r>
            <a:r>
              <a:rPr sz="3300" dirty="0">
                <a:latin typeface="Times New Roman"/>
                <a:cs typeface="Times New Roman"/>
              </a:rPr>
              <a:t>simple,</a:t>
            </a:r>
            <a:r>
              <a:rPr sz="3300" spc="15" dirty="0">
                <a:latin typeface="Times New Roman"/>
                <a:cs typeface="Times New Roman"/>
              </a:rPr>
              <a:t> </a:t>
            </a:r>
            <a:r>
              <a:rPr sz="3300" dirty="0">
                <a:latin typeface="Times New Roman"/>
                <a:cs typeface="Times New Roman"/>
              </a:rPr>
              <a:t>clean,</a:t>
            </a:r>
            <a:r>
              <a:rPr sz="3300" spc="20" dirty="0">
                <a:latin typeface="Times New Roman"/>
                <a:cs typeface="Times New Roman"/>
              </a:rPr>
              <a:t> </a:t>
            </a:r>
            <a:r>
              <a:rPr sz="3300" dirty="0">
                <a:latin typeface="Times New Roman"/>
                <a:cs typeface="Times New Roman"/>
              </a:rPr>
              <a:t>and</a:t>
            </a:r>
            <a:r>
              <a:rPr sz="3300" spc="20" dirty="0">
                <a:latin typeface="Times New Roman"/>
                <a:cs typeface="Times New Roman"/>
              </a:rPr>
              <a:t> </a:t>
            </a:r>
            <a:r>
              <a:rPr sz="3300" dirty="0">
                <a:latin typeface="Times New Roman"/>
                <a:cs typeface="Times New Roman"/>
              </a:rPr>
              <a:t>professional</a:t>
            </a:r>
            <a:r>
              <a:rPr sz="3300" spc="15" dirty="0">
                <a:latin typeface="Times New Roman"/>
                <a:cs typeface="Times New Roman"/>
              </a:rPr>
              <a:t> </a:t>
            </a:r>
            <a:r>
              <a:rPr sz="3300" dirty="0">
                <a:latin typeface="Times New Roman"/>
                <a:cs typeface="Times New Roman"/>
              </a:rPr>
              <a:t>portfolio</a:t>
            </a:r>
            <a:r>
              <a:rPr sz="3300" spc="15" dirty="0">
                <a:latin typeface="Times New Roman"/>
                <a:cs typeface="Times New Roman"/>
              </a:rPr>
              <a:t> </a:t>
            </a:r>
            <a:r>
              <a:rPr sz="3300" dirty="0">
                <a:latin typeface="Times New Roman"/>
                <a:cs typeface="Times New Roman"/>
              </a:rPr>
              <a:t>website</a:t>
            </a:r>
            <a:r>
              <a:rPr sz="3300" spc="15" dirty="0">
                <a:latin typeface="Times New Roman"/>
                <a:cs typeface="Times New Roman"/>
              </a:rPr>
              <a:t> </a:t>
            </a:r>
            <a:r>
              <a:rPr sz="3300" dirty="0">
                <a:latin typeface="Times New Roman"/>
                <a:cs typeface="Times New Roman"/>
              </a:rPr>
              <a:t>that</a:t>
            </a:r>
            <a:r>
              <a:rPr sz="3300" spc="15" dirty="0">
                <a:latin typeface="Times New Roman"/>
                <a:cs typeface="Times New Roman"/>
              </a:rPr>
              <a:t> </a:t>
            </a:r>
            <a:r>
              <a:rPr sz="3300" dirty="0">
                <a:latin typeface="Times New Roman"/>
                <a:cs typeface="Times New Roman"/>
              </a:rPr>
              <a:t>showcases</a:t>
            </a:r>
            <a:r>
              <a:rPr sz="3300" spc="10" dirty="0">
                <a:latin typeface="Times New Roman"/>
                <a:cs typeface="Times New Roman"/>
              </a:rPr>
              <a:t> </a:t>
            </a:r>
            <a:r>
              <a:rPr sz="3300" spc="-10" dirty="0">
                <a:latin typeface="Times New Roman"/>
                <a:cs typeface="Times New Roman"/>
              </a:rPr>
              <a:t>personal </a:t>
            </a:r>
            <a:r>
              <a:rPr sz="3300" dirty="0">
                <a:latin typeface="Times New Roman"/>
                <a:cs typeface="Times New Roman"/>
              </a:rPr>
              <a:t>details,</a:t>
            </a:r>
            <a:r>
              <a:rPr sz="3300" spc="35" dirty="0">
                <a:latin typeface="Times New Roman"/>
                <a:cs typeface="Times New Roman"/>
              </a:rPr>
              <a:t> </a:t>
            </a:r>
            <a:r>
              <a:rPr sz="3300" dirty="0">
                <a:latin typeface="Times New Roman"/>
                <a:cs typeface="Times New Roman"/>
              </a:rPr>
              <a:t>skills,</a:t>
            </a:r>
            <a:r>
              <a:rPr sz="3300" spc="35" dirty="0">
                <a:latin typeface="Times New Roman"/>
                <a:cs typeface="Times New Roman"/>
              </a:rPr>
              <a:t> </a:t>
            </a:r>
            <a:r>
              <a:rPr sz="3300" dirty="0">
                <a:latin typeface="Times New Roman"/>
                <a:cs typeface="Times New Roman"/>
              </a:rPr>
              <a:t>and</a:t>
            </a:r>
            <a:r>
              <a:rPr sz="3300" spc="40" dirty="0">
                <a:latin typeface="Times New Roman"/>
                <a:cs typeface="Times New Roman"/>
              </a:rPr>
              <a:t> </a:t>
            </a:r>
            <a:r>
              <a:rPr sz="3300" dirty="0">
                <a:latin typeface="Times New Roman"/>
                <a:cs typeface="Times New Roman"/>
              </a:rPr>
              <a:t>projects</a:t>
            </a:r>
            <a:r>
              <a:rPr sz="3300" spc="30" dirty="0">
                <a:latin typeface="Times New Roman"/>
                <a:cs typeface="Times New Roman"/>
              </a:rPr>
              <a:t> </a:t>
            </a:r>
            <a:r>
              <a:rPr sz="3300" dirty="0">
                <a:latin typeface="Times New Roman"/>
                <a:cs typeface="Times New Roman"/>
              </a:rPr>
              <a:t>in</a:t>
            </a:r>
            <a:r>
              <a:rPr sz="3300" spc="40" dirty="0">
                <a:latin typeface="Times New Roman"/>
                <a:cs typeface="Times New Roman"/>
              </a:rPr>
              <a:t> </a:t>
            </a:r>
            <a:r>
              <a:rPr sz="3300" dirty="0">
                <a:latin typeface="Times New Roman"/>
                <a:cs typeface="Times New Roman"/>
              </a:rPr>
              <a:t>a</a:t>
            </a:r>
            <a:r>
              <a:rPr sz="3300" spc="30" dirty="0">
                <a:latin typeface="Times New Roman"/>
                <a:cs typeface="Times New Roman"/>
              </a:rPr>
              <a:t> </a:t>
            </a:r>
            <a:r>
              <a:rPr sz="3300" dirty="0">
                <a:latin typeface="Times New Roman"/>
                <a:cs typeface="Times New Roman"/>
              </a:rPr>
              <a:t>structured</a:t>
            </a:r>
            <a:r>
              <a:rPr sz="3300" spc="40" dirty="0">
                <a:latin typeface="Times New Roman"/>
                <a:cs typeface="Times New Roman"/>
              </a:rPr>
              <a:t> </a:t>
            </a:r>
            <a:r>
              <a:rPr sz="3300" dirty="0">
                <a:latin typeface="Times New Roman"/>
                <a:cs typeface="Times New Roman"/>
              </a:rPr>
              <a:t>and</a:t>
            </a:r>
            <a:r>
              <a:rPr sz="3300" spc="35" dirty="0">
                <a:latin typeface="Times New Roman"/>
                <a:cs typeface="Times New Roman"/>
              </a:rPr>
              <a:t> </a:t>
            </a:r>
            <a:r>
              <a:rPr sz="3300" dirty="0">
                <a:latin typeface="Times New Roman"/>
                <a:cs typeface="Times New Roman"/>
              </a:rPr>
              <a:t>responsive</a:t>
            </a:r>
            <a:r>
              <a:rPr sz="3300" spc="35" dirty="0">
                <a:latin typeface="Times New Roman"/>
                <a:cs typeface="Times New Roman"/>
              </a:rPr>
              <a:t> </a:t>
            </a:r>
            <a:r>
              <a:rPr sz="3300" spc="-10" dirty="0">
                <a:latin typeface="Times New Roman"/>
                <a:cs typeface="Times New Roman"/>
              </a:rPr>
              <a:t>format</a:t>
            </a:r>
            <a:r>
              <a:rPr sz="3300" spc="-10" dirty="0" smtClean="0">
                <a:latin typeface="Times New Roman"/>
                <a:cs typeface="Times New Roman"/>
              </a:rPr>
              <a:t>.</a:t>
            </a:r>
            <a:endParaRPr lang="en-US" sz="3300" spc="-10" dirty="0" smtClean="0">
              <a:latin typeface="Times New Roman"/>
              <a:cs typeface="Times New Roman"/>
            </a:endParaRPr>
          </a:p>
          <a:p>
            <a:pPr marL="12700" marR="5080" indent="245110" algn="ctr">
              <a:lnSpc>
                <a:spcPct val="101000"/>
              </a:lnSpc>
              <a:spcBef>
                <a:spcPts val="5"/>
              </a:spcBef>
              <a:buChar char="•"/>
              <a:tabLst>
                <a:tab pos="257810" algn="l"/>
              </a:tabLst>
            </a:pPr>
            <a:r>
              <a:rPr lang="en-US" sz="3300" spc="-10" dirty="0" smtClean="0">
                <a:latin typeface="Times New Roman"/>
                <a:cs typeface="Times New Roman"/>
                <a:hlinkClick r:id="rId2"/>
              </a:rPr>
              <a:t>Live</a:t>
            </a:r>
            <a:r>
              <a:rPr lang="en-US" sz="3300" spc="-10" dirty="0" smtClean="0">
                <a:latin typeface="Times New Roman"/>
                <a:cs typeface="Times New Roman"/>
              </a:rPr>
              <a:t>    				</a:t>
            </a:r>
            <a:r>
              <a:rPr lang="en-US" sz="3300" spc="-10" dirty="0" smtClean="0">
                <a:latin typeface="Times New Roman"/>
                <a:cs typeface="Times New Roman"/>
                <a:hlinkClick r:id="rId3"/>
              </a:rPr>
              <a:t>GitHub</a:t>
            </a:r>
            <a:endParaRPr sz="3300" dirty="0" smtClean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39"/>
              </a:spcBef>
              <a:buFont typeface="Times New Roman"/>
              <a:buChar char="•"/>
            </a:pPr>
            <a:endParaRPr sz="3300" dirty="0" smtClean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300" b="1" dirty="0" smtClean="0">
                <a:latin typeface="Times New Roman"/>
                <a:cs typeface="Times New Roman"/>
              </a:rPr>
              <a:t>Key</a:t>
            </a:r>
            <a:r>
              <a:rPr sz="3300" b="1" spc="40" dirty="0" smtClean="0">
                <a:latin typeface="Times New Roman"/>
                <a:cs typeface="Times New Roman"/>
              </a:rPr>
              <a:t> </a:t>
            </a:r>
            <a:r>
              <a:rPr sz="3300" b="1" spc="-10" dirty="0" smtClean="0">
                <a:latin typeface="Times New Roman"/>
                <a:cs typeface="Times New Roman"/>
              </a:rPr>
              <a:t>Features:</a:t>
            </a:r>
            <a:endParaRPr sz="3300" dirty="0">
              <a:latin typeface="Times New Roman"/>
              <a:cs typeface="Times New Roman"/>
            </a:endParaRPr>
          </a:p>
          <a:p>
            <a:pPr marL="266065" indent="-253365">
              <a:lnSpc>
                <a:spcPct val="100000"/>
              </a:lnSpc>
              <a:spcBef>
                <a:spcPts val="5"/>
              </a:spcBef>
              <a:buChar char="•"/>
              <a:tabLst>
                <a:tab pos="266065" algn="l"/>
              </a:tabLst>
            </a:pPr>
            <a:r>
              <a:rPr sz="3300" dirty="0">
                <a:latin typeface="Times New Roman"/>
                <a:cs typeface="Times New Roman"/>
              </a:rPr>
              <a:t>Clearly</a:t>
            </a:r>
            <a:r>
              <a:rPr sz="3300" spc="30" dirty="0">
                <a:latin typeface="Times New Roman"/>
                <a:cs typeface="Times New Roman"/>
              </a:rPr>
              <a:t> </a:t>
            </a:r>
            <a:r>
              <a:rPr sz="3300" dirty="0">
                <a:latin typeface="Times New Roman"/>
                <a:cs typeface="Times New Roman"/>
              </a:rPr>
              <a:t>organized</a:t>
            </a:r>
            <a:r>
              <a:rPr sz="3300" spc="30" dirty="0">
                <a:latin typeface="Times New Roman"/>
                <a:cs typeface="Times New Roman"/>
              </a:rPr>
              <a:t> </a:t>
            </a:r>
            <a:r>
              <a:rPr sz="3300" dirty="0">
                <a:latin typeface="Times New Roman"/>
                <a:cs typeface="Times New Roman"/>
              </a:rPr>
              <a:t>sections</a:t>
            </a:r>
            <a:r>
              <a:rPr sz="3300" spc="30" dirty="0">
                <a:latin typeface="Times New Roman"/>
                <a:cs typeface="Times New Roman"/>
              </a:rPr>
              <a:t> </a:t>
            </a:r>
            <a:r>
              <a:rPr sz="3300" dirty="0">
                <a:latin typeface="Times New Roman"/>
                <a:cs typeface="Times New Roman"/>
              </a:rPr>
              <a:t>for</a:t>
            </a:r>
            <a:r>
              <a:rPr sz="3300" spc="-165" dirty="0">
                <a:latin typeface="Times New Roman"/>
                <a:cs typeface="Times New Roman"/>
              </a:rPr>
              <a:t> </a:t>
            </a:r>
            <a:r>
              <a:rPr sz="3300" dirty="0">
                <a:latin typeface="Times New Roman"/>
                <a:cs typeface="Times New Roman"/>
              </a:rPr>
              <a:t>About,</a:t>
            </a:r>
            <a:r>
              <a:rPr sz="3300" spc="30" dirty="0">
                <a:latin typeface="Times New Roman"/>
                <a:cs typeface="Times New Roman"/>
              </a:rPr>
              <a:t> </a:t>
            </a:r>
            <a:r>
              <a:rPr sz="3300" dirty="0">
                <a:latin typeface="Times New Roman"/>
                <a:cs typeface="Times New Roman"/>
              </a:rPr>
              <a:t>Skills,</a:t>
            </a:r>
            <a:r>
              <a:rPr sz="3300" spc="35" dirty="0">
                <a:latin typeface="Times New Roman"/>
                <a:cs typeface="Times New Roman"/>
              </a:rPr>
              <a:t> </a:t>
            </a:r>
            <a:r>
              <a:rPr sz="3300" dirty="0">
                <a:latin typeface="Times New Roman"/>
                <a:cs typeface="Times New Roman"/>
              </a:rPr>
              <a:t>Projects,</a:t>
            </a:r>
            <a:r>
              <a:rPr sz="3300" spc="30" dirty="0">
                <a:latin typeface="Times New Roman"/>
                <a:cs typeface="Times New Roman"/>
              </a:rPr>
              <a:t> </a:t>
            </a:r>
            <a:r>
              <a:rPr sz="3300" dirty="0">
                <a:latin typeface="Times New Roman"/>
                <a:cs typeface="Times New Roman"/>
              </a:rPr>
              <a:t>and</a:t>
            </a:r>
            <a:r>
              <a:rPr sz="3300" spc="35" dirty="0">
                <a:latin typeface="Times New Roman"/>
                <a:cs typeface="Times New Roman"/>
              </a:rPr>
              <a:t> </a:t>
            </a:r>
            <a:r>
              <a:rPr sz="3300" spc="-10" dirty="0">
                <a:latin typeface="Times New Roman"/>
                <a:cs typeface="Times New Roman"/>
              </a:rPr>
              <a:t>Contact.</a:t>
            </a:r>
            <a:endParaRPr sz="3300" dirty="0">
              <a:latin typeface="Times New Roman"/>
              <a:cs typeface="Times New Roman"/>
            </a:endParaRPr>
          </a:p>
          <a:p>
            <a:pPr marL="266065" indent="-253365">
              <a:lnSpc>
                <a:spcPct val="100000"/>
              </a:lnSpc>
              <a:spcBef>
                <a:spcPts val="840"/>
              </a:spcBef>
              <a:buChar char="•"/>
              <a:tabLst>
                <a:tab pos="266065" algn="l"/>
              </a:tabLst>
            </a:pPr>
            <a:r>
              <a:rPr sz="3300" dirty="0">
                <a:latin typeface="Times New Roman"/>
                <a:cs typeface="Times New Roman"/>
              </a:rPr>
              <a:t>Fully</a:t>
            </a:r>
            <a:r>
              <a:rPr sz="3300" spc="35" dirty="0">
                <a:latin typeface="Times New Roman"/>
                <a:cs typeface="Times New Roman"/>
              </a:rPr>
              <a:t> </a:t>
            </a:r>
            <a:r>
              <a:rPr sz="3300" dirty="0">
                <a:latin typeface="Times New Roman"/>
                <a:cs typeface="Times New Roman"/>
              </a:rPr>
              <a:t>responsive</a:t>
            </a:r>
            <a:r>
              <a:rPr sz="3300" spc="35" dirty="0">
                <a:latin typeface="Times New Roman"/>
                <a:cs typeface="Times New Roman"/>
              </a:rPr>
              <a:t> </a:t>
            </a:r>
            <a:r>
              <a:rPr sz="3300" dirty="0">
                <a:latin typeface="Times New Roman"/>
                <a:cs typeface="Times New Roman"/>
              </a:rPr>
              <a:t>design</a:t>
            </a:r>
            <a:r>
              <a:rPr sz="3300" spc="40" dirty="0">
                <a:latin typeface="Times New Roman"/>
                <a:cs typeface="Times New Roman"/>
              </a:rPr>
              <a:t> </a:t>
            </a:r>
            <a:r>
              <a:rPr sz="3300" dirty="0">
                <a:latin typeface="Times New Roman"/>
                <a:cs typeface="Times New Roman"/>
              </a:rPr>
              <a:t>suitable</a:t>
            </a:r>
            <a:r>
              <a:rPr sz="3300" spc="30" dirty="0">
                <a:latin typeface="Times New Roman"/>
                <a:cs typeface="Times New Roman"/>
              </a:rPr>
              <a:t> </a:t>
            </a:r>
            <a:r>
              <a:rPr sz="3300" dirty="0">
                <a:latin typeface="Times New Roman"/>
                <a:cs typeface="Times New Roman"/>
              </a:rPr>
              <a:t>for</a:t>
            </a:r>
            <a:r>
              <a:rPr sz="3300" spc="40" dirty="0">
                <a:latin typeface="Times New Roman"/>
                <a:cs typeface="Times New Roman"/>
              </a:rPr>
              <a:t> </a:t>
            </a:r>
            <a:r>
              <a:rPr sz="3300" dirty="0">
                <a:latin typeface="Times New Roman"/>
                <a:cs typeface="Times New Roman"/>
              </a:rPr>
              <a:t>all</a:t>
            </a:r>
            <a:r>
              <a:rPr sz="3300" spc="30" dirty="0">
                <a:latin typeface="Times New Roman"/>
                <a:cs typeface="Times New Roman"/>
              </a:rPr>
              <a:t> </a:t>
            </a:r>
            <a:r>
              <a:rPr sz="3300" dirty="0">
                <a:latin typeface="Times New Roman"/>
                <a:cs typeface="Times New Roman"/>
              </a:rPr>
              <a:t>screen</a:t>
            </a:r>
            <a:r>
              <a:rPr sz="3300" spc="40" dirty="0">
                <a:latin typeface="Times New Roman"/>
                <a:cs typeface="Times New Roman"/>
              </a:rPr>
              <a:t> </a:t>
            </a:r>
            <a:r>
              <a:rPr sz="3300" spc="-10" dirty="0">
                <a:latin typeface="Times New Roman"/>
                <a:cs typeface="Times New Roman"/>
              </a:rPr>
              <a:t>sizes.</a:t>
            </a:r>
            <a:endParaRPr sz="3300" dirty="0">
              <a:latin typeface="Times New Roman"/>
              <a:cs typeface="Times New Roman"/>
            </a:endParaRPr>
          </a:p>
          <a:p>
            <a:pPr marL="266065" indent="-253365">
              <a:lnSpc>
                <a:spcPct val="100000"/>
              </a:lnSpc>
              <a:spcBef>
                <a:spcPts val="840"/>
              </a:spcBef>
              <a:buChar char="•"/>
              <a:tabLst>
                <a:tab pos="266065" algn="l"/>
              </a:tabLst>
            </a:pPr>
            <a:r>
              <a:rPr sz="3300" dirty="0">
                <a:latin typeface="Times New Roman"/>
                <a:cs typeface="Times New Roman"/>
              </a:rPr>
              <a:t>Simple</a:t>
            </a:r>
            <a:r>
              <a:rPr sz="3300" spc="30" dirty="0">
                <a:latin typeface="Times New Roman"/>
                <a:cs typeface="Times New Roman"/>
              </a:rPr>
              <a:t> </a:t>
            </a:r>
            <a:r>
              <a:rPr sz="3300" dirty="0">
                <a:latin typeface="Times New Roman"/>
                <a:cs typeface="Times New Roman"/>
              </a:rPr>
              <a:t>navigation</a:t>
            </a:r>
            <a:r>
              <a:rPr sz="3300" spc="40" dirty="0">
                <a:latin typeface="Times New Roman"/>
                <a:cs typeface="Times New Roman"/>
              </a:rPr>
              <a:t> </a:t>
            </a:r>
            <a:r>
              <a:rPr sz="3300" dirty="0">
                <a:latin typeface="Times New Roman"/>
                <a:cs typeface="Times New Roman"/>
              </a:rPr>
              <a:t>for</a:t>
            </a:r>
            <a:r>
              <a:rPr sz="3300" spc="40" dirty="0">
                <a:latin typeface="Times New Roman"/>
                <a:cs typeface="Times New Roman"/>
              </a:rPr>
              <a:t> </a:t>
            </a:r>
            <a:r>
              <a:rPr sz="3300" dirty="0">
                <a:latin typeface="Times New Roman"/>
                <a:cs typeface="Times New Roman"/>
              </a:rPr>
              <a:t>easy</a:t>
            </a:r>
            <a:r>
              <a:rPr sz="3300" spc="40" dirty="0">
                <a:latin typeface="Times New Roman"/>
                <a:cs typeface="Times New Roman"/>
              </a:rPr>
              <a:t> </a:t>
            </a:r>
            <a:r>
              <a:rPr sz="3300" dirty="0">
                <a:latin typeface="Times New Roman"/>
                <a:cs typeface="Times New Roman"/>
              </a:rPr>
              <a:t>browsing</a:t>
            </a:r>
            <a:r>
              <a:rPr sz="3300" spc="40" dirty="0">
                <a:latin typeface="Times New Roman"/>
                <a:cs typeface="Times New Roman"/>
              </a:rPr>
              <a:t> </a:t>
            </a:r>
            <a:r>
              <a:rPr sz="3300" dirty="0">
                <a:latin typeface="Times New Roman"/>
                <a:cs typeface="Times New Roman"/>
              </a:rPr>
              <a:t>across</a:t>
            </a:r>
            <a:r>
              <a:rPr sz="3300" spc="35" dirty="0">
                <a:latin typeface="Times New Roman"/>
                <a:cs typeface="Times New Roman"/>
              </a:rPr>
              <a:t> </a:t>
            </a:r>
            <a:r>
              <a:rPr sz="3300" dirty="0">
                <a:latin typeface="Times New Roman"/>
                <a:cs typeface="Times New Roman"/>
              </a:rPr>
              <a:t>all</a:t>
            </a:r>
            <a:r>
              <a:rPr sz="3300" spc="35" dirty="0">
                <a:latin typeface="Times New Roman"/>
                <a:cs typeface="Times New Roman"/>
              </a:rPr>
              <a:t> </a:t>
            </a:r>
            <a:r>
              <a:rPr sz="3300" spc="-10" dirty="0">
                <a:latin typeface="Times New Roman"/>
                <a:cs typeface="Times New Roman"/>
              </a:rPr>
              <a:t>pages.</a:t>
            </a:r>
            <a:endParaRPr sz="3300" dirty="0">
              <a:latin typeface="Times New Roman"/>
              <a:cs typeface="Times New Roman"/>
            </a:endParaRPr>
          </a:p>
          <a:p>
            <a:pPr marL="266065" indent="-253365">
              <a:lnSpc>
                <a:spcPct val="100000"/>
              </a:lnSpc>
              <a:spcBef>
                <a:spcPts val="840"/>
              </a:spcBef>
              <a:buChar char="•"/>
              <a:tabLst>
                <a:tab pos="266065" algn="l"/>
              </a:tabLst>
            </a:pPr>
            <a:r>
              <a:rPr sz="3300" dirty="0">
                <a:latin typeface="Times New Roman"/>
                <a:cs typeface="Times New Roman"/>
              </a:rPr>
              <a:t>Clean</a:t>
            </a:r>
            <a:r>
              <a:rPr sz="3300" spc="30" dirty="0">
                <a:latin typeface="Times New Roman"/>
                <a:cs typeface="Times New Roman"/>
              </a:rPr>
              <a:t> </a:t>
            </a:r>
            <a:r>
              <a:rPr sz="3300" dirty="0">
                <a:latin typeface="Times New Roman"/>
                <a:cs typeface="Times New Roman"/>
              </a:rPr>
              <a:t>UI</a:t>
            </a:r>
            <a:r>
              <a:rPr sz="3300" spc="35" dirty="0">
                <a:latin typeface="Times New Roman"/>
                <a:cs typeface="Times New Roman"/>
              </a:rPr>
              <a:t> </a:t>
            </a:r>
            <a:r>
              <a:rPr sz="3300" dirty="0">
                <a:latin typeface="Times New Roman"/>
                <a:cs typeface="Times New Roman"/>
              </a:rPr>
              <a:t>created</a:t>
            </a:r>
            <a:r>
              <a:rPr sz="3300" spc="35" dirty="0">
                <a:latin typeface="Times New Roman"/>
                <a:cs typeface="Times New Roman"/>
              </a:rPr>
              <a:t> </a:t>
            </a:r>
            <a:r>
              <a:rPr sz="3300" dirty="0">
                <a:latin typeface="Times New Roman"/>
                <a:cs typeface="Times New Roman"/>
              </a:rPr>
              <a:t>using</a:t>
            </a:r>
            <a:r>
              <a:rPr sz="3300" spc="35" dirty="0">
                <a:latin typeface="Times New Roman"/>
                <a:cs typeface="Times New Roman"/>
              </a:rPr>
              <a:t> </a:t>
            </a:r>
            <a:r>
              <a:rPr sz="3300" dirty="0">
                <a:latin typeface="Times New Roman"/>
                <a:cs typeface="Times New Roman"/>
              </a:rPr>
              <a:t>HTML</a:t>
            </a:r>
            <a:r>
              <a:rPr sz="3300" spc="-100" dirty="0">
                <a:latin typeface="Times New Roman"/>
                <a:cs typeface="Times New Roman"/>
              </a:rPr>
              <a:t> </a:t>
            </a:r>
            <a:r>
              <a:rPr sz="3300" dirty="0">
                <a:latin typeface="Times New Roman"/>
                <a:cs typeface="Times New Roman"/>
              </a:rPr>
              <a:t>and</a:t>
            </a:r>
            <a:r>
              <a:rPr sz="3300" spc="35" dirty="0">
                <a:latin typeface="Times New Roman"/>
                <a:cs typeface="Times New Roman"/>
              </a:rPr>
              <a:t> </a:t>
            </a:r>
            <a:r>
              <a:rPr sz="3300" spc="-20" dirty="0">
                <a:latin typeface="Times New Roman"/>
                <a:cs typeface="Times New Roman"/>
              </a:rPr>
              <a:t>CSS.</a:t>
            </a:r>
            <a:endParaRPr sz="3300" dirty="0">
              <a:latin typeface="Times New Roman"/>
              <a:cs typeface="Times New Roman"/>
            </a:endParaRPr>
          </a:p>
          <a:p>
            <a:pPr marL="266065" indent="-253365">
              <a:lnSpc>
                <a:spcPct val="100000"/>
              </a:lnSpc>
              <a:spcBef>
                <a:spcPts val="840"/>
              </a:spcBef>
              <a:buChar char="•"/>
              <a:tabLst>
                <a:tab pos="266065" algn="l"/>
              </a:tabLst>
            </a:pPr>
            <a:r>
              <a:rPr sz="3300" dirty="0">
                <a:latin typeface="Times New Roman"/>
                <a:cs typeface="Times New Roman"/>
              </a:rPr>
              <a:t>Professional</a:t>
            </a:r>
            <a:r>
              <a:rPr sz="3300" spc="35" dirty="0">
                <a:latin typeface="Times New Roman"/>
                <a:cs typeface="Times New Roman"/>
              </a:rPr>
              <a:t> </a:t>
            </a:r>
            <a:r>
              <a:rPr sz="3300" dirty="0">
                <a:latin typeface="Times New Roman"/>
                <a:cs typeface="Times New Roman"/>
              </a:rPr>
              <a:t>presentation</a:t>
            </a:r>
            <a:r>
              <a:rPr sz="3300" spc="40" dirty="0">
                <a:latin typeface="Times New Roman"/>
                <a:cs typeface="Times New Roman"/>
              </a:rPr>
              <a:t> </a:t>
            </a:r>
            <a:r>
              <a:rPr sz="3300" dirty="0">
                <a:latin typeface="Times New Roman"/>
                <a:cs typeface="Times New Roman"/>
              </a:rPr>
              <a:t>of</a:t>
            </a:r>
            <a:r>
              <a:rPr sz="3300" spc="45" dirty="0">
                <a:latin typeface="Times New Roman"/>
                <a:cs typeface="Times New Roman"/>
              </a:rPr>
              <a:t> </a:t>
            </a:r>
            <a:r>
              <a:rPr sz="3300" dirty="0">
                <a:latin typeface="Times New Roman"/>
                <a:cs typeface="Times New Roman"/>
              </a:rPr>
              <a:t>profile</a:t>
            </a:r>
            <a:r>
              <a:rPr sz="3300" spc="35" dirty="0">
                <a:latin typeface="Times New Roman"/>
                <a:cs typeface="Times New Roman"/>
              </a:rPr>
              <a:t> </a:t>
            </a:r>
            <a:r>
              <a:rPr sz="3300" dirty="0">
                <a:latin typeface="Times New Roman"/>
                <a:cs typeface="Times New Roman"/>
              </a:rPr>
              <a:t>details</a:t>
            </a:r>
            <a:r>
              <a:rPr sz="3300" spc="40" dirty="0">
                <a:latin typeface="Times New Roman"/>
                <a:cs typeface="Times New Roman"/>
              </a:rPr>
              <a:t> </a:t>
            </a:r>
            <a:r>
              <a:rPr sz="3300" dirty="0">
                <a:latin typeface="Times New Roman"/>
                <a:cs typeface="Times New Roman"/>
              </a:rPr>
              <a:t>and</a:t>
            </a:r>
            <a:r>
              <a:rPr sz="3300" spc="40" dirty="0">
                <a:latin typeface="Times New Roman"/>
                <a:cs typeface="Times New Roman"/>
              </a:rPr>
              <a:t> </a:t>
            </a:r>
            <a:r>
              <a:rPr sz="3300" spc="-10" dirty="0">
                <a:latin typeface="Times New Roman"/>
                <a:cs typeface="Times New Roman"/>
              </a:rPr>
              <a:t>resume.</a:t>
            </a:r>
            <a:endParaRPr sz="33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Personal</a:t>
            </a:r>
            <a:r>
              <a:rPr spc="-135" dirty="0"/>
              <a:t> </a:t>
            </a:r>
            <a:r>
              <a:rPr dirty="0"/>
              <a:t>Portfolio</a:t>
            </a:r>
            <a:r>
              <a:rPr spc="-200" dirty="0"/>
              <a:t> </a:t>
            </a:r>
            <a:r>
              <a:rPr spc="-30" dirty="0"/>
              <a:t>Website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400" y="1371600"/>
            <a:ext cx="12877800" cy="724376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01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250" spc="-20" dirty="0"/>
              <a:t>Task</a:t>
            </a:r>
            <a:r>
              <a:rPr sz="4250" spc="-70" dirty="0"/>
              <a:t> </a:t>
            </a:r>
            <a:r>
              <a:rPr sz="4250" dirty="0"/>
              <a:t>02</a:t>
            </a:r>
            <a:r>
              <a:rPr sz="4250" spc="-60" dirty="0"/>
              <a:t> </a:t>
            </a:r>
            <a:r>
              <a:rPr sz="4250" dirty="0"/>
              <a:t>–</a:t>
            </a:r>
            <a:r>
              <a:rPr sz="4250" spc="-60" dirty="0"/>
              <a:t> </a:t>
            </a:r>
            <a:r>
              <a:rPr sz="4250" dirty="0"/>
              <a:t>Responsive</a:t>
            </a:r>
            <a:r>
              <a:rPr sz="4250" spc="-60" dirty="0"/>
              <a:t> </a:t>
            </a:r>
            <a:r>
              <a:rPr sz="4250" dirty="0"/>
              <a:t>Landing</a:t>
            </a:r>
            <a:r>
              <a:rPr sz="4250" spc="-60" dirty="0"/>
              <a:t> </a:t>
            </a:r>
            <a:r>
              <a:rPr sz="4250" spc="-20" dirty="0"/>
              <a:t>Page</a:t>
            </a:r>
            <a:endParaRPr sz="4250"/>
          </a:p>
        </p:txBody>
      </p:sp>
      <p:sp>
        <p:nvSpPr>
          <p:cNvPr id="3" name="object 3"/>
          <p:cNvSpPr txBox="1"/>
          <p:nvPr/>
        </p:nvSpPr>
        <p:spPr>
          <a:xfrm>
            <a:off x="291030" y="980904"/>
            <a:ext cx="14436090" cy="4546758"/>
          </a:xfrm>
          <a:prstGeom prst="rect">
            <a:avLst/>
          </a:prstGeom>
        </p:spPr>
        <p:txBody>
          <a:bodyPr vert="horz" wrap="square" lIns="0" tIns="15176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195"/>
              </a:spcBef>
              <a:buFont typeface="Times New Roman"/>
              <a:buChar char="•"/>
              <a:tabLst>
                <a:tab pos="469265" algn="l"/>
              </a:tabLst>
            </a:pPr>
            <a:r>
              <a:rPr sz="4100" b="1" spc="-10" dirty="0">
                <a:latin typeface="Times New Roman"/>
                <a:cs typeface="Times New Roman"/>
              </a:rPr>
              <a:t>Objective:</a:t>
            </a:r>
            <a:endParaRPr sz="4100" dirty="0">
              <a:latin typeface="Times New Roman"/>
              <a:cs typeface="Times New Roman"/>
            </a:endParaRPr>
          </a:p>
          <a:p>
            <a:pPr marL="469900" marR="5080" indent="-457200">
              <a:lnSpc>
                <a:spcPct val="100499"/>
              </a:lnSpc>
              <a:spcBef>
                <a:spcPts val="900"/>
              </a:spcBef>
              <a:buChar char="•"/>
              <a:tabLst>
                <a:tab pos="469900" algn="l"/>
              </a:tabLst>
            </a:pPr>
            <a:r>
              <a:rPr sz="3450" spc="-45" dirty="0">
                <a:latin typeface="Times New Roman"/>
                <a:cs typeface="Times New Roman"/>
              </a:rPr>
              <a:t>To</a:t>
            </a:r>
            <a:r>
              <a:rPr sz="3450" spc="-40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design</a:t>
            </a:r>
            <a:r>
              <a:rPr sz="3450" spc="-40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and</a:t>
            </a:r>
            <a:r>
              <a:rPr sz="3450" spc="-35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develop</a:t>
            </a:r>
            <a:r>
              <a:rPr sz="3450" spc="-40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a</a:t>
            </a:r>
            <a:r>
              <a:rPr sz="3450" spc="-40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visually</a:t>
            </a:r>
            <a:r>
              <a:rPr sz="3450" spc="-40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appealing,</a:t>
            </a:r>
            <a:r>
              <a:rPr sz="3450" spc="-40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interactive,</a:t>
            </a:r>
            <a:r>
              <a:rPr sz="3450" spc="-35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and</a:t>
            </a:r>
            <a:r>
              <a:rPr sz="3450" spc="-40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fully</a:t>
            </a:r>
            <a:r>
              <a:rPr sz="3450" spc="-35" dirty="0">
                <a:latin typeface="Times New Roman"/>
                <a:cs typeface="Times New Roman"/>
              </a:rPr>
              <a:t> </a:t>
            </a:r>
            <a:r>
              <a:rPr sz="3450" spc="-10" dirty="0">
                <a:latin typeface="Times New Roman"/>
                <a:cs typeface="Times New Roman"/>
              </a:rPr>
              <a:t>responsive </a:t>
            </a:r>
            <a:r>
              <a:rPr sz="3450" dirty="0">
                <a:latin typeface="Times New Roman"/>
                <a:cs typeface="Times New Roman"/>
              </a:rPr>
              <a:t>landing</a:t>
            </a:r>
            <a:r>
              <a:rPr sz="3450" spc="-40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page</a:t>
            </a:r>
            <a:r>
              <a:rPr sz="3450" spc="-35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that</a:t>
            </a:r>
            <a:r>
              <a:rPr sz="3450" spc="-30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adapts</a:t>
            </a:r>
            <a:r>
              <a:rPr sz="3450" spc="-25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to</a:t>
            </a:r>
            <a:r>
              <a:rPr sz="3450" spc="-30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different</a:t>
            </a:r>
            <a:r>
              <a:rPr sz="3450" spc="-30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screen</a:t>
            </a:r>
            <a:r>
              <a:rPr sz="3450" spc="-30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sizes</a:t>
            </a:r>
            <a:r>
              <a:rPr sz="3450" spc="-25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and</a:t>
            </a:r>
            <a:r>
              <a:rPr sz="3450" spc="-30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enhances</a:t>
            </a:r>
            <a:r>
              <a:rPr sz="3450" spc="-30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user</a:t>
            </a:r>
            <a:r>
              <a:rPr sz="3450" spc="-25" dirty="0">
                <a:latin typeface="Times New Roman"/>
                <a:cs typeface="Times New Roman"/>
              </a:rPr>
              <a:t> </a:t>
            </a:r>
            <a:r>
              <a:rPr sz="3450" spc="-10" dirty="0">
                <a:latin typeface="Times New Roman"/>
                <a:cs typeface="Times New Roman"/>
              </a:rPr>
              <a:t>experience</a:t>
            </a:r>
            <a:r>
              <a:rPr sz="3450" spc="-10" dirty="0" smtClean="0">
                <a:latin typeface="Times New Roman"/>
                <a:cs typeface="Times New Roman"/>
              </a:rPr>
              <a:t>.</a:t>
            </a:r>
            <a:endParaRPr lang="en-US" sz="3450" spc="-10" dirty="0" smtClean="0">
              <a:latin typeface="Times New Roman"/>
              <a:cs typeface="Times New Roman"/>
            </a:endParaRPr>
          </a:p>
          <a:p>
            <a:pPr marL="12700" marR="5080">
              <a:lnSpc>
                <a:spcPct val="100499"/>
              </a:lnSpc>
              <a:spcBef>
                <a:spcPts val="900"/>
              </a:spcBef>
              <a:tabLst>
                <a:tab pos="469900" algn="l"/>
              </a:tabLst>
            </a:pPr>
            <a:endParaRPr lang="en-US" sz="3450" spc="-10" dirty="0" smtClean="0">
              <a:latin typeface="Times New Roman"/>
              <a:cs typeface="Times New Roman"/>
            </a:endParaRPr>
          </a:p>
          <a:p>
            <a:pPr marL="12700" marR="5080" algn="ctr">
              <a:lnSpc>
                <a:spcPct val="100499"/>
              </a:lnSpc>
              <a:spcBef>
                <a:spcPts val="900"/>
              </a:spcBef>
              <a:tabLst>
                <a:tab pos="469900" algn="l"/>
              </a:tabLst>
            </a:pPr>
            <a:r>
              <a:rPr lang="en-US" sz="3450" spc="-10" dirty="0" smtClean="0">
                <a:latin typeface="Times New Roman"/>
                <a:cs typeface="Times New Roman"/>
                <a:hlinkClick r:id="rId2"/>
              </a:rPr>
              <a:t>Live</a:t>
            </a:r>
            <a:r>
              <a:rPr lang="en-US" sz="3450" spc="-10" dirty="0" smtClean="0">
                <a:latin typeface="Times New Roman"/>
                <a:cs typeface="Times New Roman"/>
              </a:rPr>
              <a:t> 		</a:t>
            </a:r>
            <a:r>
              <a:rPr lang="en-US" sz="3450" spc="-10" dirty="0" smtClean="0">
                <a:latin typeface="Times New Roman"/>
                <a:cs typeface="Times New Roman"/>
                <a:hlinkClick r:id="rId3"/>
              </a:rPr>
              <a:t>GitHub</a:t>
            </a:r>
            <a:endParaRPr lang="en-US" sz="3450" spc="-10" dirty="0" smtClean="0">
              <a:latin typeface="Times New Roman"/>
              <a:cs typeface="Times New Roman"/>
            </a:endParaRPr>
          </a:p>
          <a:p>
            <a:pPr marL="469900" marR="5080" indent="-457200">
              <a:lnSpc>
                <a:spcPct val="100499"/>
              </a:lnSpc>
              <a:spcBef>
                <a:spcPts val="900"/>
              </a:spcBef>
              <a:buChar char="•"/>
              <a:tabLst>
                <a:tab pos="469900" algn="l"/>
              </a:tabLst>
            </a:pPr>
            <a:endParaRPr lang="en-US" sz="3450" spc="-10" dirty="0">
              <a:latin typeface="Times New Roman"/>
              <a:cs typeface="Times New Roman"/>
            </a:endParaRPr>
          </a:p>
          <a:p>
            <a:pPr marL="12700" marR="5080">
              <a:lnSpc>
                <a:spcPct val="100499"/>
              </a:lnSpc>
              <a:spcBef>
                <a:spcPts val="900"/>
              </a:spcBef>
              <a:tabLst>
                <a:tab pos="469900" algn="l"/>
              </a:tabLst>
            </a:pPr>
            <a:endParaRPr sz="345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4200" y="4495800"/>
            <a:ext cx="9511665" cy="3994150"/>
          </a:xfrm>
          <a:prstGeom prst="rect">
            <a:avLst/>
          </a:prstGeom>
        </p:spPr>
        <p:txBody>
          <a:bodyPr vert="horz" wrap="square" lIns="0" tIns="156210" rIns="0" bIns="0" rtlCol="0">
            <a:spAutoFit/>
          </a:bodyPr>
          <a:lstStyle/>
          <a:p>
            <a:pPr marL="147955">
              <a:lnSpc>
                <a:spcPct val="100000"/>
              </a:lnSpc>
              <a:spcBef>
                <a:spcPts val="1230"/>
              </a:spcBef>
            </a:pPr>
            <a:r>
              <a:rPr sz="4250" b="1" dirty="0">
                <a:latin typeface="Times New Roman"/>
                <a:cs typeface="Times New Roman"/>
              </a:rPr>
              <a:t>Key</a:t>
            </a:r>
            <a:r>
              <a:rPr sz="4250" b="1" spc="-15" dirty="0">
                <a:latin typeface="Times New Roman"/>
                <a:cs typeface="Times New Roman"/>
              </a:rPr>
              <a:t> </a:t>
            </a:r>
            <a:r>
              <a:rPr sz="4250" b="1" spc="-10" dirty="0">
                <a:latin typeface="Times New Roman"/>
                <a:cs typeface="Times New Roman"/>
              </a:rPr>
              <a:t>Features:</a:t>
            </a:r>
            <a:endParaRPr sz="4250" dirty="0">
              <a:latin typeface="Times New Roman"/>
              <a:cs typeface="Times New Roman"/>
            </a:endParaRPr>
          </a:p>
          <a:p>
            <a:pPr marL="276225" indent="-263525">
              <a:lnSpc>
                <a:spcPct val="100000"/>
              </a:lnSpc>
              <a:spcBef>
                <a:spcPts val="930"/>
              </a:spcBef>
              <a:buChar char="•"/>
              <a:tabLst>
                <a:tab pos="276225" algn="l"/>
              </a:tabLst>
            </a:pPr>
            <a:r>
              <a:rPr sz="3450" dirty="0">
                <a:latin typeface="Times New Roman"/>
                <a:cs typeface="Times New Roman"/>
              </a:rPr>
              <a:t>Fixed</a:t>
            </a:r>
            <a:r>
              <a:rPr sz="3450" spc="-30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navigation</a:t>
            </a:r>
            <a:r>
              <a:rPr sz="3450" spc="-15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bar</a:t>
            </a:r>
            <a:r>
              <a:rPr sz="3450" spc="-15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visible</a:t>
            </a:r>
            <a:r>
              <a:rPr sz="3450" spc="-25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on</a:t>
            </a:r>
            <a:r>
              <a:rPr sz="3450" spc="-15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all</a:t>
            </a:r>
            <a:r>
              <a:rPr sz="3450" spc="-15" dirty="0">
                <a:latin typeface="Times New Roman"/>
                <a:cs typeface="Times New Roman"/>
              </a:rPr>
              <a:t> </a:t>
            </a:r>
            <a:r>
              <a:rPr sz="3450" spc="-10" dirty="0">
                <a:latin typeface="Times New Roman"/>
                <a:cs typeface="Times New Roman"/>
              </a:rPr>
              <a:t>pages.</a:t>
            </a:r>
            <a:endParaRPr sz="3450" dirty="0">
              <a:latin typeface="Times New Roman"/>
              <a:cs typeface="Times New Roman"/>
            </a:endParaRPr>
          </a:p>
          <a:p>
            <a:pPr marL="276225" indent="-263525">
              <a:lnSpc>
                <a:spcPct val="100000"/>
              </a:lnSpc>
              <a:spcBef>
                <a:spcPts val="844"/>
              </a:spcBef>
              <a:buChar char="•"/>
              <a:tabLst>
                <a:tab pos="276225" algn="l"/>
              </a:tabLst>
            </a:pPr>
            <a:r>
              <a:rPr sz="3450" dirty="0">
                <a:latin typeface="Times New Roman"/>
                <a:cs typeface="Times New Roman"/>
              </a:rPr>
              <a:t>Menu</a:t>
            </a:r>
            <a:r>
              <a:rPr sz="3450" spc="-25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highlights</a:t>
            </a:r>
            <a:r>
              <a:rPr sz="3450" spc="-15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or</a:t>
            </a:r>
            <a:r>
              <a:rPr sz="3450" spc="-10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color</a:t>
            </a:r>
            <a:r>
              <a:rPr sz="3450" spc="-15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changes</a:t>
            </a:r>
            <a:r>
              <a:rPr sz="3450" spc="-15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on</a:t>
            </a:r>
            <a:r>
              <a:rPr sz="3450" spc="-10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scroll</a:t>
            </a:r>
            <a:r>
              <a:rPr sz="3450" spc="-15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or</a:t>
            </a:r>
            <a:r>
              <a:rPr sz="3450" spc="-10" dirty="0">
                <a:latin typeface="Times New Roman"/>
                <a:cs typeface="Times New Roman"/>
              </a:rPr>
              <a:t> hover.</a:t>
            </a:r>
            <a:endParaRPr sz="3450" dirty="0">
              <a:latin typeface="Times New Roman"/>
              <a:cs typeface="Times New Roman"/>
            </a:endParaRPr>
          </a:p>
          <a:p>
            <a:pPr marL="276225" indent="-263525">
              <a:lnSpc>
                <a:spcPct val="100000"/>
              </a:lnSpc>
              <a:spcBef>
                <a:spcPts val="844"/>
              </a:spcBef>
              <a:buChar char="•"/>
              <a:tabLst>
                <a:tab pos="276225" algn="l"/>
              </a:tabLst>
            </a:pPr>
            <a:r>
              <a:rPr sz="3450" spc="-10" dirty="0">
                <a:latin typeface="Times New Roman"/>
                <a:cs typeface="Times New Roman"/>
              </a:rPr>
              <a:t>Mobile-</a:t>
            </a:r>
            <a:r>
              <a:rPr sz="3450" dirty="0">
                <a:latin typeface="Times New Roman"/>
                <a:cs typeface="Times New Roman"/>
              </a:rPr>
              <a:t>friendly</a:t>
            </a:r>
            <a:r>
              <a:rPr sz="3450" spc="-25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and</a:t>
            </a:r>
            <a:r>
              <a:rPr sz="3450" spc="-15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compatible</a:t>
            </a:r>
            <a:r>
              <a:rPr sz="3450" spc="-20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with</a:t>
            </a:r>
            <a:r>
              <a:rPr sz="3450" spc="-15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all</a:t>
            </a:r>
            <a:r>
              <a:rPr sz="3450" spc="-10" dirty="0">
                <a:latin typeface="Times New Roman"/>
                <a:cs typeface="Times New Roman"/>
              </a:rPr>
              <a:t> devices.</a:t>
            </a:r>
            <a:endParaRPr sz="3450" dirty="0">
              <a:latin typeface="Times New Roman"/>
              <a:cs typeface="Times New Roman"/>
            </a:endParaRPr>
          </a:p>
          <a:p>
            <a:pPr marL="276225" indent="-263525">
              <a:lnSpc>
                <a:spcPct val="100000"/>
              </a:lnSpc>
              <a:spcBef>
                <a:spcPts val="850"/>
              </a:spcBef>
              <a:buChar char="•"/>
              <a:tabLst>
                <a:tab pos="276225" algn="l"/>
              </a:tabLst>
            </a:pPr>
            <a:r>
              <a:rPr sz="3450" dirty="0">
                <a:latin typeface="Times New Roman"/>
                <a:cs typeface="Times New Roman"/>
              </a:rPr>
              <a:t>Clean</a:t>
            </a:r>
            <a:r>
              <a:rPr sz="3450" spc="-30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layout</a:t>
            </a:r>
            <a:r>
              <a:rPr sz="3450" spc="-20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using</a:t>
            </a:r>
            <a:r>
              <a:rPr sz="3450" spc="-15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HTML,</a:t>
            </a:r>
            <a:r>
              <a:rPr sz="3450" spc="-20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CSS,</a:t>
            </a:r>
            <a:r>
              <a:rPr sz="3450" spc="-20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and</a:t>
            </a:r>
            <a:r>
              <a:rPr sz="3450" spc="-15" dirty="0">
                <a:latin typeface="Times New Roman"/>
                <a:cs typeface="Times New Roman"/>
              </a:rPr>
              <a:t> </a:t>
            </a:r>
            <a:r>
              <a:rPr sz="3450" spc="-10" dirty="0">
                <a:latin typeface="Times New Roman"/>
                <a:cs typeface="Times New Roman"/>
              </a:rPr>
              <a:t>JavaScript.</a:t>
            </a:r>
            <a:endParaRPr sz="3450" dirty="0">
              <a:latin typeface="Times New Roman"/>
              <a:cs typeface="Times New Roman"/>
            </a:endParaRPr>
          </a:p>
          <a:p>
            <a:pPr marL="276225" indent="-263525">
              <a:lnSpc>
                <a:spcPct val="100000"/>
              </a:lnSpc>
              <a:spcBef>
                <a:spcPts val="844"/>
              </a:spcBef>
              <a:buChar char="•"/>
              <a:tabLst>
                <a:tab pos="276225" algn="l"/>
              </a:tabLst>
            </a:pPr>
            <a:r>
              <a:rPr sz="3450" dirty="0">
                <a:latin typeface="Times New Roman"/>
                <a:cs typeface="Times New Roman"/>
              </a:rPr>
              <a:t>Smooth</a:t>
            </a:r>
            <a:r>
              <a:rPr sz="3450" spc="-25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scrolling</a:t>
            </a:r>
            <a:r>
              <a:rPr sz="3450" spc="-15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and</a:t>
            </a:r>
            <a:r>
              <a:rPr sz="3450" spc="-15" dirty="0">
                <a:latin typeface="Times New Roman"/>
                <a:cs typeface="Times New Roman"/>
              </a:rPr>
              <a:t> </a:t>
            </a:r>
            <a:r>
              <a:rPr sz="3450" spc="-25" dirty="0">
                <a:latin typeface="Times New Roman"/>
                <a:cs typeface="Times New Roman"/>
              </a:rPr>
              <a:t>user-</a:t>
            </a:r>
            <a:r>
              <a:rPr sz="3450" dirty="0">
                <a:latin typeface="Times New Roman"/>
                <a:cs typeface="Times New Roman"/>
              </a:rPr>
              <a:t>friendly</a:t>
            </a:r>
            <a:r>
              <a:rPr sz="3450" spc="-15" dirty="0">
                <a:latin typeface="Times New Roman"/>
                <a:cs typeface="Times New Roman"/>
              </a:rPr>
              <a:t> </a:t>
            </a:r>
            <a:r>
              <a:rPr sz="3450" spc="-10" dirty="0">
                <a:latin typeface="Times New Roman"/>
                <a:cs typeface="Times New Roman"/>
              </a:rPr>
              <a:t>interface.</a:t>
            </a:r>
            <a:endParaRPr sz="34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2019" y="469477"/>
            <a:ext cx="635444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56835" algn="l"/>
              </a:tabLst>
            </a:pPr>
            <a:r>
              <a:rPr dirty="0"/>
              <a:t>Responsive</a:t>
            </a:r>
            <a:r>
              <a:rPr spc="-45" dirty="0"/>
              <a:t> </a:t>
            </a:r>
            <a:r>
              <a:rPr spc="-10" dirty="0"/>
              <a:t>Landing</a:t>
            </a:r>
            <a:r>
              <a:rPr dirty="0"/>
              <a:t>	</a:t>
            </a:r>
            <a:r>
              <a:rPr spc="-20" dirty="0"/>
              <a:t>Page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4400" y="1981200"/>
            <a:ext cx="10668000" cy="60007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01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250" spc="-20" dirty="0"/>
              <a:t>Task</a:t>
            </a:r>
            <a:r>
              <a:rPr sz="4250" spc="-90" dirty="0"/>
              <a:t> </a:t>
            </a:r>
            <a:r>
              <a:rPr sz="4250" dirty="0"/>
              <a:t>03</a:t>
            </a:r>
            <a:r>
              <a:rPr sz="4250" spc="-80" dirty="0"/>
              <a:t> </a:t>
            </a:r>
            <a:r>
              <a:rPr sz="4250" dirty="0"/>
              <a:t>–</a:t>
            </a:r>
            <a:r>
              <a:rPr sz="4250" spc="-80" dirty="0"/>
              <a:t> </a:t>
            </a:r>
            <a:r>
              <a:rPr sz="4250" spc="-10" dirty="0">
                <a:latin typeface="Arial MT"/>
                <a:cs typeface="Arial MT"/>
              </a:rPr>
              <a:t>Calculator</a:t>
            </a:r>
            <a:endParaRPr sz="425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9367" y="1022309"/>
            <a:ext cx="14961869" cy="7589520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665"/>
              </a:spcBef>
              <a:buFont typeface="Times New Roman"/>
              <a:buChar char="•"/>
              <a:tabLst>
                <a:tab pos="469265" algn="l"/>
              </a:tabLst>
            </a:pPr>
            <a:r>
              <a:rPr sz="4250" b="1" spc="-10" dirty="0">
                <a:latin typeface="Times New Roman"/>
                <a:cs typeface="Times New Roman"/>
              </a:rPr>
              <a:t>Objective:</a:t>
            </a:r>
            <a:endParaRPr sz="4250">
              <a:latin typeface="Times New Roman"/>
              <a:cs typeface="Times New Roman"/>
            </a:endParaRPr>
          </a:p>
          <a:p>
            <a:pPr marL="469900" marR="1055370" indent="-457200">
              <a:lnSpc>
                <a:spcPts val="4170"/>
              </a:lnSpc>
              <a:spcBef>
                <a:spcPts val="1035"/>
              </a:spcBef>
              <a:buChar char="•"/>
              <a:tabLst>
                <a:tab pos="469900" algn="l"/>
              </a:tabLst>
            </a:pPr>
            <a:r>
              <a:rPr sz="3850" spc="-45" dirty="0">
                <a:latin typeface="Times New Roman"/>
                <a:cs typeface="Times New Roman"/>
              </a:rPr>
              <a:t>To</a:t>
            </a:r>
            <a:r>
              <a:rPr sz="3850" spc="-60" dirty="0">
                <a:latin typeface="Times New Roman"/>
                <a:cs typeface="Times New Roman"/>
              </a:rPr>
              <a:t> </a:t>
            </a:r>
            <a:r>
              <a:rPr sz="3850" dirty="0">
                <a:latin typeface="Times New Roman"/>
                <a:cs typeface="Times New Roman"/>
              </a:rPr>
              <a:t>develop</a:t>
            </a:r>
            <a:r>
              <a:rPr sz="3850" spc="-55" dirty="0">
                <a:latin typeface="Times New Roman"/>
                <a:cs typeface="Times New Roman"/>
              </a:rPr>
              <a:t> </a:t>
            </a:r>
            <a:r>
              <a:rPr sz="3850" dirty="0">
                <a:latin typeface="Times New Roman"/>
                <a:cs typeface="Times New Roman"/>
              </a:rPr>
              <a:t>a</a:t>
            </a:r>
            <a:r>
              <a:rPr sz="3850" spc="-60" dirty="0">
                <a:latin typeface="Times New Roman"/>
                <a:cs typeface="Times New Roman"/>
              </a:rPr>
              <a:t> </a:t>
            </a:r>
            <a:r>
              <a:rPr sz="3850" dirty="0">
                <a:latin typeface="Times New Roman"/>
                <a:cs typeface="Times New Roman"/>
              </a:rPr>
              <a:t>functional,</a:t>
            </a:r>
            <a:r>
              <a:rPr sz="3850" spc="-55" dirty="0">
                <a:latin typeface="Times New Roman"/>
                <a:cs typeface="Times New Roman"/>
              </a:rPr>
              <a:t> </a:t>
            </a:r>
            <a:r>
              <a:rPr sz="3850" dirty="0">
                <a:latin typeface="Times New Roman"/>
                <a:cs typeface="Times New Roman"/>
              </a:rPr>
              <a:t>interactive,</a:t>
            </a:r>
            <a:r>
              <a:rPr sz="3850" spc="-55" dirty="0">
                <a:latin typeface="Times New Roman"/>
                <a:cs typeface="Times New Roman"/>
              </a:rPr>
              <a:t> </a:t>
            </a:r>
            <a:r>
              <a:rPr sz="3850" dirty="0">
                <a:latin typeface="Times New Roman"/>
                <a:cs typeface="Times New Roman"/>
              </a:rPr>
              <a:t>and</a:t>
            </a:r>
            <a:r>
              <a:rPr sz="3850" spc="-60" dirty="0">
                <a:latin typeface="Times New Roman"/>
                <a:cs typeface="Times New Roman"/>
              </a:rPr>
              <a:t> </a:t>
            </a:r>
            <a:r>
              <a:rPr sz="3850" dirty="0">
                <a:latin typeface="Times New Roman"/>
                <a:cs typeface="Times New Roman"/>
              </a:rPr>
              <a:t>visually</a:t>
            </a:r>
            <a:r>
              <a:rPr sz="3850" spc="-55" dirty="0">
                <a:latin typeface="Times New Roman"/>
                <a:cs typeface="Times New Roman"/>
              </a:rPr>
              <a:t> </a:t>
            </a:r>
            <a:r>
              <a:rPr sz="3850" dirty="0">
                <a:latin typeface="Times New Roman"/>
                <a:cs typeface="Times New Roman"/>
              </a:rPr>
              <a:t>engaging</a:t>
            </a:r>
            <a:r>
              <a:rPr sz="3850" spc="-55" dirty="0">
                <a:latin typeface="Times New Roman"/>
                <a:cs typeface="Times New Roman"/>
              </a:rPr>
              <a:t> </a:t>
            </a:r>
            <a:r>
              <a:rPr sz="3850" spc="-10" dirty="0">
                <a:latin typeface="Times New Roman"/>
                <a:cs typeface="Times New Roman"/>
              </a:rPr>
              <a:t>scientific </a:t>
            </a:r>
            <a:r>
              <a:rPr sz="3850" dirty="0">
                <a:latin typeface="Times New Roman"/>
                <a:cs typeface="Times New Roman"/>
              </a:rPr>
              <a:t>calculator</a:t>
            </a:r>
            <a:r>
              <a:rPr sz="3850" spc="-35" dirty="0">
                <a:latin typeface="Times New Roman"/>
                <a:cs typeface="Times New Roman"/>
              </a:rPr>
              <a:t> </a:t>
            </a:r>
            <a:r>
              <a:rPr sz="3850" dirty="0">
                <a:latin typeface="Times New Roman"/>
                <a:cs typeface="Times New Roman"/>
              </a:rPr>
              <a:t>with</a:t>
            </a:r>
            <a:r>
              <a:rPr sz="3850" spc="-35" dirty="0">
                <a:latin typeface="Times New Roman"/>
                <a:cs typeface="Times New Roman"/>
              </a:rPr>
              <a:t> </a:t>
            </a:r>
            <a:r>
              <a:rPr sz="3850" dirty="0">
                <a:latin typeface="Times New Roman"/>
                <a:cs typeface="Times New Roman"/>
              </a:rPr>
              <a:t>an</a:t>
            </a:r>
            <a:r>
              <a:rPr sz="3850" spc="-35" dirty="0">
                <a:latin typeface="Times New Roman"/>
                <a:cs typeface="Times New Roman"/>
              </a:rPr>
              <a:t> </a:t>
            </a:r>
            <a:r>
              <a:rPr sz="3850" spc="-10" dirty="0">
                <a:latin typeface="Times New Roman"/>
                <a:cs typeface="Times New Roman"/>
              </a:rPr>
              <a:t>iOS-</a:t>
            </a:r>
            <a:r>
              <a:rPr sz="3850" dirty="0">
                <a:latin typeface="Times New Roman"/>
                <a:cs typeface="Times New Roman"/>
              </a:rPr>
              <a:t>inspired</a:t>
            </a:r>
            <a:r>
              <a:rPr sz="3850" spc="-35" dirty="0">
                <a:latin typeface="Times New Roman"/>
                <a:cs typeface="Times New Roman"/>
              </a:rPr>
              <a:t> </a:t>
            </a:r>
            <a:r>
              <a:rPr sz="3850" dirty="0">
                <a:latin typeface="Times New Roman"/>
                <a:cs typeface="Times New Roman"/>
              </a:rPr>
              <a:t>interface</a:t>
            </a:r>
            <a:r>
              <a:rPr sz="3850" spc="-35" dirty="0">
                <a:latin typeface="Times New Roman"/>
                <a:cs typeface="Times New Roman"/>
              </a:rPr>
              <a:t> </a:t>
            </a:r>
            <a:r>
              <a:rPr sz="3850" dirty="0">
                <a:latin typeface="Times New Roman"/>
                <a:cs typeface="Times New Roman"/>
              </a:rPr>
              <a:t>using</a:t>
            </a:r>
            <a:r>
              <a:rPr sz="3850" spc="-35" dirty="0">
                <a:latin typeface="Times New Roman"/>
                <a:cs typeface="Times New Roman"/>
              </a:rPr>
              <a:t> </a:t>
            </a:r>
            <a:r>
              <a:rPr sz="3850" dirty="0">
                <a:latin typeface="Times New Roman"/>
                <a:cs typeface="Times New Roman"/>
              </a:rPr>
              <a:t>HTML,</a:t>
            </a:r>
            <a:r>
              <a:rPr sz="3850" spc="-35" dirty="0">
                <a:latin typeface="Times New Roman"/>
                <a:cs typeface="Times New Roman"/>
              </a:rPr>
              <a:t> </a:t>
            </a:r>
            <a:r>
              <a:rPr sz="3850" dirty="0">
                <a:latin typeface="Times New Roman"/>
                <a:cs typeface="Times New Roman"/>
              </a:rPr>
              <a:t>CSS,</a:t>
            </a:r>
            <a:r>
              <a:rPr sz="3850" spc="-35" dirty="0">
                <a:latin typeface="Times New Roman"/>
                <a:cs typeface="Times New Roman"/>
              </a:rPr>
              <a:t> </a:t>
            </a:r>
            <a:r>
              <a:rPr sz="3850" spc="-25" dirty="0">
                <a:latin typeface="Times New Roman"/>
                <a:cs typeface="Times New Roman"/>
              </a:rPr>
              <a:t>and </a:t>
            </a:r>
            <a:r>
              <a:rPr sz="3850" spc="-10" dirty="0">
                <a:latin typeface="Times New Roman"/>
                <a:cs typeface="Times New Roman"/>
              </a:rPr>
              <a:t>JavaScript.</a:t>
            </a:r>
            <a:endParaRPr sz="3850">
              <a:latin typeface="Times New Roman"/>
              <a:cs typeface="Times New Roman"/>
            </a:endParaRPr>
          </a:p>
          <a:p>
            <a:pPr marL="605155" indent="-592455">
              <a:lnSpc>
                <a:spcPct val="100000"/>
              </a:lnSpc>
              <a:spcBef>
                <a:spcPts val="430"/>
              </a:spcBef>
              <a:buFont typeface="Times New Roman"/>
              <a:buChar char="•"/>
              <a:tabLst>
                <a:tab pos="605155" algn="l"/>
              </a:tabLst>
            </a:pPr>
            <a:r>
              <a:rPr sz="4250" b="1" dirty="0">
                <a:latin typeface="Times New Roman"/>
                <a:cs typeface="Times New Roman"/>
              </a:rPr>
              <a:t>Key</a:t>
            </a:r>
            <a:r>
              <a:rPr sz="4250" b="1" spc="-15" dirty="0">
                <a:latin typeface="Times New Roman"/>
                <a:cs typeface="Times New Roman"/>
              </a:rPr>
              <a:t> </a:t>
            </a:r>
            <a:r>
              <a:rPr sz="4250" b="1" spc="-10" dirty="0">
                <a:latin typeface="Times New Roman"/>
                <a:cs typeface="Times New Roman"/>
              </a:rPr>
              <a:t>Features:</a:t>
            </a:r>
            <a:endParaRPr sz="42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45"/>
              </a:spcBef>
              <a:buFont typeface="Times New Roman"/>
              <a:buChar char="•"/>
            </a:pPr>
            <a:endParaRPr sz="4250">
              <a:latin typeface="Times New Roman"/>
              <a:cs typeface="Times New Roman"/>
            </a:endParaRPr>
          </a:p>
          <a:p>
            <a:pPr marL="12700" marR="5080" indent="294005">
              <a:lnSpc>
                <a:spcPts val="4170"/>
              </a:lnSpc>
              <a:buChar char="•"/>
              <a:tabLst>
                <a:tab pos="306705" algn="l"/>
              </a:tabLst>
            </a:pPr>
            <a:r>
              <a:rPr sz="3850" dirty="0">
                <a:latin typeface="Times New Roman"/>
                <a:cs typeface="Times New Roman"/>
              </a:rPr>
              <a:t>Supports</a:t>
            </a:r>
            <a:r>
              <a:rPr sz="3850" spc="-35" dirty="0">
                <a:latin typeface="Times New Roman"/>
                <a:cs typeface="Times New Roman"/>
              </a:rPr>
              <a:t> </a:t>
            </a:r>
            <a:r>
              <a:rPr sz="3850" dirty="0">
                <a:latin typeface="Times New Roman"/>
                <a:cs typeface="Times New Roman"/>
              </a:rPr>
              <a:t>basic</a:t>
            </a:r>
            <a:r>
              <a:rPr sz="3850" spc="-25" dirty="0">
                <a:latin typeface="Times New Roman"/>
                <a:cs typeface="Times New Roman"/>
              </a:rPr>
              <a:t> </a:t>
            </a:r>
            <a:r>
              <a:rPr sz="3850" dirty="0">
                <a:latin typeface="Times New Roman"/>
                <a:cs typeface="Times New Roman"/>
              </a:rPr>
              <a:t>and</a:t>
            </a:r>
            <a:r>
              <a:rPr sz="3850" spc="-25" dirty="0">
                <a:latin typeface="Times New Roman"/>
                <a:cs typeface="Times New Roman"/>
              </a:rPr>
              <a:t> </a:t>
            </a:r>
            <a:r>
              <a:rPr sz="3850" dirty="0">
                <a:latin typeface="Times New Roman"/>
                <a:cs typeface="Times New Roman"/>
              </a:rPr>
              <a:t>advanced</a:t>
            </a:r>
            <a:r>
              <a:rPr sz="3850" spc="-25" dirty="0">
                <a:latin typeface="Times New Roman"/>
                <a:cs typeface="Times New Roman"/>
              </a:rPr>
              <a:t> </a:t>
            </a:r>
            <a:r>
              <a:rPr sz="3850" dirty="0">
                <a:latin typeface="Times New Roman"/>
                <a:cs typeface="Times New Roman"/>
              </a:rPr>
              <a:t>scientific</a:t>
            </a:r>
            <a:r>
              <a:rPr sz="3850" spc="-30" dirty="0">
                <a:latin typeface="Times New Roman"/>
                <a:cs typeface="Times New Roman"/>
              </a:rPr>
              <a:t> </a:t>
            </a:r>
            <a:r>
              <a:rPr sz="3850" dirty="0">
                <a:latin typeface="Times New Roman"/>
                <a:cs typeface="Times New Roman"/>
              </a:rPr>
              <a:t>operations</a:t>
            </a:r>
            <a:r>
              <a:rPr sz="3850" spc="-30" dirty="0">
                <a:latin typeface="Times New Roman"/>
                <a:cs typeface="Times New Roman"/>
              </a:rPr>
              <a:t> </a:t>
            </a:r>
            <a:r>
              <a:rPr sz="3850" dirty="0">
                <a:latin typeface="Times New Roman"/>
                <a:cs typeface="Times New Roman"/>
              </a:rPr>
              <a:t>(sin,</a:t>
            </a:r>
            <a:r>
              <a:rPr sz="3850" spc="-25" dirty="0">
                <a:latin typeface="Times New Roman"/>
                <a:cs typeface="Times New Roman"/>
              </a:rPr>
              <a:t> </a:t>
            </a:r>
            <a:r>
              <a:rPr sz="3850" dirty="0">
                <a:latin typeface="Times New Roman"/>
                <a:cs typeface="Times New Roman"/>
              </a:rPr>
              <a:t>cos,</a:t>
            </a:r>
            <a:r>
              <a:rPr sz="3850" spc="-25" dirty="0">
                <a:latin typeface="Times New Roman"/>
                <a:cs typeface="Times New Roman"/>
              </a:rPr>
              <a:t> </a:t>
            </a:r>
            <a:r>
              <a:rPr sz="3850" dirty="0">
                <a:latin typeface="Times New Roman"/>
                <a:cs typeface="Times New Roman"/>
              </a:rPr>
              <a:t>tan,</a:t>
            </a:r>
            <a:r>
              <a:rPr sz="3850" spc="-30" dirty="0">
                <a:latin typeface="Times New Roman"/>
                <a:cs typeface="Times New Roman"/>
              </a:rPr>
              <a:t> </a:t>
            </a:r>
            <a:r>
              <a:rPr sz="3850" dirty="0">
                <a:latin typeface="Times New Roman"/>
                <a:cs typeface="Times New Roman"/>
              </a:rPr>
              <a:t>log,</a:t>
            </a:r>
            <a:r>
              <a:rPr sz="3850" spc="-25" dirty="0">
                <a:latin typeface="Times New Roman"/>
                <a:cs typeface="Times New Roman"/>
              </a:rPr>
              <a:t> </a:t>
            </a:r>
            <a:r>
              <a:rPr sz="3850" dirty="0">
                <a:latin typeface="Times New Roman"/>
                <a:cs typeface="Times New Roman"/>
              </a:rPr>
              <a:t>x²,</a:t>
            </a:r>
            <a:r>
              <a:rPr sz="3850" spc="-25" dirty="0">
                <a:latin typeface="Times New Roman"/>
                <a:cs typeface="Times New Roman"/>
              </a:rPr>
              <a:t> xʸ, </a:t>
            </a:r>
            <a:r>
              <a:rPr sz="3850" spc="-10" dirty="0">
                <a:latin typeface="Times New Roman"/>
                <a:cs typeface="Times New Roman"/>
              </a:rPr>
              <a:t>etc.).</a:t>
            </a:r>
            <a:endParaRPr sz="3850">
              <a:latin typeface="Times New Roman"/>
              <a:cs typeface="Times New Roman"/>
            </a:endParaRPr>
          </a:p>
          <a:p>
            <a:pPr marL="306705" indent="-294005">
              <a:lnSpc>
                <a:spcPct val="100000"/>
              </a:lnSpc>
              <a:spcBef>
                <a:spcPts val="420"/>
              </a:spcBef>
              <a:buChar char="•"/>
              <a:tabLst>
                <a:tab pos="306705" algn="l"/>
              </a:tabLst>
            </a:pPr>
            <a:r>
              <a:rPr sz="3850" dirty="0">
                <a:latin typeface="Times New Roman"/>
                <a:cs typeface="Times New Roman"/>
              </a:rPr>
              <a:t>Interactive</a:t>
            </a:r>
            <a:r>
              <a:rPr sz="3850" spc="-55" dirty="0">
                <a:latin typeface="Times New Roman"/>
                <a:cs typeface="Times New Roman"/>
              </a:rPr>
              <a:t> </a:t>
            </a:r>
            <a:r>
              <a:rPr sz="3850" dirty="0">
                <a:latin typeface="Times New Roman"/>
                <a:cs typeface="Times New Roman"/>
              </a:rPr>
              <a:t>button</a:t>
            </a:r>
            <a:r>
              <a:rPr sz="3850" spc="-50" dirty="0">
                <a:latin typeface="Times New Roman"/>
                <a:cs typeface="Times New Roman"/>
              </a:rPr>
              <a:t> </a:t>
            </a:r>
            <a:r>
              <a:rPr sz="3850" dirty="0">
                <a:latin typeface="Times New Roman"/>
                <a:cs typeface="Times New Roman"/>
              </a:rPr>
              <a:t>animations,</a:t>
            </a:r>
            <a:r>
              <a:rPr sz="3850" spc="-50" dirty="0">
                <a:latin typeface="Times New Roman"/>
                <a:cs typeface="Times New Roman"/>
              </a:rPr>
              <a:t> </a:t>
            </a:r>
            <a:r>
              <a:rPr sz="3850" dirty="0">
                <a:latin typeface="Times New Roman"/>
                <a:cs typeface="Times New Roman"/>
              </a:rPr>
              <a:t>ripple</a:t>
            </a:r>
            <a:r>
              <a:rPr sz="3850" spc="-50" dirty="0">
                <a:latin typeface="Times New Roman"/>
                <a:cs typeface="Times New Roman"/>
              </a:rPr>
              <a:t> </a:t>
            </a:r>
            <a:r>
              <a:rPr sz="3850" dirty="0">
                <a:latin typeface="Times New Roman"/>
                <a:cs typeface="Times New Roman"/>
              </a:rPr>
              <a:t>effects,</a:t>
            </a:r>
            <a:r>
              <a:rPr sz="3850" spc="-50" dirty="0">
                <a:latin typeface="Times New Roman"/>
                <a:cs typeface="Times New Roman"/>
              </a:rPr>
              <a:t> </a:t>
            </a:r>
            <a:r>
              <a:rPr sz="3850" dirty="0">
                <a:latin typeface="Times New Roman"/>
                <a:cs typeface="Times New Roman"/>
              </a:rPr>
              <a:t>and</a:t>
            </a:r>
            <a:r>
              <a:rPr sz="3850" spc="-50" dirty="0">
                <a:latin typeface="Times New Roman"/>
                <a:cs typeface="Times New Roman"/>
              </a:rPr>
              <a:t> </a:t>
            </a:r>
            <a:r>
              <a:rPr sz="3850" dirty="0">
                <a:latin typeface="Times New Roman"/>
                <a:cs typeface="Times New Roman"/>
              </a:rPr>
              <a:t>theme</a:t>
            </a:r>
            <a:r>
              <a:rPr sz="3850" spc="-50" dirty="0">
                <a:latin typeface="Times New Roman"/>
                <a:cs typeface="Times New Roman"/>
              </a:rPr>
              <a:t> </a:t>
            </a:r>
            <a:r>
              <a:rPr sz="3850" spc="-10" dirty="0">
                <a:latin typeface="Times New Roman"/>
                <a:cs typeface="Times New Roman"/>
              </a:rPr>
              <a:t>switching.</a:t>
            </a:r>
            <a:endParaRPr sz="3850">
              <a:latin typeface="Times New Roman"/>
              <a:cs typeface="Times New Roman"/>
            </a:endParaRPr>
          </a:p>
          <a:p>
            <a:pPr marL="306705" indent="-294005">
              <a:lnSpc>
                <a:spcPct val="100000"/>
              </a:lnSpc>
              <a:spcBef>
                <a:spcPts val="480"/>
              </a:spcBef>
              <a:buChar char="•"/>
              <a:tabLst>
                <a:tab pos="306705" algn="l"/>
              </a:tabLst>
            </a:pPr>
            <a:r>
              <a:rPr sz="3850" dirty="0">
                <a:latin typeface="Times New Roman"/>
                <a:cs typeface="Times New Roman"/>
              </a:rPr>
              <a:t>Haptic</a:t>
            </a:r>
            <a:r>
              <a:rPr sz="3850" spc="-25" dirty="0">
                <a:latin typeface="Times New Roman"/>
                <a:cs typeface="Times New Roman"/>
              </a:rPr>
              <a:t> </a:t>
            </a:r>
            <a:r>
              <a:rPr sz="3850" dirty="0">
                <a:latin typeface="Times New Roman"/>
                <a:cs typeface="Times New Roman"/>
              </a:rPr>
              <a:t>vibration</a:t>
            </a:r>
            <a:r>
              <a:rPr sz="3850" spc="-20" dirty="0">
                <a:latin typeface="Times New Roman"/>
                <a:cs typeface="Times New Roman"/>
              </a:rPr>
              <a:t> </a:t>
            </a:r>
            <a:r>
              <a:rPr sz="3850" dirty="0">
                <a:latin typeface="Times New Roman"/>
                <a:cs typeface="Times New Roman"/>
              </a:rPr>
              <a:t>and</a:t>
            </a:r>
            <a:r>
              <a:rPr sz="3850" spc="-20" dirty="0">
                <a:latin typeface="Times New Roman"/>
                <a:cs typeface="Times New Roman"/>
              </a:rPr>
              <a:t> </a:t>
            </a:r>
            <a:r>
              <a:rPr sz="3850" spc="-10" dirty="0">
                <a:latin typeface="Times New Roman"/>
                <a:cs typeface="Times New Roman"/>
              </a:rPr>
              <a:t>click-</a:t>
            </a:r>
            <a:r>
              <a:rPr sz="3850" dirty="0">
                <a:latin typeface="Times New Roman"/>
                <a:cs typeface="Times New Roman"/>
              </a:rPr>
              <a:t>sound</a:t>
            </a:r>
            <a:r>
              <a:rPr sz="3850" spc="-20" dirty="0">
                <a:latin typeface="Times New Roman"/>
                <a:cs typeface="Times New Roman"/>
              </a:rPr>
              <a:t> </a:t>
            </a:r>
            <a:r>
              <a:rPr sz="3850" dirty="0">
                <a:latin typeface="Times New Roman"/>
                <a:cs typeface="Times New Roman"/>
              </a:rPr>
              <a:t>feedback</a:t>
            </a:r>
            <a:r>
              <a:rPr sz="3850" spc="-20" dirty="0">
                <a:latin typeface="Times New Roman"/>
                <a:cs typeface="Times New Roman"/>
              </a:rPr>
              <a:t> </a:t>
            </a:r>
            <a:r>
              <a:rPr sz="3850" dirty="0">
                <a:latin typeface="Times New Roman"/>
                <a:cs typeface="Times New Roman"/>
              </a:rPr>
              <a:t>for</a:t>
            </a:r>
            <a:r>
              <a:rPr sz="3850" spc="-20" dirty="0">
                <a:latin typeface="Times New Roman"/>
                <a:cs typeface="Times New Roman"/>
              </a:rPr>
              <a:t> </a:t>
            </a:r>
            <a:r>
              <a:rPr sz="3850" spc="-10" dirty="0">
                <a:latin typeface="Times New Roman"/>
                <a:cs typeface="Times New Roman"/>
              </a:rPr>
              <a:t>real-</a:t>
            </a:r>
            <a:r>
              <a:rPr sz="3850" dirty="0">
                <a:latin typeface="Times New Roman"/>
                <a:cs typeface="Times New Roman"/>
              </a:rPr>
              <a:t>device</a:t>
            </a:r>
            <a:r>
              <a:rPr sz="3850" spc="-20" dirty="0">
                <a:latin typeface="Times New Roman"/>
                <a:cs typeface="Times New Roman"/>
              </a:rPr>
              <a:t> </a:t>
            </a:r>
            <a:r>
              <a:rPr sz="3850" spc="-10" dirty="0">
                <a:latin typeface="Times New Roman"/>
                <a:cs typeface="Times New Roman"/>
              </a:rPr>
              <a:t>feel.</a:t>
            </a:r>
            <a:endParaRPr sz="3850">
              <a:latin typeface="Times New Roman"/>
              <a:cs typeface="Times New Roman"/>
            </a:endParaRPr>
          </a:p>
          <a:p>
            <a:pPr marL="306705" indent="-294005">
              <a:lnSpc>
                <a:spcPct val="100000"/>
              </a:lnSpc>
              <a:spcBef>
                <a:spcPts val="480"/>
              </a:spcBef>
              <a:buChar char="•"/>
              <a:tabLst>
                <a:tab pos="306705" algn="l"/>
              </a:tabLst>
            </a:pPr>
            <a:r>
              <a:rPr sz="3850" dirty="0">
                <a:latin typeface="Times New Roman"/>
                <a:cs typeface="Times New Roman"/>
              </a:rPr>
              <a:t>Fully</a:t>
            </a:r>
            <a:r>
              <a:rPr sz="3850" spc="-45" dirty="0">
                <a:latin typeface="Times New Roman"/>
                <a:cs typeface="Times New Roman"/>
              </a:rPr>
              <a:t> </a:t>
            </a:r>
            <a:r>
              <a:rPr sz="3850" dirty="0">
                <a:latin typeface="Times New Roman"/>
                <a:cs typeface="Times New Roman"/>
              </a:rPr>
              <a:t>responsive</a:t>
            </a:r>
            <a:r>
              <a:rPr sz="3850" spc="-45" dirty="0">
                <a:latin typeface="Times New Roman"/>
                <a:cs typeface="Times New Roman"/>
              </a:rPr>
              <a:t> </a:t>
            </a:r>
            <a:r>
              <a:rPr sz="3850" dirty="0">
                <a:latin typeface="Times New Roman"/>
                <a:cs typeface="Times New Roman"/>
              </a:rPr>
              <a:t>layout</a:t>
            </a:r>
            <a:r>
              <a:rPr sz="3850" spc="-45" dirty="0">
                <a:latin typeface="Times New Roman"/>
                <a:cs typeface="Times New Roman"/>
              </a:rPr>
              <a:t> </a:t>
            </a:r>
            <a:r>
              <a:rPr sz="3850" dirty="0">
                <a:latin typeface="Times New Roman"/>
                <a:cs typeface="Times New Roman"/>
              </a:rPr>
              <a:t>with</a:t>
            </a:r>
            <a:r>
              <a:rPr sz="3850" spc="-45" dirty="0">
                <a:latin typeface="Times New Roman"/>
                <a:cs typeface="Times New Roman"/>
              </a:rPr>
              <a:t> </a:t>
            </a:r>
            <a:r>
              <a:rPr sz="3850" dirty="0">
                <a:latin typeface="Times New Roman"/>
                <a:cs typeface="Times New Roman"/>
              </a:rPr>
              <a:t>automatic</a:t>
            </a:r>
            <a:r>
              <a:rPr sz="3850" spc="-45" dirty="0">
                <a:latin typeface="Times New Roman"/>
                <a:cs typeface="Times New Roman"/>
              </a:rPr>
              <a:t> </a:t>
            </a:r>
            <a:r>
              <a:rPr sz="3850" dirty="0">
                <a:latin typeface="Times New Roman"/>
                <a:cs typeface="Times New Roman"/>
              </a:rPr>
              <a:t>scientific</a:t>
            </a:r>
            <a:r>
              <a:rPr sz="3850" spc="-45" dirty="0">
                <a:latin typeface="Times New Roman"/>
                <a:cs typeface="Times New Roman"/>
              </a:rPr>
              <a:t> </a:t>
            </a:r>
            <a:r>
              <a:rPr sz="3850" dirty="0">
                <a:latin typeface="Times New Roman"/>
                <a:cs typeface="Times New Roman"/>
              </a:rPr>
              <a:t>panel</a:t>
            </a:r>
            <a:r>
              <a:rPr sz="3850" spc="-45" dirty="0">
                <a:latin typeface="Times New Roman"/>
                <a:cs typeface="Times New Roman"/>
              </a:rPr>
              <a:t> </a:t>
            </a:r>
            <a:r>
              <a:rPr sz="3850" spc="-10" dirty="0">
                <a:latin typeface="Times New Roman"/>
                <a:cs typeface="Times New Roman"/>
              </a:rPr>
              <a:t>expansion.</a:t>
            </a:r>
            <a:endParaRPr sz="3850">
              <a:latin typeface="Times New Roman"/>
              <a:cs typeface="Times New Roman"/>
            </a:endParaRPr>
          </a:p>
          <a:p>
            <a:pPr marL="306705" indent="-294005">
              <a:lnSpc>
                <a:spcPct val="100000"/>
              </a:lnSpc>
              <a:spcBef>
                <a:spcPts val="480"/>
              </a:spcBef>
              <a:buChar char="•"/>
              <a:tabLst>
                <a:tab pos="306705" algn="l"/>
              </a:tabLst>
            </a:pPr>
            <a:r>
              <a:rPr sz="3850" dirty="0">
                <a:latin typeface="Times New Roman"/>
                <a:cs typeface="Times New Roman"/>
              </a:rPr>
              <a:t>Modern</a:t>
            </a:r>
            <a:r>
              <a:rPr sz="3850" spc="-35" dirty="0">
                <a:latin typeface="Times New Roman"/>
                <a:cs typeface="Times New Roman"/>
              </a:rPr>
              <a:t> </a:t>
            </a:r>
            <a:r>
              <a:rPr sz="3850" dirty="0">
                <a:latin typeface="Times New Roman"/>
                <a:cs typeface="Times New Roman"/>
              </a:rPr>
              <a:t>UI</a:t>
            </a:r>
            <a:r>
              <a:rPr sz="3850" spc="-35" dirty="0">
                <a:latin typeface="Times New Roman"/>
                <a:cs typeface="Times New Roman"/>
              </a:rPr>
              <a:t> </a:t>
            </a:r>
            <a:r>
              <a:rPr sz="3850" dirty="0">
                <a:latin typeface="Times New Roman"/>
                <a:cs typeface="Times New Roman"/>
              </a:rPr>
              <a:t>replicating</a:t>
            </a:r>
            <a:r>
              <a:rPr sz="3850" spc="-35" dirty="0">
                <a:latin typeface="Times New Roman"/>
                <a:cs typeface="Times New Roman"/>
              </a:rPr>
              <a:t> </a:t>
            </a:r>
            <a:r>
              <a:rPr sz="3850" dirty="0">
                <a:latin typeface="Times New Roman"/>
                <a:cs typeface="Times New Roman"/>
              </a:rPr>
              <a:t>iOS</a:t>
            </a:r>
            <a:r>
              <a:rPr sz="3850" spc="-35" dirty="0">
                <a:latin typeface="Times New Roman"/>
                <a:cs typeface="Times New Roman"/>
              </a:rPr>
              <a:t> </a:t>
            </a:r>
            <a:r>
              <a:rPr sz="3850" dirty="0">
                <a:latin typeface="Times New Roman"/>
                <a:cs typeface="Times New Roman"/>
              </a:rPr>
              <a:t>17</a:t>
            </a:r>
            <a:r>
              <a:rPr sz="3850" spc="-35" dirty="0">
                <a:latin typeface="Times New Roman"/>
                <a:cs typeface="Times New Roman"/>
              </a:rPr>
              <a:t> </a:t>
            </a:r>
            <a:r>
              <a:rPr sz="3850" dirty="0">
                <a:latin typeface="Times New Roman"/>
                <a:cs typeface="Times New Roman"/>
              </a:rPr>
              <a:t>calculator</a:t>
            </a:r>
            <a:r>
              <a:rPr sz="3850" spc="-35" dirty="0">
                <a:latin typeface="Times New Roman"/>
                <a:cs typeface="Times New Roman"/>
              </a:rPr>
              <a:t> </a:t>
            </a:r>
            <a:r>
              <a:rPr sz="3850" dirty="0">
                <a:latin typeface="Times New Roman"/>
                <a:cs typeface="Times New Roman"/>
              </a:rPr>
              <a:t>with</a:t>
            </a:r>
            <a:r>
              <a:rPr sz="3850" spc="-35" dirty="0">
                <a:latin typeface="Times New Roman"/>
                <a:cs typeface="Times New Roman"/>
              </a:rPr>
              <a:t> </a:t>
            </a:r>
            <a:r>
              <a:rPr sz="3850" dirty="0">
                <a:latin typeface="Times New Roman"/>
                <a:cs typeface="Times New Roman"/>
              </a:rPr>
              <a:t>Dynamic</a:t>
            </a:r>
            <a:r>
              <a:rPr sz="3850" spc="-30" dirty="0">
                <a:latin typeface="Times New Roman"/>
                <a:cs typeface="Times New Roman"/>
              </a:rPr>
              <a:t> </a:t>
            </a:r>
            <a:r>
              <a:rPr sz="3850" dirty="0">
                <a:latin typeface="Times New Roman"/>
                <a:cs typeface="Times New Roman"/>
              </a:rPr>
              <a:t>Island</a:t>
            </a:r>
            <a:r>
              <a:rPr sz="3850" spc="-35" dirty="0">
                <a:latin typeface="Times New Roman"/>
                <a:cs typeface="Times New Roman"/>
              </a:rPr>
              <a:t> </a:t>
            </a:r>
            <a:r>
              <a:rPr sz="3850" spc="-10" dirty="0">
                <a:latin typeface="Times New Roman"/>
                <a:cs typeface="Times New Roman"/>
              </a:rPr>
              <a:t>design.</a:t>
            </a:r>
            <a:endParaRPr sz="3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14659" y="1611206"/>
            <a:ext cx="3732107" cy="627464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22019" y="408517"/>
            <a:ext cx="276606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latin typeface="Arial MT"/>
                <a:cs typeface="Arial MT"/>
              </a:rPr>
              <a:t>Calculator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689186" y="1611205"/>
            <a:ext cx="4456430" cy="6137910"/>
            <a:chOff x="689186" y="1611205"/>
            <a:chExt cx="4456430" cy="6137910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2800" y="1687407"/>
              <a:ext cx="4332392" cy="355854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9186" y="1611205"/>
              <a:ext cx="4456007" cy="6137487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817447" y="1611206"/>
            <a:ext cx="4124960" cy="645244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SUMMARY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37185" indent="-324485">
              <a:lnSpc>
                <a:spcPct val="100000"/>
              </a:lnSpc>
              <a:spcBef>
                <a:spcPts val="114"/>
              </a:spcBef>
              <a:buChar char="•"/>
              <a:tabLst>
                <a:tab pos="337185" algn="l"/>
              </a:tabLst>
            </a:pPr>
            <a:r>
              <a:rPr dirty="0"/>
              <a:t>Enhanced</a:t>
            </a:r>
            <a:r>
              <a:rPr spc="-55" dirty="0"/>
              <a:t> </a:t>
            </a:r>
            <a:r>
              <a:rPr dirty="0"/>
              <a:t>technical</a:t>
            </a:r>
            <a:r>
              <a:rPr spc="-60" dirty="0"/>
              <a:t> </a:t>
            </a:r>
            <a:r>
              <a:rPr dirty="0"/>
              <a:t>knowledge</a:t>
            </a:r>
            <a:r>
              <a:rPr spc="-50" dirty="0"/>
              <a:t> </a:t>
            </a:r>
            <a:r>
              <a:rPr dirty="0"/>
              <a:t>in</a:t>
            </a:r>
            <a:r>
              <a:rPr spc="-55" dirty="0"/>
              <a:t> </a:t>
            </a:r>
            <a:r>
              <a:rPr dirty="0"/>
              <a:t>Full</a:t>
            </a:r>
            <a:r>
              <a:rPr spc="-55" dirty="0"/>
              <a:t> </a:t>
            </a:r>
            <a:r>
              <a:rPr dirty="0"/>
              <a:t>Stack</a:t>
            </a:r>
            <a:r>
              <a:rPr spc="-130" dirty="0"/>
              <a:t> </a:t>
            </a:r>
            <a:r>
              <a:rPr spc="-45" dirty="0"/>
              <a:t>Web</a:t>
            </a:r>
            <a:r>
              <a:rPr spc="-50" dirty="0"/>
              <a:t> </a:t>
            </a:r>
            <a:r>
              <a:rPr spc="-10" dirty="0"/>
              <a:t>Development.</a:t>
            </a:r>
          </a:p>
          <a:p>
            <a:pPr>
              <a:lnSpc>
                <a:spcPct val="100000"/>
              </a:lnSpc>
              <a:spcBef>
                <a:spcPts val="2290"/>
              </a:spcBef>
              <a:buFont typeface="Times New Roman"/>
              <a:buChar char="•"/>
            </a:pPr>
            <a:endParaRPr spc="-10" dirty="0"/>
          </a:p>
          <a:p>
            <a:pPr marL="337185" indent="-324485">
              <a:lnSpc>
                <a:spcPct val="100000"/>
              </a:lnSpc>
              <a:spcBef>
                <a:spcPts val="5"/>
              </a:spcBef>
              <a:buChar char="•"/>
              <a:tabLst>
                <a:tab pos="337185" algn="l"/>
              </a:tabLst>
            </a:pPr>
            <a:r>
              <a:rPr dirty="0"/>
              <a:t>Learned</a:t>
            </a:r>
            <a:r>
              <a:rPr spc="-20" dirty="0"/>
              <a:t> </a:t>
            </a:r>
            <a:r>
              <a:rPr dirty="0"/>
              <a:t>to</a:t>
            </a:r>
            <a:r>
              <a:rPr spc="-20" dirty="0"/>
              <a:t> </a:t>
            </a:r>
            <a:r>
              <a:rPr dirty="0"/>
              <a:t>build,</a:t>
            </a:r>
            <a:r>
              <a:rPr spc="-20" dirty="0"/>
              <a:t> </a:t>
            </a:r>
            <a:r>
              <a:rPr dirty="0"/>
              <a:t>test,</a:t>
            </a:r>
            <a:r>
              <a:rPr spc="-1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deploy</a:t>
            </a:r>
            <a:r>
              <a:rPr spc="-20" dirty="0"/>
              <a:t> </a:t>
            </a:r>
            <a:r>
              <a:rPr dirty="0"/>
              <a:t>responsive</a:t>
            </a:r>
            <a:r>
              <a:rPr spc="-20" dirty="0"/>
              <a:t> </a:t>
            </a:r>
            <a:r>
              <a:rPr dirty="0"/>
              <a:t>web</a:t>
            </a:r>
            <a:r>
              <a:rPr spc="-15" dirty="0"/>
              <a:t> </a:t>
            </a:r>
            <a:r>
              <a:rPr spc="-10" dirty="0"/>
              <a:t>apps.</a:t>
            </a:r>
          </a:p>
          <a:p>
            <a:pPr>
              <a:lnSpc>
                <a:spcPct val="100000"/>
              </a:lnSpc>
              <a:spcBef>
                <a:spcPts val="2290"/>
              </a:spcBef>
              <a:buFont typeface="Times New Roman"/>
              <a:buChar char="•"/>
            </a:pPr>
            <a:endParaRPr spc="-10" dirty="0"/>
          </a:p>
          <a:p>
            <a:pPr marL="337185" indent="-324485">
              <a:lnSpc>
                <a:spcPct val="100000"/>
              </a:lnSpc>
              <a:buChar char="•"/>
              <a:tabLst>
                <a:tab pos="337185" algn="l"/>
              </a:tabLst>
            </a:pPr>
            <a:r>
              <a:rPr dirty="0"/>
              <a:t>Improved</a:t>
            </a:r>
            <a:r>
              <a:rPr spc="-40" dirty="0"/>
              <a:t> </a:t>
            </a:r>
            <a:r>
              <a:rPr dirty="0"/>
              <a:t>frontend</a:t>
            </a:r>
            <a:r>
              <a:rPr spc="-30" dirty="0"/>
              <a:t> </a:t>
            </a:r>
            <a:r>
              <a:rPr dirty="0"/>
              <a:t>design</a:t>
            </a:r>
            <a:r>
              <a:rPr spc="-3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logic</a:t>
            </a:r>
            <a:r>
              <a:rPr spc="-30" dirty="0"/>
              <a:t> </a:t>
            </a:r>
            <a:r>
              <a:rPr dirty="0"/>
              <a:t>implementation</a:t>
            </a:r>
            <a:r>
              <a:rPr spc="-30" dirty="0"/>
              <a:t> </a:t>
            </a:r>
            <a:r>
              <a:rPr spc="-10" dirty="0"/>
              <a:t>skills.</a:t>
            </a:r>
          </a:p>
          <a:p>
            <a:pPr>
              <a:lnSpc>
                <a:spcPct val="100000"/>
              </a:lnSpc>
              <a:spcBef>
                <a:spcPts val="2295"/>
              </a:spcBef>
              <a:buFont typeface="Times New Roman"/>
              <a:buChar char="•"/>
            </a:pPr>
            <a:endParaRPr spc="-10" dirty="0"/>
          </a:p>
          <a:p>
            <a:pPr marL="337185" indent="-324485">
              <a:lnSpc>
                <a:spcPct val="100000"/>
              </a:lnSpc>
              <a:buChar char="•"/>
              <a:tabLst>
                <a:tab pos="337185" algn="l"/>
              </a:tabLst>
            </a:pPr>
            <a:r>
              <a:rPr dirty="0"/>
              <a:t>Gained</a:t>
            </a:r>
            <a:r>
              <a:rPr spc="-30" dirty="0"/>
              <a:t> </a:t>
            </a:r>
            <a:r>
              <a:rPr dirty="0"/>
              <a:t>valuable</a:t>
            </a:r>
            <a:r>
              <a:rPr spc="-20" dirty="0"/>
              <a:t> </a:t>
            </a:r>
            <a:r>
              <a:rPr spc="-10" dirty="0"/>
              <a:t>real-</a:t>
            </a:r>
            <a:r>
              <a:rPr dirty="0"/>
              <a:t>world</a:t>
            </a:r>
            <a:r>
              <a:rPr spc="-25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spc="-10" dirty="0"/>
              <a:t>experience.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2019" y="121073"/>
            <a:ext cx="176530" cy="6756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250" spc="-50" dirty="0">
                <a:latin typeface="Arial MT"/>
                <a:cs typeface="Arial MT"/>
              </a:rPr>
              <a:t>.</a:t>
            </a:r>
            <a:endParaRPr sz="425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095219" y="8049260"/>
            <a:ext cx="633730" cy="6756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14"/>
              </a:spcBef>
              <a:buChar char="•"/>
              <a:tabLst>
                <a:tab pos="469265" algn="l"/>
              </a:tabLst>
            </a:pPr>
            <a:r>
              <a:rPr sz="4250" spc="-50" dirty="0">
                <a:latin typeface="Arial MT"/>
                <a:cs typeface="Arial MT"/>
              </a:rPr>
              <a:t>.</a:t>
            </a:r>
            <a:endParaRPr sz="42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40660" y="4137660"/>
            <a:ext cx="10647680" cy="1976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800" b="1" dirty="0">
                <a:latin typeface="Arial"/>
                <a:cs typeface="Arial"/>
              </a:rPr>
              <a:t>THANK</a:t>
            </a:r>
            <a:r>
              <a:rPr sz="12800" b="1" spc="-570" dirty="0">
                <a:latin typeface="Arial"/>
                <a:cs typeface="Arial"/>
              </a:rPr>
              <a:t> </a:t>
            </a:r>
            <a:r>
              <a:rPr sz="12800" b="1" dirty="0">
                <a:latin typeface="Arial"/>
                <a:cs typeface="Arial"/>
              </a:rPr>
              <a:t>YOU</a:t>
            </a:r>
            <a:r>
              <a:rPr sz="12800" b="1" spc="-360" dirty="0">
                <a:latin typeface="Arial"/>
                <a:cs typeface="Arial"/>
              </a:rPr>
              <a:t> </a:t>
            </a:r>
            <a:r>
              <a:rPr sz="12800" b="1" spc="-50" dirty="0">
                <a:latin typeface="Arial"/>
                <a:cs typeface="Arial"/>
              </a:rPr>
              <a:t>!</a:t>
            </a:r>
            <a:endParaRPr sz="1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Words>689</Words>
  <Application>Microsoft Office PowerPoint</Application>
  <PresentationFormat>Custom</PresentationFormat>
  <Paragraphs>122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Arial MT</vt:lpstr>
      <vt:lpstr>Calibri</vt:lpstr>
      <vt:lpstr>Cambria</vt:lpstr>
      <vt:lpstr>Times New Roman</vt:lpstr>
      <vt:lpstr>Office Theme</vt:lpstr>
      <vt:lpstr>SREENIDHI INSTITUTE OF SCIENCE AND TECHNOLOGY DEPARTMENT OF CSE</vt:lpstr>
      <vt:lpstr>Internship-1 Seminar Contents</vt:lpstr>
      <vt:lpstr>Introduction of Internship</vt:lpstr>
      <vt:lpstr>About CODSOFT</vt:lpstr>
      <vt:lpstr>Web Technoloeies used</vt:lpstr>
      <vt:lpstr>Modules / Tasks Overview</vt:lpstr>
      <vt:lpstr>Module Highlight</vt:lpstr>
      <vt:lpstr>Architecture / Workflow</vt:lpstr>
      <vt:lpstr>Task 01 – Personal Portfolio Website</vt:lpstr>
      <vt:lpstr>Personal Portfolio Website</vt:lpstr>
      <vt:lpstr>Task 02 – Responsive Landing Page</vt:lpstr>
      <vt:lpstr>Responsive Landing Page</vt:lpstr>
      <vt:lpstr>Task 03 – Calculator</vt:lpstr>
      <vt:lpstr>Calculator</vt:lpstr>
      <vt:lpstr>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SREENIDHI INSTITUTE OF SCIENCE AND TECHNOLOGY DEPARTMENT OF CSE</dc:title>
  <dc:creator>Student</dc:creator>
  <cp:lastModifiedBy>Student</cp:lastModifiedBy>
  <cp:revision>3</cp:revision>
  <dcterms:created xsi:type="dcterms:W3CDTF">2025-11-20T05:17:00Z</dcterms:created>
  <dcterms:modified xsi:type="dcterms:W3CDTF">2025-11-20T05:39:26Z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2025-11-18T00:00:00Z</vt:filetime>
  </property>
  <property fmtid="{D5CDD505-2E9C-101B-9397-08002B2CF9AE}" pid="3" name="Creator">
    <vt:lpwstr>WPP 演示</vt:lpwstr>
  </property>
  <property fmtid="{D5CDD505-2E9C-101B-9397-08002B2CF9AE}" pid="4" name="LastSaved">
    <vt:filetime>2025-11-20T00:00:00Z</vt:filetime>
  </property>
  <property fmtid="{D5CDD505-2E9C-101B-9397-08002B2CF9AE}" pid="5" name="Producer">
    <vt:lpwstr>iOS Version 18.7.1 (Build 22H31) Quartz PDFContext</vt:lpwstr>
  </property>
</Properties>
</file>