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pptx" ContentType="application/vnd.openxmlformats-officedocument.presentationml.presentation"/>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0"/>
  </p:notesMasterIdLst>
  <p:sldIdLst>
    <p:sldId id="256" r:id="rId2"/>
    <p:sldId id="257" r:id="rId3"/>
    <p:sldId id="258" r:id="rId4"/>
    <p:sldId id="259" r:id="rId5"/>
    <p:sldId id="260" r:id="rId6"/>
    <p:sldId id="261" r:id="rId7"/>
    <p:sldId id="262" r:id="rId8"/>
    <p:sldId id="265" r:id="rId9"/>
    <p:sldId id="266" r:id="rId10"/>
    <p:sldId id="267" r:id="rId11"/>
    <p:sldId id="268" r:id="rId12"/>
    <p:sldId id="270" r:id="rId13"/>
    <p:sldId id="271" r:id="rId14"/>
    <p:sldId id="272" r:id="rId15"/>
    <p:sldId id="407" r:id="rId16"/>
    <p:sldId id="273" r:id="rId17"/>
    <p:sldId id="274" r:id="rId18"/>
    <p:sldId id="402" r:id="rId19"/>
    <p:sldId id="403" r:id="rId20"/>
    <p:sldId id="404" r:id="rId21"/>
    <p:sldId id="405" r:id="rId22"/>
    <p:sldId id="282" r:id="rId23"/>
    <p:sldId id="406" r:id="rId24"/>
    <p:sldId id="283" r:id="rId25"/>
    <p:sldId id="284" r:id="rId26"/>
    <p:sldId id="285" r:id="rId27"/>
    <p:sldId id="286" r:id="rId28"/>
    <p:sldId id="394" r:id="rId29"/>
    <p:sldId id="396" r:id="rId30"/>
    <p:sldId id="397" r:id="rId31"/>
    <p:sldId id="410" r:id="rId32"/>
    <p:sldId id="287" r:id="rId33"/>
    <p:sldId id="398" r:id="rId34"/>
    <p:sldId id="399" r:id="rId35"/>
    <p:sldId id="288" r:id="rId36"/>
    <p:sldId id="289" r:id="rId37"/>
    <p:sldId id="317" r:id="rId38"/>
    <p:sldId id="290" r:id="rId39"/>
    <p:sldId id="318" r:id="rId40"/>
    <p:sldId id="319" r:id="rId41"/>
    <p:sldId id="320" r:id="rId42"/>
    <p:sldId id="291" r:id="rId43"/>
    <p:sldId id="292" r:id="rId44"/>
    <p:sldId id="293" r:id="rId45"/>
    <p:sldId id="294" r:id="rId46"/>
    <p:sldId id="295" r:id="rId47"/>
    <p:sldId id="351" r:id="rId48"/>
    <p:sldId id="352" r:id="rId49"/>
    <p:sldId id="302" r:id="rId50"/>
    <p:sldId id="303" r:id="rId51"/>
    <p:sldId id="353" r:id="rId52"/>
    <p:sldId id="354" r:id="rId53"/>
    <p:sldId id="355" r:id="rId54"/>
    <p:sldId id="305" r:id="rId55"/>
    <p:sldId id="306" r:id="rId56"/>
    <p:sldId id="307" r:id="rId57"/>
    <p:sldId id="356" r:id="rId58"/>
    <p:sldId id="357" r:id="rId59"/>
    <p:sldId id="358" r:id="rId60"/>
    <p:sldId id="359" r:id="rId61"/>
    <p:sldId id="312" r:id="rId62"/>
    <p:sldId id="313" r:id="rId63"/>
    <p:sldId id="314" r:id="rId64"/>
    <p:sldId id="345" r:id="rId65"/>
    <p:sldId id="408" r:id="rId66"/>
    <p:sldId id="409" r:id="rId67"/>
    <p:sldId id="349" r:id="rId68"/>
    <p:sldId id="350" r:id="rId69"/>
  </p:sldIdLst>
  <p:sldSz cx="9144000" cy="6858000" type="screen4x3"/>
  <p:notesSz cx="6858000" cy="9144000"/>
  <p:defaultTextStyle>
    <a:defPPr>
      <a:defRPr lang="en-GB"/>
    </a:defPPr>
    <a:lvl1pPr algn="l" defTabSz="457200" rtl="0" fontAlgn="base">
      <a:spcBef>
        <a:spcPct val="0"/>
      </a:spcBef>
      <a:spcAft>
        <a:spcPct val="0"/>
      </a:spcAft>
      <a:buClr>
        <a:srgbClr val="000000"/>
      </a:buClr>
      <a:buSzPct val="100000"/>
      <a:buFont typeface="Times New Roman" pitchFamily="18" charset="0"/>
      <a:defRPr kern="1200">
        <a:solidFill>
          <a:schemeClr val="bg1"/>
        </a:solidFill>
        <a:latin typeface="Arial" charset="0"/>
        <a:ea typeface="+mn-ea"/>
        <a:cs typeface="+mn-cs"/>
      </a:defRPr>
    </a:lvl1pPr>
    <a:lvl2pPr marL="742950" indent="-285750" algn="l" defTabSz="457200" rtl="0" fontAlgn="base">
      <a:spcBef>
        <a:spcPct val="0"/>
      </a:spcBef>
      <a:spcAft>
        <a:spcPct val="0"/>
      </a:spcAft>
      <a:buClr>
        <a:srgbClr val="000000"/>
      </a:buClr>
      <a:buSzPct val="100000"/>
      <a:buFont typeface="Times New Roman" pitchFamily="18" charset="0"/>
      <a:defRPr kern="1200">
        <a:solidFill>
          <a:schemeClr val="bg1"/>
        </a:solidFill>
        <a:latin typeface="Arial" charset="0"/>
        <a:ea typeface="+mn-ea"/>
        <a:cs typeface="+mn-cs"/>
      </a:defRPr>
    </a:lvl2pPr>
    <a:lvl3pPr marL="1143000" indent="-228600" algn="l" defTabSz="457200" rtl="0" fontAlgn="base">
      <a:spcBef>
        <a:spcPct val="0"/>
      </a:spcBef>
      <a:spcAft>
        <a:spcPct val="0"/>
      </a:spcAft>
      <a:buClr>
        <a:srgbClr val="000000"/>
      </a:buClr>
      <a:buSzPct val="100000"/>
      <a:buFont typeface="Times New Roman" pitchFamily="18" charset="0"/>
      <a:defRPr kern="1200">
        <a:solidFill>
          <a:schemeClr val="bg1"/>
        </a:solidFill>
        <a:latin typeface="Arial" charset="0"/>
        <a:ea typeface="+mn-ea"/>
        <a:cs typeface="+mn-cs"/>
      </a:defRPr>
    </a:lvl3pPr>
    <a:lvl4pPr marL="1600200" indent="-228600" algn="l" defTabSz="457200" rtl="0" fontAlgn="base">
      <a:spcBef>
        <a:spcPct val="0"/>
      </a:spcBef>
      <a:spcAft>
        <a:spcPct val="0"/>
      </a:spcAft>
      <a:buClr>
        <a:srgbClr val="000000"/>
      </a:buClr>
      <a:buSzPct val="100000"/>
      <a:buFont typeface="Times New Roman" pitchFamily="18" charset="0"/>
      <a:defRPr kern="1200">
        <a:solidFill>
          <a:schemeClr val="bg1"/>
        </a:solidFill>
        <a:latin typeface="Arial" charset="0"/>
        <a:ea typeface="+mn-ea"/>
        <a:cs typeface="+mn-cs"/>
      </a:defRPr>
    </a:lvl4pPr>
    <a:lvl5pPr marL="2057400" indent="-228600" algn="l" defTabSz="457200" rtl="0" fontAlgn="base">
      <a:spcBef>
        <a:spcPct val="0"/>
      </a:spcBef>
      <a:spcAft>
        <a:spcPct val="0"/>
      </a:spcAft>
      <a:buClr>
        <a:srgbClr val="000000"/>
      </a:buClr>
      <a:buSzPct val="100000"/>
      <a:buFont typeface="Times New Roman" pitchFamily="18" charset="0"/>
      <a:defRPr kern="1200">
        <a:solidFill>
          <a:schemeClr val="bg1"/>
        </a:solidFill>
        <a:latin typeface="Arial" charset="0"/>
        <a:ea typeface="+mn-ea"/>
        <a:cs typeface="+mn-cs"/>
      </a:defRPr>
    </a:lvl5pPr>
    <a:lvl6pPr marL="2286000" algn="l" defTabSz="914400" rtl="0" eaLnBrk="1" latinLnBrk="0" hangingPunct="1">
      <a:defRPr kern="1200">
        <a:solidFill>
          <a:schemeClr val="bg1"/>
        </a:solidFill>
        <a:latin typeface="Arial" charset="0"/>
        <a:ea typeface="+mn-ea"/>
        <a:cs typeface="+mn-cs"/>
      </a:defRPr>
    </a:lvl6pPr>
    <a:lvl7pPr marL="2743200" algn="l" defTabSz="914400" rtl="0" eaLnBrk="1" latinLnBrk="0" hangingPunct="1">
      <a:defRPr kern="1200">
        <a:solidFill>
          <a:schemeClr val="bg1"/>
        </a:solidFill>
        <a:latin typeface="Arial" charset="0"/>
        <a:ea typeface="+mn-ea"/>
        <a:cs typeface="+mn-cs"/>
      </a:defRPr>
    </a:lvl7pPr>
    <a:lvl8pPr marL="3200400" algn="l" defTabSz="914400" rtl="0" eaLnBrk="1" latinLnBrk="0" hangingPunct="1">
      <a:defRPr kern="1200">
        <a:solidFill>
          <a:schemeClr val="bg1"/>
        </a:solidFill>
        <a:latin typeface="Arial" charset="0"/>
        <a:ea typeface="+mn-ea"/>
        <a:cs typeface="+mn-cs"/>
      </a:defRPr>
    </a:lvl8pPr>
    <a:lvl9pPr marL="3657600" algn="l" defTabSz="914400" rtl="0" eaLnBrk="1" latinLnBrk="0" hangingPunct="1">
      <a:defRPr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84"/>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62" name="Rectangle 1"/>
          <p:cNvSpPr>
            <a:spLocks noGrp="1" noRot="1" noChangeAspect="1" noChangeArrowheads="1"/>
          </p:cNvSpPr>
          <p:nvPr>
            <p:ph type="sldImg"/>
          </p:nvPr>
        </p:nvSpPr>
        <p:spPr bwMode="auto">
          <a:xfrm>
            <a:off x="0" y="695325"/>
            <a:ext cx="0" cy="0"/>
          </a:xfrm>
          <a:prstGeom prst="rect">
            <a:avLst/>
          </a:prstGeom>
          <a:noFill/>
          <a:ln w="9525">
            <a:noFill/>
            <a:round/>
            <a:headEnd/>
            <a:tailEnd/>
          </a:ln>
        </p:spPr>
      </p:sp>
      <p:sp>
        <p:nvSpPr>
          <p:cNvPr id="2050" name="Rectangle 2"/>
          <p:cNvSpPr>
            <a:spLocks noGrp="1" noChangeArrowheads="1"/>
          </p:cNvSpPr>
          <p:nvPr>
            <p:ph type="body"/>
          </p:nvPr>
        </p:nvSpPr>
        <p:spPr bwMode="auto">
          <a:xfrm>
            <a:off x="685800" y="4343400"/>
            <a:ext cx="5484813" cy="411321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en-US" noProof="0" smtClean="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38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44387"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541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45411"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43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46435"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45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47459"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48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48483"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50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49507"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53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0531"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55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1555"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57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2579"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0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3603"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62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4627"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65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5651"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667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6675"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76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7699"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72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8723"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974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9747"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50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49507"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53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50531"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81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62819"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4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63843"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86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64867"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65891"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91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66915"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793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67939"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96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168963"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9986"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32E7DAC7-8E95-4E7A-83E4-674BA109C9BD}" type="slidenum">
              <a:rPr lang="en-US">
                <a:ea typeface="WenQuanYi Micro Hei" charset="0"/>
                <a:cs typeface="WenQuanYi Micro Hei" charset="0"/>
              </a:rPr>
              <a:pPr/>
              <a:t>35</a:t>
            </a:fld>
            <a:endParaRPr lang="en-US">
              <a:ea typeface="WenQuanYi Micro Hei" charset="0"/>
              <a:cs typeface="WenQuanYi Micro Hei" charset="0"/>
            </a:endParaRPr>
          </a:p>
        </p:txBody>
      </p:sp>
      <p:sp>
        <p:nvSpPr>
          <p:cNvPr id="169987"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69988"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1010"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8838AB08-B68A-422F-9100-755664EB5FF2}" type="slidenum">
              <a:rPr lang="en-US">
                <a:ea typeface="WenQuanYi Micro Hei" charset="0"/>
                <a:cs typeface="WenQuanYi Micro Hei" charset="0"/>
              </a:rPr>
              <a:pPr/>
              <a:t>36</a:t>
            </a:fld>
            <a:endParaRPr lang="en-US">
              <a:ea typeface="WenQuanYi Micro Hei" charset="0"/>
              <a:cs typeface="WenQuanYi Micro Hei" charset="0"/>
            </a:endParaRPr>
          </a:p>
        </p:txBody>
      </p:sp>
      <p:sp>
        <p:nvSpPr>
          <p:cNvPr id="171011"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71012"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2034"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5D75DD08-5AA0-4B97-9B75-3E6BEBF508A2}" type="slidenum">
              <a:rPr lang="en-US">
                <a:ea typeface="WenQuanYi Micro Hei" charset="0"/>
                <a:cs typeface="WenQuanYi Micro Hei" charset="0"/>
              </a:rPr>
              <a:pPr/>
              <a:t>38</a:t>
            </a:fld>
            <a:endParaRPr lang="en-US">
              <a:ea typeface="WenQuanYi Micro Hei" charset="0"/>
              <a:cs typeface="WenQuanYi Micro Hei" charset="0"/>
            </a:endParaRPr>
          </a:p>
        </p:txBody>
      </p:sp>
      <p:sp>
        <p:nvSpPr>
          <p:cNvPr id="172035"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72036"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058"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6C98F225-792C-4BEA-B7AE-3E6005C29693}" type="slidenum">
              <a:rPr lang="en-US">
                <a:ea typeface="WenQuanYi Micro Hei" charset="0"/>
                <a:cs typeface="WenQuanYi Micro Hei" charset="0"/>
              </a:rPr>
              <a:pPr/>
              <a:t>42</a:t>
            </a:fld>
            <a:endParaRPr lang="en-US">
              <a:ea typeface="WenQuanYi Micro Hei" charset="0"/>
              <a:cs typeface="WenQuanYi Micro Hei" charset="0"/>
            </a:endParaRPr>
          </a:p>
        </p:txBody>
      </p:sp>
      <p:sp>
        <p:nvSpPr>
          <p:cNvPr id="173059"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73060"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082"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023795C6-D336-4083-AD29-2F7E3841EB5E}" type="slidenum">
              <a:rPr lang="en-US">
                <a:ea typeface="WenQuanYi Micro Hei" charset="0"/>
                <a:cs typeface="WenQuanYi Micro Hei" charset="0"/>
              </a:rPr>
              <a:pPr/>
              <a:t>43</a:t>
            </a:fld>
            <a:endParaRPr lang="en-US">
              <a:ea typeface="WenQuanYi Micro Hei" charset="0"/>
              <a:cs typeface="WenQuanYi Micro Hei" charset="0"/>
            </a:endParaRPr>
          </a:p>
        </p:txBody>
      </p:sp>
      <p:sp>
        <p:nvSpPr>
          <p:cNvPr id="174083"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74084"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5106"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557C5844-59BC-494E-BF45-97FECC76D89E}" type="slidenum">
              <a:rPr lang="en-US">
                <a:ea typeface="WenQuanYi Micro Hei" charset="0"/>
                <a:cs typeface="WenQuanYi Micro Hei" charset="0"/>
              </a:rPr>
              <a:pPr/>
              <a:t>44</a:t>
            </a:fld>
            <a:endParaRPr lang="en-US">
              <a:ea typeface="WenQuanYi Micro Hei" charset="0"/>
              <a:cs typeface="WenQuanYi Micro Hei" charset="0"/>
            </a:endParaRPr>
          </a:p>
        </p:txBody>
      </p:sp>
      <p:sp>
        <p:nvSpPr>
          <p:cNvPr id="175107"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75108"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6130"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FF09D037-FE58-46BD-AD14-AA44F49E2659}" type="slidenum">
              <a:rPr lang="en-US">
                <a:ea typeface="WenQuanYi Micro Hei" charset="0"/>
                <a:cs typeface="WenQuanYi Micro Hei" charset="0"/>
              </a:rPr>
              <a:pPr/>
              <a:t>45</a:t>
            </a:fld>
            <a:endParaRPr lang="en-US">
              <a:ea typeface="WenQuanYi Micro Hei" charset="0"/>
              <a:cs typeface="WenQuanYi Micro Hei" charset="0"/>
            </a:endParaRPr>
          </a:p>
        </p:txBody>
      </p:sp>
      <p:sp>
        <p:nvSpPr>
          <p:cNvPr id="176131"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76132"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7154"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CEF40B84-9EFF-44DB-AFD1-B2E3A3E9B94E}" type="slidenum">
              <a:rPr lang="en-US">
                <a:ea typeface="WenQuanYi Micro Hei" charset="0"/>
                <a:cs typeface="WenQuanYi Micro Hei" charset="0"/>
              </a:rPr>
              <a:pPr/>
              <a:t>46</a:t>
            </a:fld>
            <a:endParaRPr lang="en-US">
              <a:ea typeface="WenQuanYi Micro Hei" charset="0"/>
              <a:cs typeface="WenQuanYi Micro Hei" charset="0"/>
            </a:endParaRPr>
          </a:p>
        </p:txBody>
      </p:sp>
      <p:sp>
        <p:nvSpPr>
          <p:cNvPr id="177155"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77156"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22"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6EFDBEBC-F8D6-499B-A9DE-56A127128EF3}" type="slidenum">
              <a:rPr lang="en-US">
                <a:ea typeface="WenQuanYi Micro Hei" charset="0"/>
                <a:cs typeface="WenQuanYi Micro Hei" charset="0"/>
              </a:rPr>
              <a:pPr/>
              <a:t>49</a:t>
            </a:fld>
            <a:endParaRPr lang="en-US">
              <a:ea typeface="WenQuanYi Micro Hei" charset="0"/>
              <a:cs typeface="WenQuanYi Micro Hei" charset="0"/>
            </a:endParaRPr>
          </a:p>
        </p:txBody>
      </p:sp>
      <p:sp>
        <p:nvSpPr>
          <p:cNvPr id="184323"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84324"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5346"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B432AB42-7A24-4872-8C76-6FEDA6BCD2A8}" type="slidenum">
              <a:rPr lang="en-US">
                <a:ea typeface="WenQuanYi Micro Hei" charset="0"/>
                <a:cs typeface="WenQuanYi Micro Hei" charset="0"/>
              </a:rPr>
              <a:pPr/>
              <a:t>50</a:t>
            </a:fld>
            <a:endParaRPr lang="en-US">
              <a:ea typeface="WenQuanYi Micro Hei" charset="0"/>
              <a:cs typeface="WenQuanYi Micro Hei" charset="0"/>
            </a:endParaRPr>
          </a:p>
        </p:txBody>
      </p:sp>
      <p:sp>
        <p:nvSpPr>
          <p:cNvPr id="185347"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85348"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7394"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E99AB362-9808-46B1-8264-D628BA946FB0}" type="slidenum">
              <a:rPr lang="en-US">
                <a:ea typeface="WenQuanYi Micro Hei" charset="0"/>
                <a:cs typeface="WenQuanYi Micro Hei" charset="0"/>
              </a:rPr>
              <a:pPr/>
              <a:t>54</a:t>
            </a:fld>
            <a:endParaRPr lang="en-US">
              <a:ea typeface="WenQuanYi Micro Hei" charset="0"/>
              <a:cs typeface="WenQuanYi Micro Hei" charset="0"/>
            </a:endParaRPr>
          </a:p>
        </p:txBody>
      </p:sp>
      <p:sp>
        <p:nvSpPr>
          <p:cNvPr id="187395"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87396"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8418"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AAAFABEA-D93B-4BA0-B599-CA106BC55683}" type="slidenum">
              <a:rPr lang="en-US">
                <a:ea typeface="WenQuanYi Micro Hei" charset="0"/>
                <a:cs typeface="WenQuanYi Micro Hei" charset="0"/>
              </a:rPr>
              <a:pPr/>
              <a:t>55</a:t>
            </a:fld>
            <a:endParaRPr lang="en-US">
              <a:ea typeface="WenQuanYi Micro Hei" charset="0"/>
              <a:cs typeface="WenQuanYi Micro Hei" charset="0"/>
            </a:endParaRPr>
          </a:p>
        </p:txBody>
      </p:sp>
      <p:sp>
        <p:nvSpPr>
          <p:cNvPr id="188419"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88420"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442"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4C69A01D-A0C7-410C-8D3B-05C670E0C578}" type="slidenum">
              <a:rPr lang="en-US">
                <a:ea typeface="WenQuanYi Micro Hei" charset="0"/>
                <a:cs typeface="WenQuanYi Micro Hei" charset="0"/>
              </a:rPr>
              <a:pPr/>
              <a:t>56</a:t>
            </a:fld>
            <a:endParaRPr lang="en-US">
              <a:ea typeface="WenQuanYi Micro Hei" charset="0"/>
              <a:cs typeface="WenQuanYi Micro Hei" charset="0"/>
            </a:endParaRPr>
          </a:p>
        </p:txBody>
      </p:sp>
      <p:sp>
        <p:nvSpPr>
          <p:cNvPr id="189443"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89444"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62"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B953F0FB-258B-48F7-85D8-162E9C3AF517}" type="slidenum">
              <a:rPr lang="en-US">
                <a:ea typeface="WenQuanYi Micro Hei" charset="0"/>
                <a:cs typeface="WenQuanYi Micro Hei" charset="0"/>
              </a:rPr>
              <a:pPr/>
              <a:t>61</a:t>
            </a:fld>
            <a:endParaRPr lang="en-US">
              <a:ea typeface="WenQuanYi Micro Hei" charset="0"/>
              <a:cs typeface="WenQuanYi Micro Hei" charset="0"/>
            </a:endParaRPr>
          </a:p>
        </p:txBody>
      </p:sp>
      <p:sp>
        <p:nvSpPr>
          <p:cNvPr id="194563"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94564"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5586"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53AA932A-F5DD-4ABC-8B02-51D29C77B462}" type="slidenum">
              <a:rPr lang="en-US">
                <a:ea typeface="WenQuanYi Micro Hei" charset="0"/>
                <a:cs typeface="WenQuanYi Micro Hei" charset="0"/>
              </a:rPr>
              <a:pPr/>
              <a:t>62</a:t>
            </a:fld>
            <a:endParaRPr lang="en-US">
              <a:ea typeface="WenQuanYi Micro Hei" charset="0"/>
              <a:cs typeface="WenQuanYi Micro Hei" charset="0"/>
            </a:endParaRPr>
          </a:p>
        </p:txBody>
      </p:sp>
      <p:sp>
        <p:nvSpPr>
          <p:cNvPr id="195587"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95588"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6610" name="Rectangle 7"/>
          <p:cNvSpPr>
            <a:spLocks noGrp="1" noChangeArrowheads="1"/>
          </p:cNvSpPr>
          <p:nvPr>
            <p:ph type="sldNum" sz="quarter" idx="4294967295"/>
          </p:nvPr>
        </p:nvSpPr>
        <p:spPr bwMode="auto">
          <a:xfrm>
            <a:off x="3884613" y="8685213"/>
            <a:ext cx="2971800" cy="457200"/>
          </a:xfrm>
          <a:prstGeom prst="rect">
            <a:avLst/>
          </a:prstGeom>
          <a:noFill/>
          <a:ln>
            <a:miter lim="800000"/>
            <a:headEnd/>
            <a:tailEnd/>
          </a:ln>
        </p:spPr>
        <p:txBody>
          <a:bodyPr/>
          <a:lstStyle/>
          <a:p>
            <a:fld id="{D3783BED-F04E-4895-9D46-BA7FB068C66D}" type="slidenum">
              <a:rPr lang="en-US">
                <a:ea typeface="WenQuanYi Micro Hei" charset="0"/>
                <a:cs typeface="WenQuanYi Micro Hei" charset="0"/>
              </a:rPr>
              <a:pPr/>
              <a:t>63</a:t>
            </a:fld>
            <a:endParaRPr lang="en-US">
              <a:ea typeface="WenQuanYi Micro Hei" charset="0"/>
              <a:cs typeface="WenQuanYi Micro Hei" charset="0"/>
            </a:endParaRPr>
          </a:p>
        </p:txBody>
      </p:sp>
      <p:sp>
        <p:nvSpPr>
          <p:cNvPr id="196611" name="Rectangle 1"/>
          <p:cNvSpPr>
            <a:spLocks noGrp="1" noRot="1" noChangeAspect="1" noChangeArrowheads="1" noTextEdit="1"/>
          </p:cNvSpPr>
          <p:nvPr>
            <p:ph type="sldImg"/>
          </p:nvPr>
        </p:nvSpPr>
        <p:spPr>
          <a:xfrm>
            <a:off x="1143000" y="685800"/>
            <a:ext cx="4572000" cy="3429000"/>
          </a:xfrm>
          <a:solidFill>
            <a:srgbClr val="FFFFFF"/>
          </a:solidFill>
          <a:ln>
            <a:solidFill>
              <a:srgbClr val="000000"/>
            </a:solidFill>
            <a:miter lim="800000"/>
          </a:ln>
        </p:spPr>
      </p:sp>
      <p:sp>
        <p:nvSpPr>
          <p:cNvPr id="196612" name="Rectangle 2"/>
          <p:cNvSpPr>
            <a:spLocks noGrp="1" noChangeArrowheads="1"/>
          </p:cNvSpPr>
          <p:nvPr>
            <p:ph type="body" idx="1"/>
          </p:nvPr>
        </p:nvSpPr>
        <p:spPr>
          <a:xfrm>
            <a:off x="685800" y="4343400"/>
            <a:ext cx="5486400" cy="4114800"/>
          </a:xfrm>
          <a:noFill/>
          <a:ln/>
        </p:spPr>
        <p:txBody>
          <a:bodyPr wrap="none" anchor="ctr"/>
          <a:lstStyle/>
          <a:p>
            <a:endParaRPr lang="en-US"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4"/>
          <p:cNvSpPr>
            <a:spLocks noGrp="1" noChangeArrowheads="1"/>
          </p:cNvSpPr>
          <p:nvPr>
            <p:ph type="ftr" idx="11"/>
          </p:nvPr>
        </p:nvSpPr>
        <p:spPr>
          <a:ln/>
        </p:spPr>
        <p:txBody>
          <a:bodyPr/>
          <a:lstStyle>
            <a:lvl1pPr>
              <a:defRPr/>
            </a:lvl1pPr>
          </a:lstStyle>
          <a:p>
            <a:pPr>
              <a:defRPr/>
            </a:pPr>
            <a:endParaRPr lang="en-US"/>
          </a:p>
        </p:txBody>
      </p:sp>
      <p:sp>
        <p:nvSpPr>
          <p:cNvPr id="6" name="Rectangle 5"/>
          <p:cNvSpPr>
            <a:spLocks noGrp="1" noChangeArrowheads="1"/>
          </p:cNvSpPr>
          <p:nvPr>
            <p:ph type="sldNum" idx="12"/>
          </p:nvPr>
        </p:nvSpPr>
        <p:spPr>
          <a:ln/>
        </p:spPr>
        <p:txBody>
          <a:bodyPr/>
          <a:lstStyle>
            <a:lvl1pPr>
              <a:defRPr/>
            </a:lvl1pPr>
          </a:lstStyle>
          <a:p>
            <a:pPr>
              <a:defRPr/>
            </a:pPr>
            <a:fld id="{06071F76-F4EC-4B1F-B4E3-6146DD64E662}"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4"/>
          <p:cNvSpPr>
            <a:spLocks noGrp="1" noChangeArrowheads="1"/>
          </p:cNvSpPr>
          <p:nvPr>
            <p:ph type="ftr" idx="11"/>
          </p:nvPr>
        </p:nvSpPr>
        <p:spPr>
          <a:ln/>
        </p:spPr>
        <p:txBody>
          <a:bodyPr/>
          <a:lstStyle>
            <a:lvl1pPr>
              <a:defRPr/>
            </a:lvl1pPr>
          </a:lstStyle>
          <a:p>
            <a:pPr>
              <a:defRPr/>
            </a:pPr>
            <a:endParaRPr lang="en-US"/>
          </a:p>
        </p:txBody>
      </p:sp>
      <p:sp>
        <p:nvSpPr>
          <p:cNvPr id="6" name="Rectangle 5"/>
          <p:cNvSpPr>
            <a:spLocks noGrp="1" noChangeArrowheads="1"/>
          </p:cNvSpPr>
          <p:nvPr>
            <p:ph type="sldNum" idx="12"/>
          </p:nvPr>
        </p:nvSpPr>
        <p:spPr>
          <a:ln/>
        </p:spPr>
        <p:txBody>
          <a:bodyPr/>
          <a:lstStyle>
            <a:lvl1pPr>
              <a:defRPr/>
            </a:lvl1pPr>
          </a:lstStyle>
          <a:p>
            <a:pPr>
              <a:defRPr/>
            </a:pPr>
            <a:fld id="{DCAD196E-9E95-41CD-966D-6219C4B942AE}"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4"/>
          <p:cNvSpPr>
            <a:spLocks noGrp="1" noChangeArrowheads="1"/>
          </p:cNvSpPr>
          <p:nvPr>
            <p:ph type="ftr" idx="11"/>
          </p:nvPr>
        </p:nvSpPr>
        <p:spPr>
          <a:ln/>
        </p:spPr>
        <p:txBody>
          <a:bodyPr/>
          <a:lstStyle>
            <a:lvl1pPr>
              <a:defRPr/>
            </a:lvl1pPr>
          </a:lstStyle>
          <a:p>
            <a:pPr>
              <a:defRPr/>
            </a:pPr>
            <a:endParaRPr lang="en-US"/>
          </a:p>
        </p:txBody>
      </p:sp>
      <p:sp>
        <p:nvSpPr>
          <p:cNvPr id="6" name="Rectangle 5"/>
          <p:cNvSpPr>
            <a:spLocks noGrp="1" noChangeArrowheads="1"/>
          </p:cNvSpPr>
          <p:nvPr>
            <p:ph type="sldNum" idx="12"/>
          </p:nvPr>
        </p:nvSpPr>
        <p:spPr>
          <a:ln/>
        </p:spPr>
        <p:txBody>
          <a:bodyPr/>
          <a:lstStyle>
            <a:lvl1pPr>
              <a:defRPr/>
            </a:lvl1pPr>
          </a:lstStyle>
          <a:p>
            <a:pPr>
              <a:defRPr/>
            </a:pPr>
            <a:fld id="{A45ED6EE-F674-45E2-8C03-9432DAC31C8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0" y="5715000"/>
            <a:ext cx="4494213" cy="3108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5715000"/>
            <a:ext cx="4495800" cy="3108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3"/>
          <p:cNvSpPr>
            <a:spLocks noGrp="1" noChangeArrowheads="1"/>
          </p:cNvSpPr>
          <p:nvPr>
            <p:ph type="dt" idx="10"/>
          </p:nvPr>
        </p:nvSpPr>
        <p:spPr>
          <a:ln/>
        </p:spPr>
        <p:txBody>
          <a:bodyPr/>
          <a:lstStyle>
            <a:lvl1pPr>
              <a:defRPr/>
            </a:lvl1pPr>
          </a:lstStyle>
          <a:p>
            <a:pPr>
              <a:defRPr/>
            </a:pPr>
            <a:endParaRPr lang="en-US"/>
          </a:p>
        </p:txBody>
      </p:sp>
      <p:sp>
        <p:nvSpPr>
          <p:cNvPr id="6" name="Rectangle 4"/>
          <p:cNvSpPr>
            <a:spLocks noGrp="1" noChangeArrowheads="1"/>
          </p:cNvSpPr>
          <p:nvPr>
            <p:ph type="ftr" idx="11"/>
          </p:nvPr>
        </p:nvSpPr>
        <p:spPr>
          <a:ln/>
        </p:spPr>
        <p:txBody>
          <a:bodyPr/>
          <a:lstStyle>
            <a:lvl1pPr>
              <a:defRPr/>
            </a:lvl1pPr>
          </a:lstStyle>
          <a:p>
            <a:pPr>
              <a:defRPr/>
            </a:pPr>
            <a:endParaRPr lang="en-US"/>
          </a:p>
        </p:txBody>
      </p:sp>
      <p:sp>
        <p:nvSpPr>
          <p:cNvPr id="7" name="Rectangle 5"/>
          <p:cNvSpPr>
            <a:spLocks noGrp="1" noChangeArrowheads="1"/>
          </p:cNvSpPr>
          <p:nvPr>
            <p:ph type="sldNum" idx="12"/>
          </p:nvPr>
        </p:nvSpPr>
        <p:spPr>
          <a:ln/>
        </p:spPr>
        <p:txBody>
          <a:bodyPr/>
          <a:lstStyle>
            <a:lvl1pPr>
              <a:defRPr/>
            </a:lvl1pPr>
          </a:lstStyle>
          <a:p>
            <a:pPr>
              <a:defRPr/>
            </a:pPr>
            <a:fld id="{9024A14B-1642-4A9F-AA4D-44143F3121D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3"/>
          <p:cNvSpPr>
            <a:spLocks noGrp="1" noChangeArrowheads="1"/>
          </p:cNvSpPr>
          <p:nvPr>
            <p:ph type="dt" idx="10"/>
          </p:nvPr>
        </p:nvSpPr>
        <p:spPr>
          <a:ln/>
        </p:spPr>
        <p:txBody>
          <a:bodyPr/>
          <a:lstStyle>
            <a:lvl1pPr>
              <a:defRPr/>
            </a:lvl1pPr>
          </a:lstStyle>
          <a:p>
            <a:pPr>
              <a:defRPr/>
            </a:pPr>
            <a:endParaRPr lang="en-US"/>
          </a:p>
        </p:txBody>
      </p:sp>
      <p:sp>
        <p:nvSpPr>
          <p:cNvPr id="8" name="Rectangle 4"/>
          <p:cNvSpPr>
            <a:spLocks noGrp="1" noChangeArrowheads="1"/>
          </p:cNvSpPr>
          <p:nvPr>
            <p:ph type="ftr" idx="11"/>
          </p:nvPr>
        </p:nvSpPr>
        <p:spPr>
          <a:ln/>
        </p:spPr>
        <p:txBody>
          <a:bodyPr/>
          <a:lstStyle>
            <a:lvl1pPr>
              <a:defRPr/>
            </a:lvl1pPr>
          </a:lstStyle>
          <a:p>
            <a:pPr>
              <a:defRPr/>
            </a:pPr>
            <a:endParaRPr lang="en-US"/>
          </a:p>
        </p:txBody>
      </p:sp>
      <p:sp>
        <p:nvSpPr>
          <p:cNvPr id="9" name="Rectangle 5"/>
          <p:cNvSpPr>
            <a:spLocks noGrp="1" noChangeArrowheads="1"/>
          </p:cNvSpPr>
          <p:nvPr>
            <p:ph type="sldNum" idx="12"/>
          </p:nvPr>
        </p:nvSpPr>
        <p:spPr>
          <a:ln/>
        </p:spPr>
        <p:txBody>
          <a:bodyPr/>
          <a:lstStyle>
            <a:lvl1pPr>
              <a:defRPr/>
            </a:lvl1pPr>
          </a:lstStyle>
          <a:p>
            <a:pPr>
              <a:defRPr/>
            </a:pPr>
            <a:fld id="{4E8E00E7-87F6-44FB-9A34-AF91F586923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3"/>
          <p:cNvSpPr>
            <a:spLocks noGrp="1" noChangeArrowheads="1"/>
          </p:cNvSpPr>
          <p:nvPr>
            <p:ph type="dt" idx="10"/>
          </p:nvPr>
        </p:nvSpPr>
        <p:spPr>
          <a:ln/>
        </p:spPr>
        <p:txBody>
          <a:bodyPr/>
          <a:lstStyle>
            <a:lvl1pPr>
              <a:defRPr/>
            </a:lvl1pPr>
          </a:lstStyle>
          <a:p>
            <a:pPr>
              <a:defRPr/>
            </a:pPr>
            <a:endParaRPr lang="en-US"/>
          </a:p>
        </p:txBody>
      </p:sp>
      <p:sp>
        <p:nvSpPr>
          <p:cNvPr id="4" name="Rectangle 4"/>
          <p:cNvSpPr>
            <a:spLocks noGrp="1" noChangeArrowheads="1"/>
          </p:cNvSpPr>
          <p:nvPr>
            <p:ph type="ftr" idx="11"/>
          </p:nvPr>
        </p:nvSpPr>
        <p:spPr>
          <a:ln/>
        </p:spPr>
        <p:txBody>
          <a:bodyPr/>
          <a:lstStyle>
            <a:lvl1pPr>
              <a:defRPr/>
            </a:lvl1pPr>
          </a:lstStyle>
          <a:p>
            <a:pPr>
              <a:defRPr/>
            </a:pPr>
            <a:endParaRPr lang="en-US"/>
          </a:p>
        </p:txBody>
      </p:sp>
      <p:sp>
        <p:nvSpPr>
          <p:cNvPr id="5" name="Rectangle 5"/>
          <p:cNvSpPr>
            <a:spLocks noGrp="1" noChangeArrowheads="1"/>
          </p:cNvSpPr>
          <p:nvPr>
            <p:ph type="sldNum" idx="12"/>
          </p:nvPr>
        </p:nvSpPr>
        <p:spPr>
          <a:ln/>
        </p:spPr>
        <p:txBody>
          <a:bodyPr/>
          <a:lstStyle>
            <a:lvl1pPr>
              <a:defRPr/>
            </a:lvl1pPr>
          </a:lstStyle>
          <a:p>
            <a:pPr>
              <a:defRPr/>
            </a:pPr>
            <a:fld id="{0525CEEE-62DB-4404-A7AC-A9E350CC2A7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endParaRPr lang="en-US"/>
          </a:p>
        </p:txBody>
      </p:sp>
      <p:sp>
        <p:nvSpPr>
          <p:cNvPr id="3" name="Rectangle 4"/>
          <p:cNvSpPr>
            <a:spLocks noGrp="1" noChangeArrowheads="1"/>
          </p:cNvSpPr>
          <p:nvPr>
            <p:ph type="ftr" idx="11"/>
          </p:nvPr>
        </p:nvSpPr>
        <p:spPr>
          <a:ln/>
        </p:spPr>
        <p:txBody>
          <a:bodyPr/>
          <a:lstStyle>
            <a:lvl1pPr>
              <a:defRPr/>
            </a:lvl1pPr>
          </a:lstStyle>
          <a:p>
            <a:pPr>
              <a:defRPr/>
            </a:pPr>
            <a:endParaRPr lang="en-US"/>
          </a:p>
        </p:txBody>
      </p:sp>
      <p:sp>
        <p:nvSpPr>
          <p:cNvPr id="4" name="Rectangle 5"/>
          <p:cNvSpPr>
            <a:spLocks noGrp="1" noChangeArrowheads="1"/>
          </p:cNvSpPr>
          <p:nvPr>
            <p:ph type="sldNum" idx="12"/>
          </p:nvPr>
        </p:nvSpPr>
        <p:spPr>
          <a:ln/>
        </p:spPr>
        <p:txBody>
          <a:bodyPr/>
          <a:lstStyle>
            <a:lvl1pPr>
              <a:defRPr/>
            </a:lvl1pPr>
          </a:lstStyle>
          <a:p>
            <a:pPr>
              <a:defRPr/>
            </a:pPr>
            <a:fld id="{357F659B-0DDA-45AF-BFED-5D965B00366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
          <p:cNvSpPr>
            <a:spLocks noGrp="1" noChangeArrowheads="1"/>
          </p:cNvSpPr>
          <p:nvPr>
            <p:ph type="dt" idx="10"/>
          </p:nvPr>
        </p:nvSpPr>
        <p:spPr>
          <a:ln/>
        </p:spPr>
        <p:txBody>
          <a:bodyPr/>
          <a:lstStyle>
            <a:lvl1pPr>
              <a:defRPr/>
            </a:lvl1pPr>
          </a:lstStyle>
          <a:p>
            <a:pPr>
              <a:defRPr/>
            </a:pPr>
            <a:endParaRPr lang="en-US"/>
          </a:p>
        </p:txBody>
      </p:sp>
      <p:sp>
        <p:nvSpPr>
          <p:cNvPr id="6" name="Rectangle 4"/>
          <p:cNvSpPr>
            <a:spLocks noGrp="1" noChangeArrowheads="1"/>
          </p:cNvSpPr>
          <p:nvPr>
            <p:ph type="ftr" idx="11"/>
          </p:nvPr>
        </p:nvSpPr>
        <p:spPr>
          <a:ln/>
        </p:spPr>
        <p:txBody>
          <a:bodyPr/>
          <a:lstStyle>
            <a:lvl1pPr>
              <a:defRPr/>
            </a:lvl1pPr>
          </a:lstStyle>
          <a:p>
            <a:pPr>
              <a:defRPr/>
            </a:pPr>
            <a:endParaRPr lang="en-US"/>
          </a:p>
        </p:txBody>
      </p:sp>
      <p:sp>
        <p:nvSpPr>
          <p:cNvPr id="7" name="Rectangle 5"/>
          <p:cNvSpPr>
            <a:spLocks noGrp="1" noChangeArrowheads="1"/>
          </p:cNvSpPr>
          <p:nvPr>
            <p:ph type="sldNum" idx="12"/>
          </p:nvPr>
        </p:nvSpPr>
        <p:spPr>
          <a:ln/>
        </p:spPr>
        <p:txBody>
          <a:bodyPr/>
          <a:lstStyle>
            <a:lvl1pPr>
              <a:defRPr/>
            </a:lvl1pPr>
          </a:lstStyle>
          <a:p>
            <a:pPr>
              <a:defRPr/>
            </a:pPr>
            <a:fld id="{EB6C5069-1BC7-4AA7-9E95-6F128971010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
          <p:cNvSpPr>
            <a:spLocks noGrp="1" noChangeArrowheads="1"/>
          </p:cNvSpPr>
          <p:nvPr>
            <p:ph type="dt" idx="10"/>
          </p:nvPr>
        </p:nvSpPr>
        <p:spPr>
          <a:ln/>
        </p:spPr>
        <p:txBody>
          <a:bodyPr/>
          <a:lstStyle>
            <a:lvl1pPr>
              <a:defRPr/>
            </a:lvl1pPr>
          </a:lstStyle>
          <a:p>
            <a:pPr>
              <a:defRPr/>
            </a:pPr>
            <a:endParaRPr lang="en-US"/>
          </a:p>
        </p:txBody>
      </p:sp>
      <p:sp>
        <p:nvSpPr>
          <p:cNvPr id="6" name="Rectangle 4"/>
          <p:cNvSpPr>
            <a:spLocks noGrp="1" noChangeArrowheads="1"/>
          </p:cNvSpPr>
          <p:nvPr>
            <p:ph type="ftr" idx="11"/>
          </p:nvPr>
        </p:nvSpPr>
        <p:spPr>
          <a:ln/>
        </p:spPr>
        <p:txBody>
          <a:bodyPr/>
          <a:lstStyle>
            <a:lvl1pPr>
              <a:defRPr/>
            </a:lvl1pPr>
          </a:lstStyle>
          <a:p>
            <a:pPr>
              <a:defRPr/>
            </a:pPr>
            <a:endParaRPr lang="en-US"/>
          </a:p>
        </p:txBody>
      </p:sp>
      <p:sp>
        <p:nvSpPr>
          <p:cNvPr id="7" name="Rectangle 5"/>
          <p:cNvSpPr>
            <a:spLocks noGrp="1" noChangeArrowheads="1"/>
          </p:cNvSpPr>
          <p:nvPr>
            <p:ph type="sldNum" idx="12"/>
          </p:nvPr>
        </p:nvSpPr>
        <p:spPr>
          <a:ln/>
        </p:spPr>
        <p:txBody>
          <a:bodyPr/>
          <a:lstStyle>
            <a:lvl1pPr>
              <a:defRPr/>
            </a:lvl1pPr>
          </a:lstStyle>
          <a:p>
            <a:pPr>
              <a:defRPr/>
            </a:pPr>
            <a:fld id="{506C6509-E8E2-4DA0-A09A-5F64F138CDF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4"/>
          <p:cNvSpPr>
            <a:spLocks noGrp="1" noChangeArrowheads="1"/>
          </p:cNvSpPr>
          <p:nvPr>
            <p:ph type="ftr" idx="11"/>
          </p:nvPr>
        </p:nvSpPr>
        <p:spPr>
          <a:ln/>
        </p:spPr>
        <p:txBody>
          <a:bodyPr/>
          <a:lstStyle>
            <a:lvl1pPr>
              <a:defRPr/>
            </a:lvl1pPr>
          </a:lstStyle>
          <a:p>
            <a:pPr>
              <a:defRPr/>
            </a:pPr>
            <a:endParaRPr lang="en-US"/>
          </a:p>
        </p:txBody>
      </p:sp>
      <p:sp>
        <p:nvSpPr>
          <p:cNvPr id="6" name="Rectangle 5"/>
          <p:cNvSpPr>
            <a:spLocks noGrp="1" noChangeArrowheads="1"/>
          </p:cNvSpPr>
          <p:nvPr>
            <p:ph type="sldNum" idx="12"/>
          </p:nvPr>
        </p:nvSpPr>
        <p:spPr>
          <a:ln/>
        </p:spPr>
        <p:txBody>
          <a:bodyPr/>
          <a:lstStyle>
            <a:lvl1pPr>
              <a:defRPr/>
            </a:lvl1pPr>
          </a:lstStyle>
          <a:p>
            <a:pPr>
              <a:defRPr/>
            </a:pPr>
            <a:fld id="{1E3F0A8C-49C1-4DD8-9BF3-4125A7811BD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4413" cy="88233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705600" cy="88233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4"/>
          <p:cNvSpPr>
            <a:spLocks noGrp="1" noChangeArrowheads="1"/>
          </p:cNvSpPr>
          <p:nvPr>
            <p:ph type="ftr" idx="11"/>
          </p:nvPr>
        </p:nvSpPr>
        <p:spPr>
          <a:ln/>
        </p:spPr>
        <p:txBody>
          <a:bodyPr/>
          <a:lstStyle>
            <a:lvl1pPr>
              <a:defRPr/>
            </a:lvl1pPr>
          </a:lstStyle>
          <a:p>
            <a:pPr>
              <a:defRPr/>
            </a:pPr>
            <a:endParaRPr lang="en-US"/>
          </a:p>
        </p:txBody>
      </p:sp>
      <p:sp>
        <p:nvSpPr>
          <p:cNvPr id="6" name="Rectangle 5"/>
          <p:cNvSpPr>
            <a:spLocks noGrp="1" noChangeArrowheads="1"/>
          </p:cNvSpPr>
          <p:nvPr>
            <p:ph type="sldNum" idx="12"/>
          </p:nvPr>
        </p:nvSpPr>
        <p:spPr>
          <a:ln/>
        </p:spPr>
        <p:txBody>
          <a:bodyPr/>
          <a:lstStyle>
            <a:lvl1pPr>
              <a:defRPr/>
            </a:lvl1pPr>
          </a:lstStyle>
          <a:p>
            <a:pPr>
              <a:defRPr/>
            </a:pPr>
            <a:fld id="{347F9802-38DC-4AFB-8493-CFC4A77A0D02}"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2413" cy="1141413"/>
          </a:xfrm>
        </p:spPr>
        <p:txBody>
          <a:bodyPr/>
          <a:lstStyle/>
          <a:p>
            <a:r>
              <a:rPr lang="en-US" smtClean="0"/>
              <a:t>Click to edit Master title style</a:t>
            </a:r>
            <a:endParaRPr lang="en-US"/>
          </a:p>
        </p:txBody>
      </p:sp>
      <p:sp>
        <p:nvSpPr>
          <p:cNvPr id="3" name="Rectangle 3"/>
          <p:cNvSpPr>
            <a:spLocks noGrp="1" noChangeArrowheads="1"/>
          </p:cNvSpPr>
          <p:nvPr>
            <p:ph type="dt" idx="10"/>
          </p:nvPr>
        </p:nvSpPr>
        <p:spPr>
          <a:ln/>
        </p:spPr>
        <p:txBody>
          <a:bodyPr/>
          <a:lstStyle>
            <a:lvl1pPr>
              <a:defRPr/>
            </a:lvl1pPr>
          </a:lstStyle>
          <a:p>
            <a:pPr>
              <a:defRPr/>
            </a:pPr>
            <a:endParaRPr lang="en-US"/>
          </a:p>
        </p:txBody>
      </p:sp>
      <p:sp>
        <p:nvSpPr>
          <p:cNvPr id="4" name="Rectangle 4"/>
          <p:cNvSpPr>
            <a:spLocks noGrp="1" noChangeArrowheads="1"/>
          </p:cNvSpPr>
          <p:nvPr>
            <p:ph type="ftr" idx="11"/>
          </p:nvPr>
        </p:nvSpPr>
        <p:spPr>
          <a:ln/>
        </p:spPr>
        <p:txBody>
          <a:bodyPr/>
          <a:lstStyle>
            <a:lvl1pPr>
              <a:defRPr/>
            </a:lvl1pPr>
          </a:lstStyle>
          <a:p>
            <a:pPr>
              <a:defRPr/>
            </a:pPr>
            <a:endParaRPr lang="en-US"/>
          </a:p>
        </p:txBody>
      </p:sp>
      <p:sp>
        <p:nvSpPr>
          <p:cNvPr id="5" name="Rectangle 5"/>
          <p:cNvSpPr>
            <a:spLocks noGrp="1" noChangeArrowheads="1"/>
          </p:cNvSpPr>
          <p:nvPr>
            <p:ph type="sldNum" idx="12"/>
          </p:nvPr>
        </p:nvSpPr>
        <p:spPr>
          <a:ln/>
        </p:spPr>
        <p:txBody>
          <a:bodyPr/>
          <a:lstStyle>
            <a:lvl1pPr>
              <a:defRPr/>
            </a:lvl1pPr>
          </a:lstStyle>
          <a:p>
            <a:pPr>
              <a:defRPr/>
            </a:pPr>
            <a:fld id="{18CB2391-D9F9-4426-B3BA-F56E7730878A}"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제목 및 텍스트/내용">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p>
            <a:r>
              <a:rPr lang="ko-KR" altLang="en-US" smtClean="0"/>
              <a:t>마스터 제목 스타일 편집</a:t>
            </a:r>
            <a:endParaRPr lang="ko-KR" altLang="en-US"/>
          </a:p>
        </p:txBody>
      </p:sp>
      <p:sp>
        <p:nvSpPr>
          <p:cNvPr id="3" name="텍스트 개체 틀 2"/>
          <p:cNvSpPr>
            <a:spLocks noGrp="1"/>
          </p:cNvSpPr>
          <p:nvPr>
            <p:ph type="body" sz="half" idx="1"/>
          </p:nvPr>
        </p:nvSpPr>
        <p:spPr>
          <a:xfrm>
            <a:off x="457200" y="1600200"/>
            <a:ext cx="8229600" cy="218598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57200" y="3938588"/>
            <a:ext cx="8229600" cy="2187575"/>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p:txBody>
          <a:bodyPr/>
          <a:lstStyle>
            <a:lvl1pPr>
              <a:defRPr/>
            </a:lvl1pPr>
          </a:lstStyle>
          <a:p>
            <a:pPr>
              <a:defRPr/>
            </a:pPr>
            <a:endParaRPr lang="ko-KR" altLang="ko-KR"/>
          </a:p>
        </p:txBody>
      </p:sp>
      <p:sp>
        <p:nvSpPr>
          <p:cNvPr id="6" name="Rectangle 5"/>
          <p:cNvSpPr>
            <a:spLocks noGrp="1" noChangeArrowheads="1"/>
          </p:cNvSpPr>
          <p:nvPr>
            <p:ph type="ftr" sz="quarter" idx="11"/>
          </p:nvPr>
        </p:nvSpPr>
        <p:spPr/>
        <p:txBody>
          <a:bodyPr/>
          <a:lstStyle>
            <a:lvl1pPr>
              <a:defRPr/>
            </a:lvl1pPr>
          </a:lstStyle>
          <a:p>
            <a:pPr>
              <a:defRPr/>
            </a:pPr>
            <a:r>
              <a:rPr lang="en-US" altLang="ko-KR"/>
              <a:t>Computer Networks</a:t>
            </a:r>
          </a:p>
        </p:txBody>
      </p:sp>
      <p:sp>
        <p:nvSpPr>
          <p:cNvPr id="7" name="Rectangle 6"/>
          <p:cNvSpPr>
            <a:spLocks noGrp="1" noChangeArrowheads="1"/>
          </p:cNvSpPr>
          <p:nvPr>
            <p:ph type="sldNum" sz="quarter" idx="12"/>
          </p:nvPr>
        </p:nvSpPr>
        <p:spPr/>
        <p:txBody>
          <a:bodyPr/>
          <a:lstStyle>
            <a:lvl1pPr>
              <a:defRPr/>
            </a:lvl1pPr>
          </a:lstStyle>
          <a:p>
            <a:pPr>
              <a:defRPr/>
            </a:pPr>
            <a:r>
              <a:rPr lang="en-US" altLang="ko-KR"/>
              <a:t>26-</a:t>
            </a:r>
            <a:fld id="{69C6FF56-2294-46DB-A323-00EC258B8FE0}" type="slidenum">
              <a:rPr lang="en-US" altLang="ko-KR"/>
              <a:pPr>
                <a:defRPr/>
              </a:pPr>
              <a:t>‹#›</a:t>
            </a:fld>
            <a:endParaRPr lang="en-US" altLang="ko-K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p>
            <a:r>
              <a:rPr lang="ko-KR" altLang="en-US" smtClean="0"/>
              <a:t>마스터 제목 스타일 편집</a:t>
            </a:r>
            <a:endParaRPr lang="ko-KR" altLang="en-US"/>
          </a:p>
        </p:txBody>
      </p:sp>
      <p:sp>
        <p:nvSpPr>
          <p:cNvPr id="3" name="표 개체 틀 2"/>
          <p:cNvSpPr>
            <a:spLocks noGrp="1"/>
          </p:cNvSpPr>
          <p:nvPr>
            <p:ph type="tbl" idx="1"/>
          </p:nvPr>
        </p:nvSpPr>
        <p:spPr>
          <a:xfrm>
            <a:off x="457200" y="1600200"/>
            <a:ext cx="8229600" cy="4525963"/>
          </a:xfrm>
        </p:spPr>
        <p:txBody>
          <a:bodyPr/>
          <a:lstStyle/>
          <a:p>
            <a:pPr lvl="0"/>
            <a:endParaRPr lang="ko-KR" altLang="en-US" noProof="0" smtClean="0"/>
          </a:p>
        </p:txBody>
      </p:sp>
      <p:sp>
        <p:nvSpPr>
          <p:cNvPr id="4" name="Rectangle 4"/>
          <p:cNvSpPr>
            <a:spLocks noGrp="1" noChangeArrowheads="1"/>
          </p:cNvSpPr>
          <p:nvPr>
            <p:ph type="dt" sz="half" idx="10"/>
          </p:nvPr>
        </p:nvSpPr>
        <p:spPr/>
        <p:txBody>
          <a:bodyPr/>
          <a:lstStyle>
            <a:lvl1pPr>
              <a:defRPr/>
            </a:lvl1pPr>
          </a:lstStyle>
          <a:p>
            <a:pPr>
              <a:defRPr/>
            </a:pPr>
            <a:endParaRPr lang="ko-KR" altLang="ko-KR"/>
          </a:p>
        </p:txBody>
      </p:sp>
      <p:sp>
        <p:nvSpPr>
          <p:cNvPr id="5" name="Rectangle 5"/>
          <p:cNvSpPr>
            <a:spLocks noGrp="1" noChangeArrowheads="1"/>
          </p:cNvSpPr>
          <p:nvPr>
            <p:ph type="ftr" sz="quarter" idx="11"/>
          </p:nvPr>
        </p:nvSpPr>
        <p:spPr/>
        <p:txBody>
          <a:bodyPr/>
          <a:lstStyle>
            <a:lvl1pPr>
              <a:defRPr/>
            </a:lvl1pPr>
          </a:lstStyle>
          <a:p>
            <a:pPr>
              <a:defRPr/>
            </a:pPr>
            <a:r>
              <a:rPr lang="en-US" altLang="ko-KR"/>
              <a:t>Computer Networks</a:t>
            </a:r>
          </a:p>
        </p:txBody>
      </p:sp>
      <p:sp>
        <p:nvSpPr>
          <p:cNvPr id="6" name="Rectangle 6"/>
          <p:cNvSpPr>
            <a:spLocks noGrp="1" noChangeArrowheads="1"/>
          </p:cNvSpPr>
          <p:nvPr>
            <p:ph type="sldNum" sz="quarter" idx="12"/>
          </p:nvPr>
        </p:nvSpPr>
        <p:spPr/>
        <p:txBody>
          <a:bodyPr/>
          <a:lstStyle>
            <a:lvl1pPr>
              <a:defRPr/>
            </a:lvl1pPr>
          </a:lstStyle>
          <a:p>
            <a:pPr>
              <a:defRPr/>
            </a:pPr>
            <a:r>
              <a:rPr lang="en-US" altLang="ko-KR"/>
              <a:t>26-</a:t>
            </a:r>
            <a:fld id="{EE2FA03C-5A33-4997-AFAB-CDEE9485E585}" type="slidenum">
              <a:rPr lang="en-US" altLang="ko-KR"/>
              <a:pPr>
                <a:defRPr/>
              </a:pPr>
              <a:t>‹#›</a:t>
            </a:fld>
            <a:endParaRPr lang="en-US" altLang="ko-K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p:cNvSpPr>
            <a:spLocks noGrp="1" noChangeArrowheads="1"/>
          </p:cNvSpPr>
          <p:nvPr>
            <p:ph type="title"/>
          </p:nvPr>
        </p:nvSpPr>
        <p:spPr bwMode="auto">
          <a:xfrm>
            <a:off x="0" y="0"/>
            <a:ext cx="9142413" cy="1141413"/>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smtClean="0"/>
              <a:t>Click to edit the title text format</a:t>
            </a:r>
          </a:p>
        </p:txBody>
      </p:sp>
      <p:sp>
        <p:nvSpPr>
          <p:cNvPr id="2051" name="Rectangle 2"/>
          <p:cNvSpPr>
            <a:spLocks noGrp="1" noChangeArrowheads="1"/>
          </p:cNvSpPr>
          <p:nvPr>
            <p:ph type="body" idx="1"/>
          </p:nvPr>
        </p:nvSpPr>
        <p:spPr bwMode="auto">
          <a:xfrm>
            <a:off x="0" y="5715000"/>
            <a:ext cx="9142413" cy="3108325"/>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
        <p:nvSpPr>
          <p:cNvPr id="2" name="Rectangle 3"/>
          <p:cNvSpPr>
            <a:spLocks noGrp="1" noChangeArrowheads="1"/>
          </p:cNvSpPr>
          <p:nvPr>
            <p:ph type="dt"/>
          </p:nvPr>
        </p:nvSpPr>
        <p:spPr bwMode="auto">
          <a:xfrm>
            <a:off x="685800" y="6248400"/>
            <a:ext cx="1903413"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ea typeface="DejaVu Sans" charset="0"/>
                <a:cs typeface="DejaVu Sans" charset="0"/>
              </a:defRPr>
            </a:lvl1pPr>
          </a:lstStyle>
          <a:p>
            <a:pPr>
              <a:defRPr/>
            </a:pPr>
            <a:endParaRPr lang="en-US"/>
          </a:p>
        </p:txBody>
      </p:sp>
      <p:sp>
        <p:nvSpPr>
          <p:cNvPr id="1028" name="Rectangle 4"/>
          <p:cNvSpPr>
            <a:spLocks noGrp="1" noChangeArrowheads="1"/>
          </p:cNvSpPr>
          <p:nvPr>
            <p:ph type="ftr"/>
          </p:nvPr>
        </p:nvSpPr>
        <p:spPr bwMode="auto">
          <a:xfrm>
            <a:off x="3124200" y="6248400"/>
            <a:ext cx="2894013"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ea typeface="DejaVu Sans" charset="0"/>
                <a:cs typeface="DejaVu Sans" charset="0"/>
              </a:defRPr>
            </a:lvl1pPr>
          </a:lstStyle>
          <a:p>
            <a:pPr>
              <a:defRPr/>
            </a:pPr>
            <a:endParaRPr lang="en-US"/>
          </a:p>
        </p:txBody>
      </p:sp>
      <p:sp>
        <p:nvSpPr>
          <p:cNvPr id="1029" name="Rectangle 5"/>
          <p:cNvSpPr>
            <a:spLocks noGrp="1" noChangeArrowheads="1"/>
          </p:cNvSpPr>
          <p:nvPr>
            <p:ph type="sldNum"/>
          </p:nvPr>
        </p:nvSpPr>
        <p:spPr bwMode="auto">
          <a:xfrm>
            <a:off x="6553200" y="6248400"/>
            <a:ext cx="1903413"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ea typeface="DejaVu Sans" charset="0"/>
                <a:cs typeface="DejaVu Sans" charset="0"/>
              </a:defRPr>
            </a:lvl1pPr>
          </a:lstStyle>
          <a:p>
            <a:pPr>
              <a:defRPr/>
            </a:pPr>
            <a:fld id="{706DB42C-6F80-45A9-8E29-0A493D816FE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Lst>
  <p:txStyles>
    <p:titleStyle>
      <a:lvl1pPr algn="ctr" defTabSz="457200" rtl="0" eaLnBrk="0" fontAlgn="base" hangingPunct="0">
        <a:spcBef>
          <a:spcPct val="0"/>
        </a:spcBef>
        <a:spcAft>
          <a:spcPct val="0"/>
        </a:spcAft>
        <a:buClr>
          <a:srgbClr val="000000"/>
        </a:buClr>
        <a:buSzPct val="100000"/>
        <a:buFont typeface="Times New Roman" pitchFamily="18" charset="0"/>
        <a:defRPr sz="4400">
          <a:solidFill>
            <a:srgbClr val="FF0000"/>
          </a:solidFill>
          <a:latin typeface="+mj-lt"/>
          <a:ea typeface="+mj-ea"/>
          <a:cs typeface="+mj-cs"/>
        </a:defRPr>
      </a:lvl1pPr>
      <a:lvl2pPr algn="ctr" defTabSz="457200" rtl="0" eaLnBrk="0" fontAlgn="base" hangingPunct="0">
        <a:spcBef>
          <a:spcPct val="0"/>
        </a:spcBef>
        <a:spcAft>
          <a:spcPct val="0"/>
        </a:spcAft>
        <a:buClr>
          <a:srgbClr val="000000"/>
        </a:buClr>
        <a:buSzPct val="100000"/>
        <a:buFont typeface="Times New Roman" pitchFamily="18" charset="0"/>
        <a:defRPr sz="4400">
          <a:solidFill>
            <a:srgbClr val="FF0000"/>
          </a:solidFill>
          <a:latin typeface="Times New Roman" pitchFamily="16" charset="0"/>
          <a:ea typeface="WenQuanYi Micro Hei" charset="0"/>
          <a:cs typeface="WenQuanYi Micro Hei" charset="0"/>
        </a:defRPr>
      </a:lvl2pPr>
      <a:lvl3pPr algn="ctr" defTabSz="457200" rtl="0" eaLnBrk="0" fontAlgn="base" hangingPunct="0">
        <a:spcBef>
          <a:spcPct val="0"/>
        </a:spcBef>
        <a:spcAft>
          <a:spcPct val="0"/>
        </a:spcAft>
        <a:buClr>
          <a:srgbClr val="000000"/>
        </a:buClr>
        <a:buSzPct val="100000"/>
        <a:buFont typeface="Times New Roman" pitchFamily="18" charset="0"/>
        <a:defRPr sz="4400">
          <a:solidFill>
            <a:srgbClr val="FF0000"/>
          </a:solidFill>
          <a:latin typeface="Times New Roman" pitchFamily="16" charset="0"/>
          <a:ea typeface="WenQuanYi Micro Hei" charset="0"/>
          <a:cs typeface="WenQuanYi Micro Hei" charset="0"/>
        </a:defRPr>
      </a:lvl3pPr>
      <a:lvl4pPr algn="ctr" defTabSz="457200" rtl="0" eaLnBrk="0" fontAlgn="base" hangingPunct="0">
        <a:spcBef>
          <a:spcPct val="0"/>
        </a:spcBef>
        <a:spcAft>
          <a:spcPct val="0"/>
        </a:spcAft>
        <a:buClr>
          <a:srgbClr val="000000"/>
        </a:buClr>
        <a:buSzPct val="100000"/>
        <a:buFont typeface="Times New Roman" pitchFamily="18" charset="0"/>
        <a:defRPr sz="4400">
          <a:solidFill>
            <a:srgbClr val="FF0000"/>
          </a:solidFill>
          <a:latin typeface="Times New Roman" pitchFamily="16" charset="0"/>
          <a:ea typeface="WenQuanYi Micro Hei" charset="0"/>
          <a:cs typeface="WenQuanYi Micro Hei" charset="0"/>
        </a:defRPr>
      </a:lvl4pPr>
      <a:lvl5pPr algn="ctr" defTabSz="457200" rtl="0" eaLnBrk="0" fontAlgn="base" hangingPunct="0">
        <a:spcBef>
          <a:spcPct val="0"/>
        </a:spcBef>
        <a:spcAft>
          <a:spcPct val="0"/>
        </a:spcAft>
        <a:buClr>
          <a:srgbClr val="000000"/>
        </a:buClr>
        <a:buSzPct val="100000"/>
        <a:buFont typeface="Times New Roman" pitchFamily="18" charset="0"/>
        <a:defRPr sz="4400">
          <a:solidFill>
            <a:srgbClr val="FF0000"/>
          </a:solidFill>
          <a:latin typeface="Times New Roman" pitchFamily="16" charset="0"/>
          <a:ea typeface="WenQuanYi Micro Hei" charset="0"/>
          <a:cs typeface="WenQuanYi Micro Hei" charset="0"/>
        </a:defRPr>
      </a:lvl5pPr>
      <a:lvl6pPr marL="2514600" indent="-228600" algn="ctr" defTabSz="457200" rtl="0" fontAlgn="base">
        <a:spcBef>
          <a:spcPct val="0"/>
        </a:spcBef>
        <a:spcAft>
          <a:spcPct val="0"/>
        </a:spcAft>
        <a:buClr>
          <a:srgbClr val="000000"/>
        </a:buClr>
        <a:buSzPct val="100000"/>
        <a:buFont typeface="Times New Roman" pitchFamily="16" charset="0"/>
        <a:defRPr sz="4400">
          <a:solidFill>
            <a:srgbClr val="FF0000"/>
          </a:solidFill>
          <a:latin typeface="Times New Roman" pitchFamily="16" charset="0"/>
          <a:ea typeface="WenQuanYi Micro Hei" charset="0"/>
          <a:cs typeface="WenQuanYi Micro Hei" charset="0"/>
        </a:defRPr>
      </a:lvl6pPr>
      <a:lvl7pPr marL="2971800" indent="-228600" algn="ctr" defTabSz="457200" rtl="0" fontAlgn="base">
        <a:spcBef>
          <a:spcPct val="0"/>
        </a:spcBef>
        <a:spcAft>
          <a:spcPct val="0"/>
        </a:spcAft>
        <a:buClr>
          <a:srgbClr val="000000"/>
        </a:buClr>
        <a:buSzPct val="100000"/>
        <a:buFont typeface="Times New Roman" pitchFamily="16" charset="0"/>
        <a:defRPr sz="4400">
          <a:solidFill>
            <a:srgbClr val="FF0000"/>
          </a:solidFill>
          <a:latin typeface="Times New Roman" pitchFamily="16" charset="0"/>
          <a:ea typeface="WenQuanYi Micro Hei" charset="0"/>
          <a:cs typeface="WenQuanYi Micro Hei" charset="0"/>
        </a:defRPr>
      </a:lvl7pPr>
      <a:lvl8pPr marL="3429000" indent="-228600" algn="ctr" defTabSz="457200" rtl="0" fontAlgn="base">
        <a:spcBef>
          <a:spcPct val="0"/>
        </a:spcBef>
        <a:spcAft>
          <a:spcPct val="0"/>
        </a:spcAft>
        <a:buClr>
          <a:srgbClr val="000000"/>
        </a:buClr>
        <a:buSzPct val="100000"/>
        <a:buFont typeface="Times New Roman" pitchFamily="16" charset="0"/>
        <a:defRPr sz="4400">
          <a:solidFill>
            <a:srgbClr val="FF0000"/>
          </a:solidFill>
          <a:latin typeface="Times New Roman" pitchFamily="16" charset="0"/>
          <a:ea typeface="WenQuanYi Micro Hei" charset="0"/>
          <a:cs typeface="WenQuanYi Micro Hei" charset="0"/>
        </a:defRPr>
      </a:lvl8pPr>
      <a:lvl9pPr marL="3886200" indent="-228600" algn="ctr" defTabSz="457200" rtl="0" fontAlgn="base">
        <a:spcBef>
          <a:spcPct val="0"/>
        </a:spcBef>
        <a:spcAft>
          <a:spcPct val="0"/>
        </a:spcAft>
        <a:buClr>
          <a:srgbClr val="000000"/>
        </a:buClr>
        <a:buSzPct val="100000"/>
        <a:buFont typeface="Times New Roman" pitchFamily="16" charset="0"/>
        <a:defRPr sz="4400">
          <a:solidFill>
            <a:srgbClr val="FF0000"/>
          </a:solidFill>
          <a:latin typeface="Times New Roman" pitchFamily="16" charset="0"/>
          <a:ea typeface="WenQuanYi Micro Hei" charset="0"/>
          <a:cs typeface="WenQuanYi Micro Hei" charset="0"/>
        </a:defRPr>
      </a:lvl9pPr>
    </p:titleStyle>
    <p:bodyStyle>
      <a:lvl1pPr marL="342900" indent="-342900" algn="l" defTabSz="457200" rtl="0" eaLnBrk="0" fontAlgn="base" hangingPunct="0">
        <a:spcBef>
          <a:spcPts val="600"/>
        </a:spcBef>
        <a:spcAft>
          <a:spcPct val="0"/>
        </a:spcAft>
        <a:buClr>
          <a:srgbClr val="000000"/>
        </a:buClr>
        <a:buSzPct val="100000"/>
        <a:buFont typeface="Times New Roman" pitchFamily="18" charset="0"/>
        <a:buChar char="•"/>
        <a:defRPr sz="2400">
          <a:solidFill>
            <a:srgbClr val="000000"/>
          </a:solidFill>
          <a:latin typeface="+mn-lt"/>
          <a:ea typeface="+mn-ea"/>
          <a:cs typeface="+mn-cs"/>
        </a:defRPr>
      </a:lvl1pPr>
      <a:lvl2pPr marL="742950" indent="-285750" algn="l" defTabSz="457200" rtl="0" eaLnBrk="0" fontAlgn="base" hangingPunct="0">
        <a:spcBef>
          <a:spcPts val="500"/>
        </a:spcBef>
        <a:spcAft>
          <a:spcPct val="0"/>
        </a:spcAft>
        <a:buClr>
          <a:srgbClr val="000000"/>
        </a:buClr>
        <a:buSzPct val="100000"/>
        <a:buFont typeface="Times New Roman" pitchFamily="18" charset="0"/>
        <a:buChar char="–"/>
        <a:defRPr sz="20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itchFamily="18" charset="0"/>
        <a:buChar char="•"/>
        <a:defRPr sz="2400">
          <a:solidFill>
            <a:srgbClr val="000000"/>
          </a:solidFill>
          <a:latin typeface="+mn-lt"/>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itchFamily="18" charset="0"/>
        <a:buChar char="–"/>
        <a:defRPr sz="2000">
          <a:solidFill>
            <a:srgbClr val="000000"/>
          </a:solidFill>
          <a:latin typeface="+mn-lt"/>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itchFamily="18" charset="0"/>
        <a:buChar char="»"/>
        <a:defRPr sz="2000">
          <a:solidFill>
            <a:srgbClr val="000000"/>
          </a:solidFill>
          <a:latin typeface="+mn-lt"/>
          <a:ea typeface="+mn-ea"/>
          <a:cs typeface="+mn-cs"/>
        </a:defRPr>
      </a:lvl5pPr>
      <a:lvl6pPr marL="25146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0.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769938" y="3054350"/>
            <a:ext cx="7772400" cy="1470025"/>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800" smtClean="0"/>
              <a:t>The Transport Layer</a:t>
            </a:r>
          </a:p>
        </p:txBody>
      </p:sp>
      <p:sp>
        <p:nvSpPr>
          <p:cNvPr id="5123" name="Rectangle 2"/>
          <p:cNvSpPr>
            <a:spLocks noGrp="1" noChangeArrowheads="1"/>
          </p:cNvSpPr>
          <p:nvPr>
            <p:ph type="subTitle" idx="4294967295"/>
          </p:nvPr>
        </p:nvSpPr>
        <p:spPr>
          <a:xfrm>
            <a:off x="1371600" y="1774825"/>
            <a:ext cx="6400800" cy="1116013"/>
          </a:xfrm>
        </p:spPr>
        <p:txBody>
          <a:bodyPr/>
          <a:lstStyle/>
          <a:p>
            <a:pPr marL="0" indent="0" algn="ctr" eaLnBrk="1" hangingPunct="1">
              <a:spcBef>
                <a:spcPts val="1500"/>
              </a:spcBef>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6000" smtClean="0">
                <a:solidFill>
                  <a:srgbClr val="FF3300"/>
                </a:solidFill>
              </a:rPr>
              <a:t>Unit- 6</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Transport Service</a:t>
            </a:r>
          </a:p>
        </p:txBody>
      </p:sp>
      <p:sp>
        <p:nvSpPr>
          <p:cNvPr id="6147" name="Rectangle 2"/>
          <p:cNvSpPr>
            <a:spLocks noGrp="1" noChangeArrowheads="1"/>
          </p:cNvSpPr>
          <p:nvPr>
            <p:ph type="body" idx="1"/>
          </p:nvPr>
        </p:nvSpPr>
        <p:spPr>
          <a:xfrm>
            <a:off x="763588" y="1431925"/>
            <a:ext cx="8380412" cy="5121275"/>
          </a:xfrm>
        </p:spPr>
        <p:txBody>
          <a:bodyPr/>
          <a:lstStyle/>
          <a:p>
            <a:pPr marL="608013" indent="-608013" eaLnBrk="1" hangingPunct="1">
              <a:spcBef>
                <a:spcPts val="8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smtClean="0"/>
              <a:t>Services Provided to the Upper Layers</a:t>
            </a:r>
          </a:p>
          <a:p>
            <a:pPr marL="608013" indent="-608013" eaLnBrk="1" hangingPunct="1">
              <a:spcBef>
                <a:spcPts val="8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smtClean="0"/>
              <a:t>Transport Service Primitives</a:t>
            </a:r>
          </a:p>
          <a:p>
            <a:pPr marL="608013" indent="-608013" eaLnBrk="1" hangingPunct="1">
              <a:spcBef>
                <a:spcPts val="8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smtClean="0"/>
              <a:t>Berkeley Sockets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Services Provided to the Upper Layers</a:t>
            </a:r>
          </a:p>
        </p:txBody>
      </p:sp>
      <p:sp>
        <p:nvSpPr>
          <p:cNvPr id="7171" name="Rectangle 2"/>
          <p:cNvSpPr>
            <a:spLocks noGrp="1" noChangeArrowheads="1"/>
          </p:cNvSpPr>
          <p:nvPr>
            <p:ph type="body" idx="1"/>
          </p:nvPr>
        </p:nvSpPr>
        <p:spPr>
          <a:xfrm>
            <a:off x="0" y="57150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The network, transport, and application layers.</a:t>
            </a:r>
          </a:p>
        </p:txBody>
      </p:sp>
      <p:pic>
        <p:nvPicPr>
          <p:cNvPr id="7172" name="Picture 3"/>
          <p:cNvPicPr>
            <a:picLocks noChangeAspect="1" noChangeArrowheads="1"/>
          </p:cNvPicPr>
          <p:nvPr/>
        </p:nvPicPr>
        <p:blipFill>
          <a:blip r:embed="rId3" cstate="print"/>
          <a:srcRect/>
          <a:stretch>
            <a:fillRect/>
          </a:stretch>
        </p:blipFill>
        <p:spPr bwMode="auto">
          <a:xfrm>
            <a:off x="904875" y="1566863"/>
            <a:ext cx="7221538" cy="3665537"/>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Transport Service Primitives</a:t>
            </a:r>
          </a:p>
        </p:txBody>
      </p:sp>
      <p:sp>
        <p:nvSpPr>
          <p:cNvPr id="8195" name="Rectangle 2"/>
          <p:cNvSpPr>
            <a:spLocks noGrp="1" noChangeArrowheads="1"/>
          </p:cNvSpPr>
          <p:nvPr>
            <p:ph type="body" idx="1"/>
          </p:nvPr>
        </p:nvSpPr>
        <p:spPr>
          <a:xfrm>
            <a:off x="0" y="47244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The primitives for a simple transport service.</a:t>
            </a:r>
          </a:p>
        </p:txBody>
      </p:sp>
      <p:pic>
        <p:nvPicPr>
          <p:cNvPr id="8196" name="Picture 3"/>
          <p:cNvPicPr>
            <a:picLocks noChangeAspect="1" noChangeArrowheads="1"/>
          </p:cNvPicPr>
          <p:nvPr/>
        </p:nvPicPr>
        <p:blipFill>
          <a:blip r:embed="rId3" cstate="print"/>
          <a:srcRect/>
          <a:stretch>
            <a:fillRect/>
          </a:stretch>
        </p:blipFill>
        <p:spPr bwMode="auto">
          <a:xfrm>
            <a:off x="752475" y="2143125"/>
            <a:ext cx="7766050" cy="18288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Transport Service Primitives (2)</a:t>
            </a:r>
          </a:p>
        </p:txBody>
      </p:sp>
      <p:sp>
        <p:nvSpPr>
          <p:cNvPr id="9219" name="Rectangle 2"/>
          <p:cNvSpPr>
            <a:spLocks noGrp="1" noChangeArrowheads="1"/>
          </p:cNvSpPr>
          <p:nvPr>
            <p:ph type="body" idx="1"/>
          </p:nvPr>
        </p:nvSpPr>
        <p:spPr>
          <a:xfrm>
            <a:off x="0" y="57150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The nesting of TPDUs, packets, and frames.</a:t>
            </a:r>
          </a:p>
        </p:txBody>
      </p:sp>
      <p:pic>
        <p:nvPicPr>
          <p:cNvPr id="9220" name="Picture 3"/>
          <p:cNvPicPr>
            <a:picLocks noChangeAspect="1" noChangeArrowheads="1"/>
          </p:cNvPicPr>
          <p:nvPr/>
        </p:nvPicPr>
        <p:blipFill>
          <a:blip r:embed="rId3" cstate="print"/>
          <a:srcRect/>
          <a:stretch>
            <a:fillRect/>
          </a:stretch>
        </p:blipFill>
        <p:spPr bwMode="auto">
          <a:xfrm>
            <a:off x="328613" y="2171700"/>
            <a:ext cx="8423275" cy="2533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Transport Service Primitives (3)</a:t>
            </a:r>
          </a:p>
        </p:txBody>
      </p:sp>
      <p:sp>
        <p:nvSpPr>
          <p:cNvPr id="10243" name="Text Box 2"/>
          <p:cNvSpPr txBox="1">
            <a:spLocks noChangeArrowheads="1"/>
          </p:cNvSpPr>
          <p:nvPr/>
        </p:nvSpPr>
        <p:spPr bwMode="auto">
          <a:xfrm>
            <a:off x="312738" y="5160963"/>
            <a:ext cx="8531225" cy="1557337"/>
          </a:xfrm>
          <a:prstGeom prst="rect">
            <a:avLst/>
          </a:prstGeom>
          <a:noFill/>
          <a:ln w="9525">
            <a:noFill/>
            <a:round/>
            <a:headEnd/>
            <a:tailEnd/>
          </a:ln>
        </p:spPr>
        <p:txBody>
          <a:bodyPr lIns="90000" tIns="46800" rIns="90000" bIns="46800">
            <a:spAutoFit/>
          </a:bodyPr>
          <a:lstStyle/>
          <a:p>
            <a:pPr>
              <a:spcBef>
                <a:spcPts val="15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dirty="0">
                <a:solidFill>
                  <a:srgbClr val="000000"/>
                </a:solidFill>
                <a:latin typeface="Times New Roman" pitchFamily="18" charset="0"/>
              </a:rPr>
              <a:t>A state diagram for a simple connection management scheme.  Transitions labeled in italics are caused by packet arrivals.  The solid lines show the client's state sequence.   The dashed lines show the server's state sequence. </a:t>
            </a:r>
          </a:p>
        </p:txBody>
      </p:sp>
      <p:pic>
        <p:nvPicPr>
          <p:cNvPr id="10244" name="Picture 3"/>
          <p:cNvPicPr>
            <a:picLocks noChangeAspect="1" noChangeArrowheads="1"/>
          </p:cNvPicPr>
          <p:nvPr/>
        </p:nvPicPr>
        <p:blipFill>
          <a:blip r:embed="rId3" cstate="print"/>
          <a:srcRect/>
          <a:stretch>
            <a:fillRect/>
          </a:stretch>
        </p:blipFill>
        <p:spPr bwMode="auto">
          <a:xfrm>
            <a:off x="2289175" y="1303338"/>
            <a:ext cx="4641850" cy="3617912"/>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Berkeley Sockets</a:t>
            </a:r>
          </a:p>
        </p:txBody>
      </p:sp>
      <p:sp>
        <p:nvSpPr>
          <p:cNvPr id="11267" name="Rectangle 2"/>
          <p:cNvSpPr>
            <a:spLocks noGrp="1" noChangeArrowheads="1"/>
          </p:cNvSpPr>
          <p:nvPr>
            <p:ph type="body" idx="1"/>
          </p:nvPr>
        </p:nvSpPr>
        <p:spPr>
          <a:xfrm>
            <a:off x="0" y="57150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The socket primitives for TCP.</a:t>
            </a:r>
          </a:p>
        </p:txBody>
      </p:sp>
      <p:pic>
        <p:nvPicPr>
          <p:cNvPr id="11268" name="Picture 3"/>
          <p:cNvPicPr>
            <a:picLocks noChangeAspect="1" noChangeArrowheads="1"/>
          </p:cNvPicPr>
          <p:nvPr/>
        </p:nvPicPr>
        <p:blipFill>
          <a:blip r:embed="rId3" cstate="print"/>
          <a:srcRect/>
          <a:stretch>
            <a:fillRect/>
          </a:stretch>
        </p:blipFill>
        <p:spPr bwMode="auto">
          <a:xfrm>
            <a:off x="1125538" y="1982788"/>
            <a:ext cx="6938962" cy="2871787"/>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Elements of Transport Protocols</a:t>
            </a:r>
          </a:p>
        </p:txBody>
      </p:sp>
      <p:sp>
        <p:nvSpPr>
          <p:cNvPr id="12291" name="Rectangle 2"/>
          <p:cNvSpPr>
            <a:spLocks noGrp="1" noChangeArrowheads="1"/>
          </p:cNvSpPr>
          <p:nvPr>
            <p:ph type="body" idx="1"/>
          </p:nvPr>
        </p:nvSpPr>
        <p:spPr>
          <a:xfrm>
            <a:off x="1677988" y="1595438"/>
            <a:ext cx="7466012" cy="4957762"/>
          </a:xfrm>
        </p:spPr>
        <p:txBody>
          <a:bodyPr/>
          <a:lstStyle/>
          <a:p>
            <a:pPr marL="608013" indent="-608013" eaLnBrk="1" hangingPunct="1">
              <a:spcBef>
                <a:spcPts val="8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smtClean="0"/>
              <a:t>Addressing</a:t>
            </a:r>
          </a:p>
          <a:p>
            <a:pPr marL="608013" indent="-608013" eaLnBrk="1" hangingPunct="1">
              <a:spcBef>
                <a:spcPts val="8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smtClean="0"/>
              <a:t>Connection Establishment</a:t>
            </a:r>
          </a:p>
          <a:p>
            <a:pPr marL="608013" indent="-608013" eaLnBrk="1" hangingPunct="1">
              <a:spcBef>
                <a:spcPts val="8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smtClean="0"/>
              <a:t>Connection Release</a:t>
            </a:r>
          </a:p>
          <a:p>
            <a:pPr marL="608013" indent="-608013" eaLnBrk="1" hangingPunct="1">
              <a:spcBef>
                <a:spcPts val="800"/>
              </a:spcBef>
              <a:buClr>
                <a:srgbClr val="3333CC"/>
              </a:buClr>
              <a:buFont typeface="Times New Roman"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3200" smtClean="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Transport Protocol</a:t>
            </a:r>
          </a:p>
        </p:txBody>
      </p:sp>
      <p:sp>
        <p:nvSpPr>
          <p:cNvPr id="13315" name="Rectangle 2"/>
          <p:cNvSpPr>
            <a:spLocks noGrp="1" noChangeArrowheads="1"/>
          </p:cNvSpPr>
          <p:nvPr>
            <p:ph type="body" idx="1"/>
          </p:nvPr>
        </p:nvSpPr>
        <p:spPr>
          <a:xfrm>
            <a:off x="1590675" y="5257800"/>
            <a:ext cx="7553325" cy="838200"/>
          </a:xfrm>
        </p:spPr>
        <p:txBody>
          <a:bodyPr/>
          <a:lstStyle/>
          <a:p>
            <a:pPr marL="609600" indent="-608013" eaLnBrk="1" hangingPunct="1">
              <a:lnSpc>
                <a:spcPct val="9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solidFill>
                  <a:srgbClr val="3333CC"/>
                </a:solidFill>
              </a:rPr>
              <a:t>(a)</a:t>
            </a:r>
            <a:r>
              <a:rPr lang="en-US" smtClean="0"/>
              <a:t> Environment of the data link layer.</a:t>
            </a:r>
          </a:p>
          <a:p>
            <a:pPr marL="609600" indent="-608013" eaLnBrk="1" hangingPunct="1">
              <a:lnSpc>
                <a:spcPct val="9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solidFill>
                  <a:srgbClr val="3333CC"/>
                </a:solidFill>
              </a:rPr>
              <a:t>(b)</a:t>
            </a:r>
            <a:r>
              <a:rPr lang="en-US" smtClean="0"/>
              <a:t> Environment of the transport layer.</a:t>
            </a:r>
          </a:p>
        </p:txBody>
      </p:sp>
      <p:pic>
        <p:nvPicPr>
          <p:cNvPr id="13316" name="Picture 3"/>
          <p:cNvPicPr>
            <a:picLocks noChangeAspect="1" noChangeArrowheads="1"/>
          </p:cNvPicPr>
          <p:nvPr/>
        </p:nvPicPr>
        <p:blipFill>
          <a:blip r:embed="rId3" cstate="print"/>
          <a:srcRect/>
          <a:stretch>
            <a:fillRect/>
          </a:stretch>
        </p:blipFill>
        <p:spPr bwMode="auto">
          <a:xfrm>
            <a:off x="396875" y="1809750"/>
            <a:ext cx="8412163" cy="22161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Addressing</a:t>
            </a:r>
          </a:p>
        </p:txBody>
      </p:sp>
      <p:sp>
        <p:nvSpPr>
          <p:cNvPr id="14339" name="Rectangle 2"/>
          <p:cNvSpPr>
            <a:spLocks noGrp="1" noChangeArrowheads="1"/>
          </p:cNvSpPr>
          <p:nvPr>
            <p:ph type="body" idx="1"/>
          </p:nvPr>
        </p:nvSpPr>
        <p:spPr>
          <a:xfrm>
            <a:off x="0" y="57150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TSAPs, NSAPs and transport connections.</a:t>
            </a:r>
          </a:p>
        </p:txBody>
      </p:sp>
      <p:pic>
        <p:nvPicPr>
          <p:cNvPr id="14340" name="Picture 3"/>
          <p:cNvPicPr>
            <a:picLocks noChangeAspect="1" noChangeArrowheads="1"/>
          </p:cNvPicPr>
          <p:nvPr/>
        </p:nvPicPr>
        <p:blipFill>
          <a:blip r:embed="rId3" cstate="print"/>
          <a:srcRect/>
          <a:stretch>
            <a:fillRect/>
          </a:stretch>
        </p:blipFill>
        <p:spPr bwMode="auto">
          <a:xfrm>
            <a:off x="2152650" y="1314450"/>
            <a:ext cx="4799013" cy="39878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Connection Establishment</a:t>
            </a:r>
          </a:p>
        </p:txBody>
      </p:sp>
      <p:sp>
        <p:nvSpPr>
          <p:cNvPr id="15363" name="Rectangle 2"/>
          <p:cNvSpPr>
            <a:spLocks noGrp="1" noChangeArrowheads="1"/>
          </p:cNvSpPr>
          <p:nvPr>
            <p:ph type="body" idx="1"/>
          </p:nvPr>
        </p:nvSpPr>
        <p:spPr>
          <a:xfrm>
            <a:off x="782638" y="5715000"/>
            <a:ext cx="6881812"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How a user process in host 1 establishes a connection with a time-of-day server in host 2.</a:t>
            </a:r>
          </a:p>
        </p:txBody>
      </p:sp>
      <p:pic>
        <p:nvPicPr>
          <p:cNvPr id="15364" name="Picture 3"/>
          <p:cNvPicPr>
            <a:picLocks noChangeAspect="1" noChangeArrowheads="1"/>
          </p:cNvPicPr>
          <p:nvPr/>
        </p:nvPicPr>
        <p:blipFill>
          <a:blip r:embed="rId3" cstate="print"/>
          <a:srcRect/>
          <a:stretch>
            <a:fillRect/>
          </a:stretch>
        </p:blipFill>
        <p:spPr bwMode="auto">
          <a:xfrm>
            <a:off x="1247775" y="1179513"/>
            <a:ext cx="6534150" cy="4202112"/>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Connection Establishment (3)</a:t>
            </a:r>
          </a:p>
        </p:txBody>
      </p:sp>
      <p:sp>
        <p:nvSpPr>
          <p:cNvPr id="16387" name="Text Box 2"/>
          <p:cNvSpPr txBox="1">
            <a:spLocks noChangeArrowheads="1"/>
          </p:cNvSpPr>
          <p:nvPr/>
        </p:nvSpPr>
        <p:spPr bwMode="auto">
          <a:xfrm>
            <a:off x="342900" y="3925888"/>
            <a:ext cx="8366125" cy="1922462"/>
          </a:xfrm>
          <a:prstGeom prst="rect">
            <a:avLst/>
          </a:prstGeom>
          <a:noFill/>
          <a:ln w="9525">
            <a:noFill/>
            <a:round/>
            <a:headEnd/>
            <a:tailEnd/>
          </a:ln>
        </p:spPr>
        <p:txBody>
          <a:bodyPr lIns="90000" tIns="46800" rIns="90000" bIns="46800">
            <a:spAutoFit/>
          </a:bodyPr>
          <a:lstStyle/>
          <a:p>
            <a:pPr>
              <a:spcBef>
                <a:spcPts val="6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a:solidFill>
                  <a:srgbClr val="000000"/>
                </a:solidFill>
                <a:latin typeface="Times New Roman" pitchFamily="18" charset="0"/>
              </a:rPr>
              <a:t>Three protocol scenarios for establishing a connection using a three-way handshake.  CR denotes CONNECTION REQUEST.  </a:t>
            </a:r>
            <a:br>
              <a:rPr lang="en-US" sz="2400">
                <a:solidFill>
                  <a:srgbClr val="000000"/>
                </a:solidFill>
                <a:latin typeface="Times New Roman" pitchFamily="18" charset="0"/>
              </a:rPr>
            </a:br>
            <a:r>
              <a:rPr lang="en-US" sz="2400">
                <a:solidFill>
                  <a:srgbClr val="3333CC"/>
                </a:solidFill>
                <a:latin typeface="Times New Roman" pitchFamily="18" charset="0"/>
              </a:rPr>
              <a:t>(a)</a:t>
            </a:r>
            <a:r>
              <a:rPr lang="en-US" sz="2400">
                <a:solidFill>
                  <a:srgbClr val="000000"/>
                </a:solidFill>
                <a:latin typeface="Times New Roman" pitchFamily="18" charset="0"/>
              </a:rPr>
              <a:t> Normal operation, </a:t>
            </a:r>
            <a:br>
              <a:rPr lang="en-US" sz="2400">
                <a:solidFill>
                  <a:srgbClr val="000000"/>
                </a:solidFill>
                <a:latin typeface="Times New Roman" pitchFamily="18" charset="0"/>
              </a:rPr>
            </a:br>
            <a:r>
              <a:rPr lang="en-US" sz="2400">
                <a:solidFill>
                  <a:srgbClr val="3333CC"/>
                </a:solidFill>
                <a:latin typeface="Times New Roman" pitchFamily="18" charset="0"/>
              </a:rPr>
              <a:t>(b)</a:t>
            </a:r>
            <a:r>
              <a:rPr lang="en-US" sz="2400">
                <a:solidFill>
                  <a:srgbClr val="000000"/>
                </a:solidFill>
                <a:latin typeface="Times New Roman" pitchFamily="18" charset="0"/>
              </a:rPr>
              <a:t> Old CONNECTION REQUEST appearing out of nowhere.  </a:t>
            </a:r>
            <a:br>
              <a:rPr lang="en-US" sz="2400">
                <a:solidFill>
                  <a:srgbClr val="000000"/>
                </a:solidFill>
                <a:latin typeface="Times New Roman" pitchFamily="18" charset="0"/>
              </a:rPr>
            </a:br>
            <a:r>
              <a:rPr lang="en-US" sz="2400">
                <a:solidFill>
                  <a:srgbClr val="3333CC"/>
                </a:solidFill>
                <a:latin typeface="Times New Roman" pitchFamily="18" charset="0"/>
              </a:rPr>
              <a:t>(c)</a:t>
            </a:r>
            <a:r>
              <a:rPr lang="en-US" sz="2400">
                <a:solidFill>
                  <a:srgbClr val="000000"/>
                </a:solidFill>
                <a:latin typeface="Times New Roman" pitchFamily="18" charset="0"/>
              </a:rPr>
              <a:t> Duplicate CONNECTION REQUEST and duplicate ACK.</a:t>
            </a:r>
          </a:p>
        </p:txBody>
      </p:sp>
      <p:pic>
        <p:nvPicPr>
          <p:cNvPr id="16388" name="Picture 3"/>
          <p:cNvPicPr>
            <a:picLocks noChangeAspect="1" noChangeArrowheads="1"/>
          </p:cNvPicPr>
          <p:nvPr/>
        </p:nvPicPr>
        <p:blipFill>
          <a:blip r:embed="rId3" cstate="print"/>
          <a:srcRect b="49919"/>
          <a:stretch>
            <a:fillRect/>
          </a:stretch>
        </p:blipFill>
        <p:spPr bwMode="auto">
          <a:xfrm>
            <a:off x="912813" y="1252538"/>
            <a:ext cx="4535487" cy="2236787"/>
          </a:xfrm>
          <a:prstGeom prst="rect">
            <a:avLst/>
          </a:prstGeom>
          <a:noFill/>
          <a:ln w="9525">
            <a:noFill/>
            <a:round/>
            <a:headEnd/>
            <a:tailEnd/>
          </a:ln>
        </p:spPr>
      </p:pic>
      <p:pic>
        <p:nvPicPr>
          <p:cNvPr id="16389" name="Picture 4"/>
          <p:cNvPicPr>
            <a:picLocks noChangeAspect="1" noChangeArrowheads="1"/>
          </p:cNvPicPr>
          <p:nvPr/>
        </p:nvPicPr>
        <p:blipFill>
          <a:blip r:embed="rId3" cstate="print"/>
          <a:srcRect l="22685" t="49492" r="21423"/>
          <a:stretch>
            <a:fillRect/>
          </a:stretch>
        </p:blipFill>
        <p:spPr bwMode="auto">
          <a:xfrm>
            <a:off x="5808663" y="1195388"/>
            <a:ext cx="2535237" cy="2255837"/>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Connection Release</a:t>
            </a:r>
          </a:p>
        </p:txBody>
      </p:sp>
      <p:sp>
        <p:nvSpPr>
          <p:cNvPr id="17411" name="Rectangle 2"/>
          <p:cNvSpPr>
            <a:spLocks noGrp="1" noChangeArrowheads="1"/>
          </p:cNvSpPr>
          <p:nvPr>
            <p:ph type="body" idx="1"/>
          </p:nvPr>
        </p:nvSpPr>
        <p:spPr>
          <a:xfrm>
            <a:off x="0" y="60198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Abrupt disconnection with loss of data.</a:t>
            </a:r>
          </a:p>
        </p:txBody>
      </p:sp>
      <p:pic>
        <p:nvPicPr>
          <p:cNvPr id="17412" name="Picture 3"/>
          <p:cNvPicPr>
            <a:picLocks noChangeAspect="1" noChangeArrowheads="1"/>
          </p:cNvPicPr>
          <p:nvPr/>
        </p:nvPicPr>
        <p:blipFill>
          <a:blip r:embed="rId3" cstate="print"/>
          <a:srcRect/>
          <a:stretch>
            <a:fillRect/>
          </a:stretch>
        </p:blipFill>
        <p:spPr bwMode="auto">
          <a:xfrm>
            <a:off x="2576513" y="1395413"/>
            <a:ext cx="3971925" cy="401637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Connection Release (2)</a:t>
            </a:r>
          </a:p>
        </p:txBody>
      </p:sp>
      <p:sp>
        <p:nvSpPr>
          <p:cNvPr id="18435" name="Rectangle 2"/>
          <p:cNvSpPr>
            <a:spLocks noGrp="1" noChangeArrowheads="1"/>
          </p:cNvSpPr>
          <p:nvPr>
            <p:ph type="body" idx="1"/>
          </p:nvPr>
        </p:nvSpPr>
        <p:spPr>
          <a:xfrm>
            <a:off x="0" y="57150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The two-army problem.</a:t>
            </a:r>
          </a:p>
        </p:txBody>
      </p:sp>
      <p:pic>
        <p:nvPicPr>
          <p:cNvPr id="18436" name="Picture 3"/>
          <p:cNvPicPr>
            <a:picLocks noChangeAspect="1" noChangeArrowheads="1"/>
          </p:cNvPicPr>
          <p:nvPr/>
        </p:nvPicPr>
        <p:blipFill>
          <a:blip r:embed="rId3" cstate="print"/>
          <a:srcRect/>
          <a:stretch>
            <a:fillRect/>
          </a:stretch>
        </p:blipFill>
        <p:spPr bwMode="auto">
          <a:xfrm>
            <a:off x="1195388" y="2062163"/>
            <a:ext cx="6680200" cy="270192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a:xfrm>
            <a:off x="228600" y="609600"/>
            <a:ext cx="8610600" cy="3581400"/>
          </a:xfrm>
        </p:spPr>
        <p:txBody>
          <a:bodyPr/>
          <a:lstStyle/>
          <a:p>
            <a:pPr>
              <a:buFont typeface="Wingdings" pitchFamily="2" charset="2"/>
              <a:buChar char="Ø"/>
            </a:pPr>
            <a:r>
              <a:rPr lang="en-US" smtClean="0"/>
              <a:t>To avoid two army problem, timers are used. If response to FIN is not forthcoming within two maximum packet lifetimes, the sender of the FIN releases the connection. The other side eventually notice that nobody seems to be listening to it any more and will time out as well.</a:t>
            </a:r>
          </a:p>
        </p:txBody>
      </p:sp>
    </p:spTree>
    <p:extLst>
      <p:ext uri="{BB962C8B-B14F-4D97-AF65-F5344CB8AC3E}">
        <p14:creationId xmlns:p14="http://schemas.microsoft.com/office/powerpoint/2010/main" val="39156639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Connection Release (3)</a:t>
            </a:r>
          </a:p>
        </p:txBody>
      </p:sp>
      <p:sp>
        <p:nvSpPr>
          <p:cNvPr id="19459" name="Rectangle 2"/>
          <p:cNvSpPr>
            <a:spLocks noGrp="1" noChangeArrowheads="1"/>
          </p:cNvSpPr>
          <p:nvPr>
            <p:ph type="body" idx="1"/>
          </p:nvPr>
        </p:nvSpPr>
        <p:spPr>
          <a:xfrm>
            <a:off x="0" y="5715000"/>
            <a:ext cx="9144000" cy="838200"/>
          </a:xfrm>
        </p:spPr>
        <p:txBody>
          <a:bodyPr/>
          <a:lstStyle/>
          <a:p>
            <a:pPr marL="609600" indent="-608013"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Four protocol scenarios for releasing a connection.  </a:t>
            </a:r>
            <a:r>
              <a:rPr lang="en-US" smtClean="0">
                <a:solidFill>
                  <a:srgbClr val="3333CC"/>
                </a:solidFill>
              </a:rPr>
              <a:t>(a)</a:t>
            </a:r>
            <a:r>
              <a:rPr lang="en-US" smtClean="0"/>
              <a:t> Normal case of a three-way handshake.  </a:t>
            </a:r>
            <a:r>
              <a:rPr lang="en-US" smtClean="0">
                <a:solidFill>
                  <a:srgbClr val="3333CC"/>
                </a:solidFill>
              </a:rPr>
              <a:t>(b)</a:t>
            </a:r>
            <a:r>
              <a:rPr lang="en-US" smtClean="0"/>
              <a:t> final ACK lost.</a:t>
            </a:r>
          </a:p>
        </p:txBody>
      </p:sp>
      <p:sp>
        <p:nvSpPr>
          <p:cNvPr id="19460" name="Text Box 3"/>
          <p:cNvSpPr txBox="1">
            <a:spLocks noChangeArrowheads="1"/>
          </p:cNvSpPr>
          <p:nvPr/>
        </p:nvSpPr>
        <p:spPr bwMode="auto">
          <a:xfrm>
            <a:off x="3121025" y="2830513"/>
            <a:ext cx="1392238" cy="460375"/>
          </a:xfrm>
          <a:prstGeom prst="rect">
            <a:avLst/>
          </a:prstGeom>
          <a:noFill/>
          <a:ln w="9525">
            <a:noFill/>
            <a:round/>
            <a:headEnd/>
            <a:tailEnd/>
          </a:ln>
        </p:spPr>
        <p:txBody>
          <a:bodyPr lIns="90000" tIns="46800" rIns="90000" bIns="46800">
            <a:spAutoFit/>
          </a:bodyPr>
          <a:lstStyle/>
          <a:p>
            <a:pPr algn="ctr">
              <a:spcBef>
                <a:spcPts val="15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a:solidFill>
                  <a:srgbClr val="000000"/>
                </a:solidFill>
                <a:latin typeface="Times New Roman" pitchFamily="18" charset="0"/>
              </a:rPr>
              <a:t>6-14, a, b</a:t>
            </a:r>
          </a:p>
        </p:txBody>
      </p:sp>
      <p:pic>
        <p:nvPicPr>
          <p:cNvPr id="19461" name="Picture 4"/>
          <p:cNvPicPr>
            <a:picLocks noChangeAspect="1" noChangeArrowheads="1"/>
          </p:cNvPicPr>
          <p:nvPr/>
        </p:nvPicPr>
        <p:blipFill>
          <a:blip r:embed="rId3" cstate="print"/>
          <a:srcRect b="51152"/>
          <a:stretch>
            <a:fillRect/>
          </a:stretch>
        </p:blipFill>
        <p:spPr bwMode="auto">
          <a:xfrm>
            <a:off x="714375" y="1393825"/>
            <a:ext cx="7748588" cy="40703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Connection Release (4)</a:t>
            </a:r>
          </a:p>
        </p:txBody>
      </p:sp>
      <p:sp>
        <p:nvSpPr>
          <p:cNvPr id="20483" name="Rectangle 2"/>
          <p:cNvSpPr>
            <a:spLocks noGrp="1" noChangeArrowheads="1"/>
          </p:cNvSpPr>
          <p:nvPr>
            <p:ph type="body" idx="1"/>
          </p:nvPr>
        </p:nvSpPr>
        <p:spPr>
          <a:xfrm>
            <a:off x="733425" y="5715000"/>
            <a:ext cx="8137525" cy="838200"/>
          </a:xfrm>
        </p:spPr>
        <p:txBody>
          <a:bodyPr/>
          <a:lstStyle/>
          <a:p>
            <a:pPr marL="609600" indent="-608013"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solidFill>
                  <a:srgbClr val="3333CC"/>
                </a:solidFill>
              </a:rPr>
              <a:t>(c)</a:t>
            </a:r>
            <a:r>
              <a:rPr lang="en-US" smtClean="0"/>
              <a:t> Response lost.  (</a:t>
            </a:r>
            <a:r>
              <a:rPr lang="en-US" smtClean="0">
                <a:solidFill>
                  <a:srgbClr val="3333CC"/>
                </a:solidFill>
              </a:rPr>
              <a:t>d)</a:t>
            </a:r>
            <a:r>
              <a:rPr lang="en-US" smtClean="0"/>
              <a:t>  Response lost and subsequent DRs lost.</a:t>
            </a:r>
          </a:p>
        </p:txBody>
      </p:sp>
      <p:sp>
        <p:nvSpPr>
          <p:cNvPr id="20484" name="Text Box 3"/>
          <p:cNvSpPr txBox="1">
            <a:spLocks noChangeArrowheads="1"/>
          </p:cNvSpPr>
          <p:nvPr/>
        </p:nvSpPr>
        <p:spPr bwMode="auto">
          <a:xfrm>
            <a:off x="3121025" y="2830513"/>
            <a:ext cx="1392238" cy="460375"/>
          </a:xfrm>
          <a:prstGeom prst="rect">
            <a:avLst/>
          </a:prstGeom>
          <a:noFill/>
          <a:ln w="9525">
            <a:noFill/>
            <a:round/>
            <a:headEnd/>
            <a:tailEnd/>
          </a:ln>
        </p:spPr>
        <p:txBody>
          <a:bodyPr lIns="90000" tIns="46800" rIns="90000" bIns="46800">
            <a:spAutoFit/>
          </a:bodyPr>
          <a:lstStyle/>
          <a:p>
            <a:pPr algn="ctr">
              <a:spcBef>
                <a:spcPts val="15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a:solidFill>
                  <a:srgbClr val="000000"/>
                </a:solidFill>
                <a:latin typeface="Times New Roman" pitchFamily="18" charset="0"/>
              </a:rPr>
              <a:t>6-14, c,d</a:t>
            </a:r>
          </a:p>
        </p:txBody>
      </p:sp>
      <p:pic>
        <p:nvPicPr>
          <p:cNvPr id="20485" name="Picture 4"/>
          <p:cNvPicPr>
            <a:picLocks noChangeAspect="1" noChangeArrowheads="1"/>
          </p:cNvPicPr>
          <p:nvPr/>
        </p:nvPicPr>
        <p:blipFill>
          <a:blip r:embed="rId3" cstate="print"/>
          <a:srcRect t="50195"/>
          <a:stretch>
            <a:fillRect/>
          </a:stretch>
        </p:blipFill>
        <p:spPr bwMode="auto">
          <a:xfrm>
            <a:off x="733425" y="1006475"/>
            <a:ext cx="7967663" cy="4265613"/>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a:xfrm>
            <a:off x="0" y="21590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smtClean="0"/>
              <a:t>The Internet Transport Protocols: UDP</a:t>
            </a:r>
            <a:br>
              <a:rPr lang="en-US" dirty="0" smtClean="0"/>
            </a:br>
            <a:r>
              <a:rPr lang="en-US" dirty="0" smtClean="0"/>
              <a:t>User Datagram Protocol</a:t>
            </a:r>
          </a:p>
        </p:txBody>
      </p:sp>
      <p:sp>
        <p:nvSpPr>
          <p:cNvPr id="20483" name="Rectangle 2"/>
          <p:cNvSpPr>
            <a:spLocks noGrp="1" noChangeArrowheads="1"/>
          </p:cNvSpPr>
          <p:nvPr>
            <p:ph type="body" idx="1"/>
          </p:nvPr>
        </p:nvSpPr>
        <p:spPr>
          <a:xfrm>
            <a:off x="381000" y="1358900"/>
            <a:ext cx="8305800" cy="5041900"/>
          </a:xfrm>
        </p:spPr>
        <p:txBody>
          <a:bodyPr/>
          <a:lstStyle/>
          <a:p>
            <a:pPr marL="0" indent="0" eaLnBrk="1" hangingPunct="1">
              <a:spcBef>
                <a:spcPts val="900"/>
              </a:spcBef>
              <a:buClr>
                <a:srgbClr val="3333CC"/>
              </a:buClr>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3600" dirty="0" smtClean="0"/>
          </a:p>
          <a:p>
            <a:pPr marL="608013" indent="-608013" eaLnBrk="1" hangingPunct="1">
              <a:spcBef>
                <a:spcPts val="900"/>
              </a:spcBef>
              <a:buClr>
                <a:srgbClr val="3333CC"/>
              </a:buClr>
              <a:buFont typeface="Times New Roman"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600" dirty="0" smtClean="0"/>
              <a:t>UDP is an </a:t>
            </a:r>
            <a:r>
              <a:rPr lang="en-US" sz="3600" b="1" dirty="0" smtClean="0"/>
              <a:t>unreliable and connectionless protocol.</a:t>
            </a:r>
            <a:r>
              <a:rPr lang="en-US" sz="3600" dirty="0" smtClean="0"/>
              <a:t> So, there is no need to establish a connection prior to data transfer. </a:t>
            </a:r>
          </a:p>
          <a:p>
            <a:pPr marL="608013" indent="-608013" eaLnBrk="1" hangingPunct="1">
              <a:spcBef>
                <a:spcPts val="900"/>
              </a:spcBef>
              <a:buClr>
                <a:srgbClr val="3333CC"/>
              </a:buClr>
              <a:buFont typeface="Times New Roman"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600" dirty="0" smtClean="0"/>
              <a:t>The UDP enables process to process communication.</a:t>
            </a:r>
          </a:p>
          <a:p>
            <a:pPr marL="608013" indent="-608013" eaLnBrk="1" hangingPunct="1">
              <a:spcBef>
                <a:spcPts val="9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3600" dirty="0" smtClean="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800" smtClean="0"/>
              <a:t>Introduction to UDP</a:t>
            </a:r>
          </a:p>
        </p:txBody>
      </p:sp>
      <p:sp>
        <p:nvSpPr>
          <p:cNvPr id="21507" name="Rectangle 2"/>
          <p:cNvSpPr>
            <a:spLocks noGrp="1" noChangeArrowheads="1"/>
          </p:cNvSpPr>
          <p:nvPr>
            <p:ph type="body" idx="1"/>
          </p:nvPr>
        </p:nvSpPr>
        <p:spPr>
          <a:xfrm>
            <a:off x="0" y="57150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The UDP header.</a:t>
            </a:r>
          </a:p>
        </p:txBody>
      </p:sp>
      <p:pic>
        <p:nvPicPr>
          <p:cNvPr id="21508" name="Picture 3"/>
          <p:cNvPicPr>
            <a:picLocks noChangeAspect="1" noChangeArrowheads="1"/>
          </p:cNvPicPr>
          <p:nvPr/>
        </p:nvPicPr>
        <p:blipFill>
          <a:blip r:embed="rId3" cstate="print"/>
          <a:srcRect/>
          <a:stretch>
            <a:fillRect/>
          </a:stretch>
        </p:blipFill>
        <p:spPr bwMode="auto">
          <a:xfrm>
            <a:off x="534988" y="2682875"/>
            <a:ext cx="8207375" cy="1468438"/>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2413" cy="6705600"/>
          </a:xfrm>
        </p:spPr>
        <p:txBody>
          <a:bodyPr/>
          <a:lstStyle/>
          <a:p>
            <a:pPr>
              <a:defRPr/>
            </a:pPr>
            <a:r>
              <a:rPr lang="en-US" sz="2800" b="1" dirty="0" smtClean="0">
                <a:solidFill>
                  <a:schemeClr val="tx1">
                    <a:lumMod val="85000"/>
                    <a:lumOff val="15000"/>
                  </a:schemeClr>
                </a:solidFill>
              </a:rPr>
              <a:t>Source Port:</a:t>
            </a:r>
            <a:r>
              <a:rPr lang="en-US" sz="2800" dirty="0" smtClean="0">
                <a:solidFill>
                  <a:schemeClr val="tx1">
                    <a:lumMod val="85000"/>
                    <a:lumOff val="15000"/>
                  </a:schemeClr>
                </a:solidFill>
              </a:rPr>
              <a:t> Source Port is a 2 Byte long field used to identify the port number of the source.</a:t>
            </a:r>
            <a:br>
              <a:rPr lang="en-US" sz="2800" dirty="0" smtClean="0">
                <a:solidFill>
                  <a:schemeClr val="tx1">
                    <a:lumMod val="85000"/>
                    <a:lumOff val="15000"/>
                  </a:schemeClr>
                </a:solidFill>
              </a:rPr>
            </a:br>
            <a:r>
              <a:rPr lang="en-US" sz="2800" dirty="0" smtClean="0">
                <a:solidFill>
                  <a:schemeClr val="tx1">
                    <a:lumMod val="85000"/>
                    <a:lumOff val="15000"/>
                  </a:schemeClr>
                </a:solidFill>
              </a:rPr>
              <a:t>  </a:t>
            </a:r>
            <a:r>
              <a:rPr lang="en-US" sz="2800" b="1" dirty="0" smtClean="0">
                <a:solidFill>
                  <a:schemeClr val="tx1">
                    <a:lumMod val="85000"/>
                    <a:lumOff val="15000"/>
                  </a:schemeClr>
                </a:solidFill>
              </a:rPr>
              <a:t>Destination Port:</a:t>
            </a:r>
            <a:r>
              <a:rPr lang="en-US" sz="2800" dirty="0" smtClean="0">
                <a:solidFill>
                  <a:schemeClr val="tx1">
                    <a:lumMod val="85000"/>
                    <a:lumOff val="15000"/>
                  </a:schemeClr>
                </a:solidFill>
              </a:rPr>
              <a:t> It is a 2 Byte long field, used to identify the port of the destined packet.</a:t>
            </a:r>
            <a:br>
              <a:rPr lang="en-US" sz="2800" dirty="0" smtClean="0">
                <a:solidFill>
                  <a:schemeClr val="tx1">
                    <a:lumMod val="85000"/>
                    <a:lumOff val="15000"/>
                  </a:schemeClr>
                </a:solidFill>
              </a:rPr>
            </a:br>
            <a:r>
              <a:rPr lang="en-US" sz="2800" dirty="0" smtClean="0">
                <a:solidFill>
                  <a:schemeClr val="tx1">
                    <a:lumMod val="85000"/>
                    <a:lumOff val="15000"/>
                  </a:schemeClr>
                </a:solidFill>
              </a:rPr>
              <a:t>  </a:t>
            </a:r>
            <a:r>
              <a:rPr lang="en-US" sz="2800" b="1" dirty="0" smtClean="0">
                <a:solidFill>
                  <a:schemeClr val="tx1">
                    <a:lumMod val="85000"/>
                    <a:lumOff val="15000"/>
                  </a:schemeClr>
                </a:solidFill>
              </a:rPr>
              <a:t>Length:</a:t>
            </a:r>
            <a:r>
              <a:rPr lang="en-US" sz="2800" dirty="0" smtClean="0">
                <a:solidFill>
                  <a:schemeClr val="tx1">
                    <a:lumMod val="85000"/>
                    <a:lumOff val="15000"/>
                  </a:schemeClr>
                </a:solidFill>
              </a:rPr>
              <a:t> Length is the length of UDP including the header and the data. It is a 16-bits field.</a:t>
            </a:r>
            <a:br>
              <a:rPr lang="en-US" sz="2800" dirty="0" smtClean="0">
                <a:solidFill>
                  <a:schemeClr val="tx1">
                    <a:lumMod val="85000"/>
                    <a:lumOff val="15000"/>
                  </a:schemeClr>
                </a:solidFill>
              </a:rPr>
            </a:br>
            <a:r>
              <a:rPr lang="en-US" sz="2800" b="1" dirty="0" smtClean="0">
                <a:solidFill>
                  <a:schemeClr val="tx1">
                    <a:lumMod val="85000"/>
                    <a:lumOff val="15000"/>
                  </a:schemeClr>
                </a:solidFill>
              </a:rPr>
              <a:t>Checksum:</a:t>
            </a:r>
            <a:r>
              <a:rPr lang="en-US" sz="2800" dirty="0" smtClean="0">
                <a:solidFill>
                  <a:schemeClr val="tx1">
                    <a:lumMod val="85000"/>
                    <a:lumOff val="15000"/>
                  </a:schemeClr>
                </a:solidFill>
              </a:rPr>
              <a:t> Checksum is 2 Bytes long field. It is the 16-bit one’s complement of the one’s complement sum of the UDP header, the pseudo-header of information from the IP header, and the data, padded with zero octets at the end (if necessary) to make a multiple of two octets.</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0" y="0"/>
            <a:ext cx="9142413" cy="6858000"/>
          </a:xfrm>
        </p:spPr>
        <p:txBody>
          <a:bodyPr/>
          <a:lstStyle/>
          <a:p>
            <a:pPr marL="342900" indent="-342900" algn="l"/>
            <a:r>
              <a:rPr lang="en-US" sz="3200" smtClean="0"/>
              <a:t>    Applications</a:t>
            </a:r>
            <a:br>
              <a:rPr lang="en-US" sz="3200" smtClean="0"/>
            </a:br>
            <a:r>
              <a:rPr lang="en-US" sz="1600" smtClean="0"/>
              <a:t/>
            </a:r>
            <a:br>
              <a:rPr lang="en-US" sz="1600" smtClean="0"/>
            </a:br>
            <a:r>
              <a:rPr lang="en-US" sz="1600" smtClean="0"/>
              <a:t> </a:t>
            </a:r>
            <a:r>
              <a:rPr lang="en-US" sz="2000" smtClean="0"/>
              <a:t>Used for simple request-response communication when the size of data is less and hence there is lesser concern about flow and error control.</a:t>
            </a:r>
            <a:br>
              <a:rPr lang="en-US" sz="2000" smtClean="0"/>
            </a:br>
            <a:r>
              <a:rPr lang="en-US" sz="2000" smtClean="0"/>
              <a:t/>
            </a:r>
            <a:br>
              <a:rPr lang="en-US" sz="2000" smtClean="0"/>
            </a:br>
            <a:r>
              <a:rPr lang="en-US" sz="2000" smtClean="0"/>
              <a:t>It is a suitable protocol for multicasting as UDP supports packet switching.</a:t>
            </a:r>
            <a:br>
              <a:rPr lang="en-US" sz="2000" smtClean="0"/>
            </a:br>
            <a:r>
              <a:rPr lang="en-US" sz="2000" smtClean="0"/>
              <a:t/>
            </a:r>
            <a:br>
              <a:rPr lang="en-US" sz="2000" smtClean="0"/>
            </a:br>
            <a:r>
              <a:rPr lang="en-US" sz="2000" smtClean="0"/>
              <a:t>UDP is widely used in online gaming </a:t>
            </a:r>
            <a:br>
              <a:rPr lang="en-US" sz="2000" smtClean="0"/>
            </a:br>
            <a:r>
              <a:rPr lang="en-US" sz="2000" smtClean="0"/>
              <a:t/>
            </a:r>
            <a:br>
              <a:rPr lang="en-US" sz="2000" smtClean="0"/>
            </a:br>
            <a:r>
              <a:rPr lang="en-US" sz="2000" smtClean="0"/>
              <a:t>Streaming media applications</a:t>
            </a:r>
            <a:br>
              <a:rPr lang="en-US" sz="2000" smtClean="0"/>
            </a:br>
            <a:r>
              <a:rPr lang="en-US" sz="2000" smtClean="0"/>
              <a:t/>
            </a:r>
            <a:br>
              <a:rPr lang="en-US" sz="2000" smtClean="0"/>
            </a:br>
            <a:r>
              <a:rPr lang="en-US" sz="2000" smtClean="0"/>
              <a:t>VoIP (Voice over Internet Protocol) services, such as Skype and WhatsApp, use UDP for real-time voice communication. </a:t>
            </a:r>
            <a:br>
              <a:rPr lang="en-US" sz="2000" smtClean="0"/>
            </a:br>
            <a:r>
              <a:rPr lang="en-US" sz="2000" smtClean="0"/>
              <a:t/>
            </a:r>
            <a:br>
              <a:rPr lang="en-US" sz="2000" smtClean="0"/>
            </a:br>
            <a:r>
              <a:rPr lang="en-US" sz="2000" smtClean="0"/>
              <a:t>DNS (Domain Name System) also uses UDP for its query/response messages.</a:t>
            </a:r>
            <a:r>
              <a:rPr lang="en-US" sz="1600" smtClean="0"/>
              <a:t/>
            </a:r>
            <a:br>
              <a:rPr lang="en-US" sz="1600" smtClean="0"/>
            </a:br>
            <a:endParaRPr lang="en-US" sz="160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Internet Transport Protocols: TCP</a:t>
            </a:r>
          </a:p>
        </p:txBody>
      </p:sp>
      <p:sp>
        <p:nvSpPr>
          <p:cNvPr id="23555" name="Rectangle 2"/>
          <p:cNvSpPr>
            <a:spLocks noGrp="1" noChangeArrowheads="1"/>
          </p:cNvSpPr>
          <p:nvPr>
            <p:ph type="body" idx="1"/>
          </p:nvPr>
        </p:nvSpPr>
        <p:spPr>
          <a:xfrm>
            <a:off x="1190625" y="1166813"/>
            <a:ext cx="7953375" cy="5386387"/>
          </a:xfrm>
        </p:spPr>
        <p:txBody>
          <a:bodyPr/>
          <a:lstStyle/>
          <a:p>
            <a:pPr marL="608013" indent="-608013" eaLnBrk="1" hangingPunct="1">
              <a:lnSpc>
                <a:spcPct val="80000"/>
              </a:lnSpc>
              <a:spcBef>
                <a:spcPts val="7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smtClean="0"/>
              <a:t>Introduction to TCP</a:t>
            </a:r>
          </a:p>
          <a:p>
            <a:pPr marL="608013" indent="-608013" eaLnBrk="1" hangingPunct="1">
              <a:lnSpc>
                <a:spcPct val="80000"/>
              </a:lnSpc>
              <a:spcBef>
                <a:spcPts val="7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smtClean="0"/>
              <a:t>The TCP Service Model</a:t>
            </a:r>
          </a:p>
          <a:p>
            <a:pPr marL="608013" indent="-608013" eaLnBrk="1" hangingPunct="1">
              <a:lnSpc>
                <a:spcPct val="80000"/>
              </a:lnSpc>
              <a:spcBef>
                <a:spcPts val="7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smtClean="0"/>
              <a:t>The TCP Protocol</a:t>
            </a:r>
          </a:p>
          <a:p>
            <a:pPr marL="608013" indent="-608013" eaLnBrk="1" hangingPunct="1">
              <a:lnSpc>
                <a:spcPct val="80000"/>
              </a:lnSpc>
              <a:spcBef>
                <a:spcPts val="7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smtClean="0"/>
              <a:t>The TCP Segment Header</a:t>
            </a:r>
          </a:p>
          <a:p>
            <a:pPr marL="608013" indent="-608013" eaLnBrk="1" hangingPunct="1">
              <a:lnSpc>
                <a:spcPct val="80000"/>
              </a:lnSpc>
              <a:spcBef>
                <a:spcPts val="7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smtClean="0"/>
              <a:t>TCP Connection Establishment</a:t>
            </a:r>
          </a:p>
          <a:p>
            <a:pPr marL="608013" indent="-608013" eaLnBrk="1" hangingPunct="1">
              <a:lnSpc>
                <a:spcPct val="80000"/>
              </a:lnSpc>
              <a:spcBef>
                <a:spcPts val="700"/>
              </a:spcBef>
              <a:buClr>
                <a:srgbClr val="3333CC"/>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smtClean="0"/>
              <a:t>TCP Connection Release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76200" y="152400"/>
            <a:ext cx="9066213" cy="6324600"/>
          </a:xfrm>
          <a:prstGeom prst="rect">
            <a:avLst/>
          </a:prstGeom>
        </p:spPr>
      </p:pic>
    </p:spTree>
    <p:extLst>
      <p:ext uri="{BB962C8B-B14F-4D97-AF65-F5344CB8AC3E}">
        <p14:creationId xmlns:p14="http://schemas.microsoft.com/office/powerpoint/2010/main" val="29138459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TCP Service Model</a:t>
            </a:r>
          </a:p>
        </p:txBody>
      </p:sp>
      <p:sp>
        <p:nvSpPr>
          <p:cNvPr id="24579" name="Rectangle 2"/>
          <p:cNvSpPr>
            <a:spLocks noGrp="1" noChangeArrowheads="1"/>
          </p:cNvSpPr>
          <p:nvPr>
            <p:ph type="body" idx="1"/>
          </p:nvPr>
        </p:nvSpPr>
        <p:spPr>
          <a:xfrm>
            <a:off x="0" y="57150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Some assigned ports.</a:t>
            </a:r>
          </a:p>
        </p:txBody>
      </p:sp>
      <p:grpSp>
        <p:nvGrpSpPr>
          <p:cNvPr id="24580" name="Group 3"/>
          <p:cNvGrpSpPr>
            <a:grpSpLocks/>
          </p:cNvGrpSpPr>
          <p:nvPr/>
        </p:nvGrpSpPr>
        <p:grpSpPr bwMode="auto">
          <a:xfrm>
            <a:off x="1968500" y="2097088"/>
            <a:ext cx="6332538" cy="2640012"/>
            <a:chOff x="1240" y="1321"/>
            <a:chExt cx="3989" cy="1663"/>
          </a:xfrm>
        </p:grpSpPr>
        <p:sp>
          <p:nvSpPr>
            <p:cNvPr id="24608" name="Rectangle 4"/>
            <p:cNvSpPr>
              <a:spLocks noChangeArrowheads="1"/>
            </p:cNvSpPr>
            <p:nvPr/>
          </p:nvSpPr>
          <p:spPr bwMode="auto">
            <a:xfrm>
              <a:off x="1240" y="1321"/>
              <a:ext cx="614" cy="184"/>
            </a:xfrm>
            <a:prstGeom prst="rect">
              <a:avLst/>
            </a:prstGeom>
            <a:noFill/>
            <a:ln w="9360">
              <a:solidFill>
                <a:srgbClr val="000000"/>
              </a:solidFill>
              <a:miter lim="800000"/>
              <a:headEnd/>
              <a:tailEnd/>
            </a:ln>
          </p:spPr>
          <p:txBody>
            <a:bodyPr wrap="none" anchor="ctr"/>
            <a:lstStyle/>
            <a:p>
              <a:endParaRPr lang="en-US"/>
            </a:p>
          </p:txBody>
        </p:sp>
        <p:sp>
          <p:nvSpPr>
            <p:cNvPr id="24609" name="Rectangle 5"/>
            <p:cNvSpPr>
              <a:spLocks noChangeArrowheads="1"/>
            </p:cNvSpPr>
            <p:nvPr/>
          </p:nvSpPr>
          <p:spPr bwMode="auto">
            <a:xfrm>
              <a:off x="1855" y="1321"/>
              <a:ext cx="1057" cy="184"/>
            </a:xfrm>
            <a:prstGeom prst="rect">
              <a:avLst/>
            </a:prstGeom>
            <a:noFill/>
            <a:ln w="9360">
              <a:solidFill>
                <a:srgbClr val="000000"/>
              </a:solidFill>
              <a:miter lim="800000"/>
              <a:headEnd/>
              <a:tailEnd/>
            </a:ln>
          </p:spPr>
          <p:txBody>
            <a:bodyPr wrap="none" anchor="ctr"/>
            <a:lstStyle/>
            <a:p>
              <a:endParaRPr lang="en-US"/>
            </a:p>
          </p:txBody>
        </p:sp>
        <p:sp>
          <p:nvSpPr>
            <p:cNvPr id="24610" name="Rectangle 6"/>
            <p:cNvSpPr>
              <a:spLocks noChangeArrowheads="1"/>
            </p:cNvSpPr>
            <p:nvPr/>
          </p:nvSpPr>
          <p:spPr bwMode="auto">
            <a:xfrm>
              <a:off x="2913" y="1321"/>
              <a:ext cx="2315" cy="184"/>
            </a:xfrm>
            <a:prstGeom prst="rect">
              <a:avLst/>
            </a:prstGeom>
            <a:noFill/>
            <a:ln w="9360">
              <a:solidFill>
                <a:srgbClr val="000000"/>
              </a:solidFill>
              <a:miter lim="800000"/>
              <a:headEnd/>
              <a:tailEnd/>
            </a:ln>
          </p:spPr>
          <p:txBody>
            <a:bodyPr wrap="none" anchor="ctr"/>
            <a:lstStyle/>
            <a:p>
              <a:endParaRPr lang="en-US"/>
            </a:p>
          </p:txBody>
        </p:sp>
        <p:sp>
          <p:nvSpPr>
            <p:cNvPr id="24611" name="Rectangle 7"/>
            <p:cNvSpPr>
              <a:spLocks noChangeArrowheads="1"/>
            </p:cNvSpPr>
            <p:nvPr/>
          </p:nvSpPr>
          <p:spPr bwMode="auto">
            <a:xfrm>
              <a:off x="1240" y="1506"/>
              <a:ext cx="614" cy="184"/>
            </a:xfrm>
            <a:prstGeom prst="rect">
              <a:avLst/>
            </a:prstGeom>
            <a:noFill/>
            <a:ln w="9360">
              <a:solidFill>
                <a:srgbClr val="000000"/>
              </a:solidFill>
              <a:miter lim="800000"/>
              <a:headEnd/>
              <a:tailEnd/>
            </a:ln>
          </p:spPr>
          <p:txBody>
            <a:bodyPr wrap="none" anchor="ctr"/>
            <a:lstStyle/>
            <a:p>
              <a:endParaRPr lang="en-US"/>
            </a:p>
          </p:txBody>
        </p:sp>
        <p:sp>
          <p:nvSpPr>
            <p:cNvPr id="24612" name="Rectangle 8"/>
            <p:cNvSpPr>
              <a:spLocks noChangeArrowheads="1"/>
            </p:cNvSpPr>
            <p:nvPr/>
          </p:nvSpPr>
          <p:spPr bwMode="auto">
            <a:xfrm>
              <a:off x="1855" y="1506"/>
              <a:ext cx="1057" cy="184"/>
            </a:xfrm>
            <a:prstGeom prst="rect">
              <a:avLst/>
            </a:prstGeom>
            <a:noFill/>
            <a:ln w="9360">
              <a:solidFill>
                <a:srgbClr val="000000"/>
              </a:solidFill>
              <a:miter lim="800000"/>
              <a:headEnd/>
              <a:tailEnd/>
            </a:ln>
          </p:spPr>
          <p:txBody>
            <a:bodyPr wrap="none" anchor="ctr"/>
            <a:lstStyle/>
            <a:p>
              <a:endParaRPr lang="en-US"/>
            </a:p>
          </p:txBody>
        </p:sp>
        <p:sp>
          <p:nvSpPr>
            <p:cNvPr id="24613" name="Rectangle 9"/>
            <p:cNvSpPr>
              <a:spLocks noChangeArrowheads="1"/>
            </p:cNvSpPr>
            <p:nvPr/>
          </p:nvSpPr>
          <p:spPr bwMode="auto">
            <a:xfrm>
              <a:off x="2913" y="1506"/>
              <a:ext cx="2315" cy="184"/>
            </a:xfrm>
            <a:prstGeom prst="rect">
              <a:avLst/>
            </a:prstGeom>
            <a:noFill/>
            <a:ln w="9360">
              <a:solidFill>
                <a:srgbClr val="000000"/>
              </a:solidFill>
              <a:miter lim="800000"/>
              <a:headEnd/>
              <a:tailEnd/>
            </a:ln>
          </p:spPr>
          <p:txBody>
            <a:bodyPr wrap="none" anchor="ctr"/>
            <a:lstStyle/>
            <a:p>
              <a:endParaRPr lang="en-US"/>
            </a:p>
          </p:txBody>
        </p:sp>
        <p:grpSp>
          <p:nvGrpSpPr>
            <p:cNvPr id="24614" name="Group 10"/>
            <p:cNvGrpSpPr>
              <a:grpSpLocks/>
            </p:cNvGrpSpPr>
            <p:nvPr/>
          </p:nvGrpSpPr>
          <p:grpSpPr bwMode="auto">
            <a:xfrm>
              <a:off x="1240" y="1691"/>
              <a:ext cx="3989" cy="184"/>
              <a:chOff x="1240" y="1691"/>
              <a:chExt cx="3989" cy="184"/>
            </a:xfrm>
          </p:grpSpPr>
          <p:sp>
            <p:nvSpPr>
              <p:cNvPr id="24637" name="Rectangle 11"/>
              <p:cNvSpPr>
                <a:spLocks noChangeArrowheads="1"/>
              </p:cNvSpPr>
              <p:nvPr/>
            </p:nvSpPr>
            <p:spPr bwMode="auto">
              <a:xfrm>
                <a:off x="1240" y="1691"/>
                <a:ext cx="614" cy="184"/>
              </a:xfrm>
              <a:prstGeom prst="rect">
                <a:avLst/>
              </a:prstGeom>
              <a:noFill/>
              <a:ln w="9360">
                <a:solidFill>
                  <a:srgbClr val="000000"/>
                </a:solidFill>
                <a:miter lim="800000"/>
                <a:headEnd/>
                <a:tailEnd/>
              </a:ln>
            </p:spPr>
            <p:txBody>
              <a:bodyPr wrap="none" anchor="ctr"/>
              <a:lstStyle/>
              <a:p>
                <a:endParaRPr lang="en-US"/>
              </a:p>
            </p:txBody>
          </p:sp>
          <p:sp>
            <p:nvSpPr>
              <p:cNvPr id="24638" name="Rectangle 12"/>
              <p:cNvSpPr>
                <a:spLocks noChangeArrowheads="1"/>
              </p:cNvSpPr>
              <p:nvPr/>
            </p:nvSpPr>
            <p:spPr bwMode="auto">
              <a:xfrm>
                <a:off x="1855" y="1691"/>
                <a:ext cx="1057" cy="184"/>
              </a:xfrm>
              <a:prstGeom prst="rect">
                <a:avLst/>
              </a:prstGeom>
              <a:noFill/>
              <a:ln w="9360">
                <a:solidFill>
                  <a:srgbClr val="000000"/>
                </a:solidFill>
                <a:miter lim="800000"/>
                <a:headEnd/>
                <a:tailEnd/>
              </a:ln>
            </p:spPr>
            <p:txBody>
              <a:bodyPr wrap="none" anchor="ctr"/>
              <a:lstStyle/>
              <a:p>
                <a:endParaRPr lang="en-US"/>
              </a:p>
            </p:txBody>
          </p:sp>
          <p:sp>
            <p:nvSpPr>
              <p:cNvPr id="24639" name="Rectangle 13"/>
              <p:cNvSpPr>
                <a:spLocks noChangeArrowheads="1"/>
              </p:cNvSpPr>
              <p:nvPr/>
            </p:nvSpPr>
            <p:spPr bwMode="auto">
              <a:xfrm>
                <a:off x="2913" y="1691"/>
                <a:ext cx="2315" cy="184"/>
              </a:xfrm>
              <a:prstGeom prst="rect">
                <a:avLst/>
              </a:prstGeom>
              <a:noFill/>
              <a:ln w="9360">
                <a:solidFill>
                  <a:srgbClr val="000000"/>
                </a:solidFill>
                <a:miter lim="800000"/>
                <a:headEnd/>
                <a:tailEnd/>
              </a:ln>
            </p:spPr>
            <p:txBody>
              <a:bodyPr wrap="none" anchor="ctr"/>
              <a:lstStyle/>
              <a:p>
                <a:endParaRPr lang="en-US"/>
              </a:p>
            </p:txBody>
          </p:sp>
        </p:grpSp>
        <p:grpSp>
          <p:nvGrpSpPr>
            <p:cNvPr id="24615" name="Group 14"/>
            <p:cNvGrpSpPr>
              <a:grpSpLocks/>
            </p:cNvGrpSpPr>
            <p:nvPr/>
          </p:nvGrpSpPr>
          <p:grpSpPr bwMode="auto">
            <a:xfrm>
              <a:off x="1240" y="1876"/>
              <a:ext cx="3989" cy="184"/>
              <a:chOff x="1240" y="1876"/>
              <a:chExt cx="3989" cy="184"/>
            </a:xfrm>
          </p:grpSpPr>
          <p:sp>
            <p:nvSpPr>
              <p:cNvPr id="24634" name="Rectangle 15"/>
              <p:cNvSpPr>
                <a:spLocks noChangeArrowheads="1"/>
              </p:cNvSpPr>
              <p:nvPr/>
            </p:nvSpPr>
            <p:spPr bwMode="auto">
              <a:xfrm>
                <a:off x="1240" y="1876"/>
                <a:ext cx="614" cy="184"/>
              </a:xfrm>
              <a:prstGeom prst="rect">
                <a:avLst/>
              </a:prstGeom>
              <a:noFill/>
              <a:ln w="9360">
                <a:solidFill>
                  <a:srgbClr val="000000"/>
                </a:solidFill>
                <a:miter lim="800000"/>
                <a:headEnd/>
                <a:tailEnd/>
              </a:ln>
            </p:spPr>
            <p:txBody>
              <a:bodyPr wrap="none" anchor="ctr"/>
              <a:lstStyle/>
              <a:p>
                <a:endParaRPr lang="en-US"/>
              </a:p>
            </p:txBody>
          </p:sp>
          <p:sp>
            <p:nvSpPr>
              <p:cNvPr id="24635" name="Rectangle 16"/>
              <p:cNvSpPr>
                <a:spLocks noChangeArrowheads="1"/>
              </p:cNvSpPr>
              <p:nvPr/>
            </p:nvSpPr>
            <p:spPr bwMode="auto">
              <a:xfrm>
                <a:off x="1855" y="1876"/>
                <a:ext cx="1057" cy="184"/>
              </a:xfrm>
              <a:prstGeom prst="rect">
                <a:avLst/>
              </a:prstGeom>
              <a:noFill/>
              <a:ln w="9360">
                <a:solidFill>
                  <a:srgbClr val="000000"/>
                </a:solidFill>
                <a:miter lim="800000"/>
                <a:headEnd/>
                <a:tailEnd/>
              </a:ln>
            </p:spPr>
            <p:txBody>
              <a:bodyPr wrap="none" anchor="ctr"/>
              <a:lstStyle/>
              <a:p>
                <a:endParaRPr lang="en-US"/>
              </a:p>
            </p:txBody>
          </p:sp>
          <p:sp>
            <p:nvSpPr>
              <p:cNvPr id="24636" name="Rectangle 17"/>
              <p:cNvSpPr>
                <a:spLocks noChangeArrowheads="1"/>
              </p:cNvSpPr>
              <p:nvPr/>
            </p:nvSpPr>
            <p:spPr bwMode="auto">
              <a:xfrm>
                <a:off x="2913" y="1876"/>
                <a:ext cx="2315" cy="184"/>
              </a:xfrm>
              <a:prstGeom prst="rect">
                <a:avLst/>
              </a:prstGeom>
              <a:noFill/>
              <a:ln w="9360">
                <a:solidFill>
                  <a:srgbClr val="000000"/>
                </a:solidFill>
                <a:miter lim="800000"/>
                <a:headEnd/>
                <a:tailEnd/>
              </a:ln>
            </p:spPr>
            <p:txBody>
              <a:bodyPr wrap="none" anchor="ctr"/>
              <a:lstStyle/>
              <a:p>
                <a:endParaRPr lang="en-US"/>
              </a:p>
            </p:txBody>
          </p:sp>
        </p:grpSp>
        <p:grpSp>
          <p:nvGrpSpPr>
            <p:cNvPr id="24616" name="Group 18"/>
            <p:cNvGrpSpPr>
              <a:grpSpLocks/>
            </p:cNvGrpSpPr>
            <p:nvPr/>
          </p:nvGrpSpPr>
          <p:grpSpPr bwMode="auto">
            <a:xfrm>
              <a:off x="1240" y="2061"/>
              <a:ext cx="3989" cy="184"/>
              <a:chOff x="1240" y="2061"/>
              <a:chExt cx="3989" cy="184"/>
            </a:xfrm>
          </p:grpSpPr>
          <p:sp>
            <p:nvSpPr>
              <p:cNvPr id="24631" name="Rectangle 19"/>
              <p:cNvSpPr>
                <a:spLocks noChangeArrowheads="1"/>
              </p:cNvSpPr>
              <p:nvPr/>
            </p:nvSpPr>
            <p:spPr bwMode="auto">
              <a:xfrm>
                <a:off x="1240" y="2061"/>
                <a:ext cx="614" cy="184"/>
              </a:xfrm>
              <a:prstGeom prst="rect">
                <a:avLst/>
              </a:prstGeom>
              <a:noFill/>
              <a:ln w="9360">
                <a:solidFill>
                  <a:srgbClr val="000000"/>
                </a:solidFill>
                <a:miter lim="800000"/>
                <a:headEnd/>
                <a:tailEnd/>
              </a:ln>
            </p:spPr>
            <p:txBody>
              <a:bodyPr wrap="none" anchor="ctr"/>
              <a:lstStyle/>
              <a:p>
                <a:endParaRPr lang="en-US"/>
              </a:p>
            </p:txBody>
          </p:sp>
          <p:sp>
            <p:nvSpPr>
              <p:cNvPr id="24632" name="Rectangle 20"/>
              <p:cNvSpPr>
                <a:spLocks noChangeArrowheads="1"/>
              </p:cNvSpPr>
              <p:nvPr/>
            </p:nvSpPr>
            <p:spPr bwMode="auto">
              <a:xfrm>
                <a:off x="1855" y="2061"/>
                <a:ext cx="1057" cy="184"/>
              </a:xfrm>
              <a:prstGeom prst="rect">
                <a:avLst/>
              </a:prstGeom>
              <a:noFill/>
              <a:ln w="9360">
                <a:solidFill>
                  <a:srgbClr val="000000"/>
                </a:solidFill>
                <a:miter lim="800000"/>
                <a:headEnd/>
                <a:tailEnd/>
              </a:ln>
            </p:spPr>
            <p:txBody>
              <a:bodyPr wrap="none" anchor="ctr"/>
              <a:lstStyle/>
              <a:p>
                <a:endParaRPr lang="en-US"/>
              </a:p>
            </p:txBody>
          </p:sp>
          <p:sp>
            <p:nvSpPr>
              <p:cNvPr id="24633" name="Rectangle 21"/>
              <p:cNvSpPr>
                <a:spLocks noChangeArrowheads="1"/>
              </p:cNvSpPr>
              <p:nvPr/>
            </p:nvSpPr>
            <p:spPr bwMode="auto">
              <a:xfrm>
                <a:off x="2913" y="2061"/>
                <a:ext cx="2315" cy="184"/>
              </a:xfrm>
              <a:prstGeom prst="rect">
                <a:avLst/>
              </a:prstGeom>
              <a:noFill/>
              <a:ln w="9360">
                <a:solidFill>
                  <a:srgbClr val="000000"/>
                </a:solidFill>
                <a:miter lim="800000"/>
                <a:headEnd/>
                <a:tailEnd/>
              </a:ln>
            </p:spPr>
            <p:txBody>
              <a:bodyPr wrap="none" anchor="ctr"/>
              <a:lstStyle/>
              <a:p>
                <a:endParaRPr lang="en-US"/>
              </a:p>
            </p:txBody>
          </p:sp>
        </p:grpSp>
        <p:sp>
          <p:nvSpPr>
            <p:cNvPr id="24617" name="Rectangle 22"/>
            <p:cNvSpPr>
              <a:spLocks noChangeArrowheads="1"/>
            </p:cNvSpPr>
            <p:nvPr/>
          </p:nvSpPr>
          <p:spPr bwMode="auto">
            <a:xfrm>
              <a:off x="1240" y="2245"/>
              <a:ext cx="614" cy="184"/>
            </a:xfrm>
            <a:prstGeom prst="rect">
              <a:avLst/>
            </a:prstGeom>
            <a:noFill/>
            <a:ln w="9360">
              <a:solidFill>
                <a:srgbClr val="000000"/>
              </a:solidFill>
              <a:miter lim="800000"/>
              <a:headEnd/>
              <a:tailEnd/>
            </a:ln>
          </p:spPr>
          <p:txBody>
            <a:bodyPr wrap="none" anchor="ctr"/>
            <a:lstStyle/>
            <a:p>
              <a:endParaRPr lang="en-US"/>
            </a:p>
          </p:txBody>
        </p:sp>
        <p:sp>
          <p:nvSpPr>
            <p:cNvPr id="24618" name="Rectangle 23"/>
            <p:cNvSpPr>
              <a:spLocks noChangeArrowheads="1"/>
            </p:cNvSpPr>
            <p:nvPr/>
          </p:nvSpPr>
          <p:spPr bwMode="auto">
            <a:xfrm>
              <a:off x="1855" y="2245"/>
              <a:ext cx="1057" cy="184"/>
            </a:xfrm>
            <a:prstGeom prst="rect">
              <a:avLst/>
            </a:prstGeom>
            <a:noFill/>
            <a:ln w="9360">
              <a:solidFill>
                <a:srgbClr val="000000"/>
              </a:solidFill>
              <a:miter lim="800000"/>
              <a:headEnd/>
              <a:tailEnd/>
            </a:ln>
          </p:spPr>
          <p:txBody>
            <a:bodyPr wrap="none" anchor="ctr"/>
            <a:lstStyle/>
            <a:p>
              <a:endParaRPr lang="en-US"/>
            </a:p>
          </p:txBody>
        </p:sp>
        <p:sp>
          <p:nvSpPr>
            <p:cNvPr id="24619" name="Rectangle 24"/>
            <p:cNvSpPr>
              <a:spLocks noChangeArrowheads="1"/>
            </p:cNvSpPr>
            <p:nvPr/>
          </p:nvSpPr>
          <p:spPr bwMode="auto">
            <a:xfrm>
              <a:off x="2913" y="2245"/>
              <a:ext cx="2315" cy="184"/>
            </a:xfrm>
            <a:prstGeom prst="rect">
              <a:avLst/>
            </a:prstGeom>
            <a:noFill/>
            <a:ln w="9360">
              <a:solidFill>
                <a:srgbClr val="000000"/>
              </a:solidFill>
              <a:miter lim="800000"/>
              <a:headEnd/>
              <a:tailEnd/>
            </a:ln>
          </p:spPr>
          <p:txBody>
            <a:bodyPr wrap="none" anchor="ctr"/>
            <a:lstStyle/>
            <a:p>
              <a:endParaRPr lang="en-US"/>
            </a:p>
          </p:txBody>
        </p:sp>
        <p:sp>
          <p:nvSpPr>
            <p:cNvPr id="24620" name="Rectangle 25"/>
            <p:cNvSpPr>
              <a:spLocks noChangeArrowheads="1"/>
            </p:cNvSpPr>
            <p:nvPr/>
          </p:nvSpPr>
          <p:spPr bwMode="auto">
            <a:xfrm>
              <a:off x="1240" y="2430"/>
              <a:ext cx="614" cy="184"/>
            </a:xfrm>
            <a:prstGeom prst="rect">
              <a:avLst/>
            </a:prstGeom>
            <a:noFill/>
            <a:ln w="9360">
              <a:solidFill>
                <a:srgbClr val="000000"/>
              </a:solidFill>
              <a:miter lim="800000"/>
              <a:headEnd/>
              <a:tailEnd/>
            </a:ln>
          </p:spPr>
          <p:txBody>
            <a:bodyPr wrap="none" anchor="ctr"/>
            <a:lstStyle/>
            <a:p>
              <a:endParaRPr lang="en-US"/>
            </a:p>
          </p:txBody>
        </p:sp>
        <p:sp>
          <p:nvSpPr>
            <p:cNvPr id="24621" name="Rectangle 26"/>
            <p:cNvSpPr>
              <a:spLocks noChangeArrowheads="1"/>
            </p:cNvSpPr>
            <p:nvPr/>
          </p:nvSpPr>
          <p:spPr bwMode="auto">
            <a:xfrm>
              <a:off x="1855" y="2430"/>
              <a:ext cx="1057" cy="184"/>
            </a:xfrm>
            <a:prstGeom prst="rect">
              <a:avLst/>
            </a:prstGeom>
            <a:noFill/>
            <a:ln w="9360">
              <a:solidFill>
                <a:srgbClr val="000000"/>
              </a:solidFill>
              <a:miter lim="800000"/>
              <a:headEnd/>
              <a:tailEnd/>
            </a:ln>
          </p:spPr>
          <p:txBody>
            <a:bodyPr wrap="none" anchor="ctr"/>
            <a:lstStyle/>
            <a:p>
              <a:endParaRPr lang="en-US"/>
            </a:p>
          </p:txBody>
        </p:sp>
        <p:sp>
          <p:nvSpPr>
            <p:cNvPr id="24622" name="Rectangle 27"/>
            <p:cNvSpPr>
              <a:spLocks noChangeArrowheads="1"/>
            </p:cNvSpPr>
            <p:nvPr/>
          </p:nvSpPr>
          <p:spPr bwMode="auto">
            <a:xfrm>
              <a:off x="2913" y="2430"/>
              <a:ext cx="2315" cy="184"/>
            </a:xfrm>
            <a:prstGeom prst="rect">
              <a:avLst/>
            </a:prstGeom>
            <a:noFill/>
            <a:ln w="9360">
              <a:solidFill>
                <a:srgbClr val="000000"/>
              </a:solidFill>
              <a:miter lim="800000"/>
              <a:headEnd/>
              <a:tailEnd/>
            </a:ln>
          </p:spPr>
          <p:txBody>
            <a:bodyPr wrap="none" anchor="ctr"/>
            <a:lstStyle/>
            <a:p>
              <a:endParaRPr lang="en-US"/>
            </a:p>
          </p:txBody>
        </p:sp>
        <p:grpSp>
          <p:nvGrpSpPr>
            <p:cNvPr id="24623" name="Group 28"/>
            <p:cNvGrpSpPr>
              <a:grpSpLocks/>
            </p:cNvGrpSpPr>
            <p:nvPr/>
          </p:nvGrpSpPr>
          <p:grpSpPr bwMode="auto">
            <a:xfrm>
              <a:off x="1240" y="2615"/>
              <a:ext cx="3989" cy="184"/>
              <a:chOff x="1240" y="2615"/>
              <a:chExt cx="3989" cy="184"/>
            </a:xfrm>
          </p:grpSpPr>
          <p:sp>
            <p:nvSpPr>
              <p:cNvPr id="24628" name="Rectangle 29"/>
              <p:cNvSpPr>
                <a:spLocks noChangeArrowheads="1"/>
              </p:cNvSpPr>
              <p:nvPr/>
            </p:nvSpPr>
            <p:spPr bwMode="auto">
              <a:xfrm>
                <a:off x="1240" y="2615"/>
                <a:ext cx="614" cy="184"/>
              </a:xfrm>
              <a:prstGeom prst="rect">
                <a:avLst/>
              </a:prstGeom>
              <a:noFill/>
              <a:ln w="9360">
                <a:solidFill>
                  <a:srgbClr val="000000"/>
                </a:solidFill>
                <a:miter lim="800000"/>
                <a:headEnd/>
                <a:tailEnd/>
              </a:ln>
            </p:spPr>
            <p:txBody>
              <a:bodyPr wrap="none" anchor="ctr"/>
              <a:lstStyle/>
              <a:p>
                <a:endParaRPr lang="en-US"/>
              </a:p>
            </p:txBody>
          </p:sp>
          <p:sp>
            <p:nvSpPr>
              <p:cNvPr id="24629" name="Rectangle 30"/>
              <p:cNvSpPr>
                <a:spLocks noChangeArrowheads="1"/>
              </p:cNvSpPr>
              <p:nvPr/>
            </p:nvSpPr>
            <p:spPr bwMode="auto">
              <a:xfrm>
                <a:off x="1855" y="2615"/>
                <a:ext cx="1057" cy="184"/>
              </a:xfrm>
              <a:prstGeom prst="rect">
                <a:avLst/>
              </a:prstGeom>
              <a:noFill/>
              <a:ln w="9360">
                <a:solidFill>
                  <a:srgbClr val="000000"/>
                </a:solidFill>
                <a:miter lim="800000"/>
                <a:headEnd/>
                <a:tailEnd/>
              </a:ln>
            </p:spPr>
            <p:txBody>
              <a:bodyPr wrap="none" anchor="ctr"/>
              <a:lstStyle/>
              <a:p>
                <a:endParaRPr lang="en-US"/>
              </a:p>
            </p:txBody>
          </p:sp>
          <p:sp>
            <p:nvSpPr>
              <p:cNvPr id="24630" name="Rectangle 31"/>
              <p:cNvSpPr>
                <a:spLocks noChangeArrowheads="1"/>
              </p:cNvSpPr>
              <p:nvPr/>
            </p:nvSpPr>
            <p:spPr bwMode="auto">
              <a:xfrm>
                <a:off x="2913" y="2615"/>
                <a:ext cx="2315" cy="184"/>
              </a:xfrm>
              <a:prstGeom prst="rect">
                <a:avLst/>
              </a:prstGeom>
              <a:noFill/>
              <a:ln w="9360">
                <a:solidFill>
                  <a:srgbClr val="000000"/>
                </a:solidFill>
                <a:miter lim="800000"/>
                <a:headEnd/>
                <a:tailEnd/>
              </a:ln>
            </p:spPr>
            <p:txBody>
              <a:bodyPr wrap="none" anchor="ctr"/>
              <a:lstStyle/>
              <a:p>
                <a:endParaRPr lang="en-US"/>
              </a:p>
            </p:txBody>
          </p:sp>
        </p:grpSp>
        <p:grpSp>
          <p:nvGrpSpPr>
            <p:cNvPr id="24624" name="Group 32"/>
            <p:cNvGrpSpPr>
              <a:grpSpLocks/>
            </p:cNvGrpSpPr>
            <p:nvPr/>
          </p:nvGrpSpPr>
          <p:grpSpPr bwMode="auto">
            <a:xfrm>
              <a:off x="1240" y="2800"/>
              <a:ext cx="3989" cy="184"/>
              <a:chOff x="1240" y="2800"/>
              <a:chExt cx="3989" cy="184"/>
            </a:xfrm>
          </p:grpSpPr>
          <p:sp>
            <p:nvSpPr>
              <p:cNvPr id="24625" name="Rectangle 33"/>
              <p:cNvSpPr>
                <a:spLocks noChangeArrowheads="1"/>
              </p:cNvSpPr>
              <p:nvPr/>
            </p:nvSpPr>
            <p:spPr bwMode="auto">
              <a:xfrm>
                <a:off x="1240" y="2800"/>
                <a:ext cx="614" cy="184"/>
              </a:xfrm>
              <a:prstGeom prst="rect">
                <a:avLst/>
              </a:prstGeom>
              <a:noFill/>
              <a:ln w="9360">
                <a:solidFill>
                  <a:srgbClr val="000000"/>
                </a:solidFill>
                <a:miter lim="800000"/>
                <a:headEnd/>
                <a:tailEnd/>
              </a:ln>
            </p:spPr>
            <p:txBody>
              <a:bodyPr wrap="none" anchor="ctr"/>
              <a:lstStyle/>
              <a:p>
                <a:endParaRPr lang="en-US"/>
              </a:p>
            </p:txBody>
          </p:sp>
          <p:sp>
            <p:nvSpPr>
              <p:cNvPr id="24626" name="Rectangle 34"/>
              <p:cNvSpPr>
                <a:spLocks noChangeArrowheads="1"/>
              </p:cNvSpPr>
              <p:nvPr/>
            </p:nvSpPr>
            <p:spPr bwMode="auto">
              <a:xfrm>
                <a:off x="1855" y="2800"/>
                <a:ext cx="1057" cy="184"/>
              </a:xfrm>
              <a:prstGeom prst="rect">
                <a:avLst/>
              </a:prstGeom>
              <a:noFill/>
              <a:ln w="9360">
                <a:solidFill>
                  <a:srgbClr val="000000"/>
                </a:solidFill>
                <a:miter lim="800000"/>
                <a:headEnd/>
                <a:tailEnd/>
              </a:ln>
            </p:spPr>
            <p:txBody>
              <a:bodyPr wrap="none" anchor="ctr"/>
              <a:lstStyle/>
              <a:p>
                <a:endParaRPr lang="en-US"/>
              </a:p>
            </p:txBody>
          </p:sp>
          <p:sp>
            <p:nvSpPr>
              <p:cNvPr id="24627" name="Rectangle 35"/>
              <p:cNvSpPr>
                <a:spLocks noChangeArrowheads="1"/>
              </p:cNvSpPr>
              <p:nvPr/>
            </p:nvSpPr>
            <p:spPr bwMode="auto">
              <a:xfrm>
                <a:off x="2913" y="2800"/>
                <a:ext cx="2315" cy="184"/>
              </a:xfrm>
              <a:prstGeom prst="rect">
                <a:avLst/>
              </a:prstGeom>
              <a:noFill/>
              <a:ln w="9360">
                <a:solidFill>
                  <a:srgbClr val="000000"/>
                </a:solidFill>
                <a:miter lim="800000"/>
                <a:headEnd/>
                <a:tailEnd/>
              </a:ln>
            </p:spPr>
            <p:txBody>
              <a:bodyPr wrap="none" anchor="ctr"/>
              <a:lstStyle/>
              <a:p>
                <a:endParaRPr lang="en-US"/>
              </a:p>
            </p:txBody>
          </p:sp>
        </p:grpSp>
      </p:grpSp>
      <p:sp>
        <p:nvSpPr>
          <p:cNvPr id="24581" name="Text Box 36"/>
          <p:cNvSpPr txBox="1">
            <a:spLocks noChangeArrowheads="1"/>
          </p:cNvSpPr>
          <p:nvPr/>
        </p:nvSpPr>
        <p:spPr bwMode="auto">
          <a:xfrm>
            <a:off x="1995488" y="2044700"/>
            <a:ext cx="606425"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Port</a:t>
            </a:r>
          </a:p>
        </p:txBody>
      </p:sp>
      <p:sp>
        <p:nvSpPr>
          <p:cNvPr id="24582" name="Text Box 37"/>
          <p:cNvSpPr txBox="1">
            <a:spLocks noChangeArrowheads="1"/>
          </p:cNvSpPr>
          <p:nvPr/>
        </p:nvSpPr>
        <p:spPr bwMode="auto">
          <a:xfrm>
            <a:off x="3067050" y="2044700"/>
            <a:ext cx="1044575"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Protocol</a:t>
            </a:r>
          </a:p>
        </p:txBody>
      </p:sp>
      <p:sp>
        <p:nvSpPr>
          <p:cNvPr id="24583" name="Text Box 38"/>
          <p:cNvSpPr txBox="1">
            <a:spLocks noChangeArrowheads="1"/>
          </p:cNvSpPr>
          <p:nvPr/>
        </p:nvSpPr>
        <p:spPr bwMode="auto">
          <a:xfrm>
            <a:off x="4830763" y="2073275"/>
            <a:ext cx="577850"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Use</a:t>
            </a:r>
          </a:p>
        </p:txBody>
      </p:sp>
      <p:sp>
        <p:nvSpPr>
          <p:cNvPr id="24584" name="Text Box 39"/>
          <p:cNvSpPr txBox="1">
            <a:spLocks noChangeArrowheads="1"/>
          </p:cNvSpPr>
          <p:nvPr/>
        </p:nvSpPr>
        <p:spPr bwMode="auto">
          <a:xfrm>
            <a:off x="2058988" y="2306638"/>
            <a:ext cx="436562"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21</a:t>
            </a:r>
          </a:p>
        </p:txBody>
      </p:sp>
      <p:sp>
        <p:nvSpPr>
          <p:cNvPr id="24585" name="Text Box 40"/>
          <p:cNvSpPr txBox="1">
            <a:spLocks noChangeArrowheads="1"/>
          </p:cNvSpPr>
          <p:nvPr/>
        </p:nvSpPr>
        <p:spPr bwMode="auto">
          <a:xfrm>
            <a:off x="3097213" y="2349500"/>
            <a:ext cx="619125"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FTP</a:t>
            </a:r>
          </a:p>
        </p:txBody>
      </p:sp>
      <p:sp>
        <p:nvSpPr>
          <p:cNvPr id="24586" name="Text Box 41"/>
          <p:cNvSpPr txBox="1">
            <a:spLocks noChangeArrowheads="1"/>
          </p:cNvSpPr>
          <p:nvPr/>
        </p:nvSpPr>
        <p:spPr bwMode="auto">
          <a:xfrm>
            <a:off x="4827588" y="2352675"/>
            <a:ext cx="1417637"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File transfer</a:t>
            </a:r>
          </a:p>
        </p:txBody>
      </p:sp>
      <p:sp>
        <p:nvSpPr>
          <p:cNvPr id="24587" name="Text Box 42"/>
          <p:cNvSpPr txBox="1">
            <a:spLocks noChangeArrowheads="1"/>
          </p:cNvSpPr>
          <p:nvPr/>
        </p:nvSpPr>
        <p:spPr bwMode="auto">
          <a:xfrm>
            <a:off x="2058988" y="2622550"/>
            <a:ext cx="436562"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23</a:t>
            </a:r>
          </a:p>
        </p:txBody>
      </p:sp>
      <p:sp>
        <p:nvSpPr>
          <p:cNvPr id="24588" name="Text Box 43"/>
          <p:cNvSpPr txBox="1">
            <a:spLocks noChangeArrowheads="1"/>
          </p:cNvSpPr>
          <p:nvPr/>
        </p:nvSpPr>
        <p:spPr bwMode="auto">
          <a:xfrm>
            <a:off x="3105150" y="2662238"/>
            <a:ext cx="830263"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Telnet</a:t>
            </a:r>
          </a:p>
        </p:txBody>
      </p:sp>
      <p:sp>
        <p:nvSpPr>
          <p:cNvPr id="24589" name="Text Box 44"/>
          <p:cNvSpPr txBox="1">
            <a:spLocks noChangeArrowheads="1"/>
          </p:cNvSpPr>
          <p:nvPr/>
        </p:nvSpPr>
        <p:spPr bwMode="auto">
          <a:xfrm>
            <a:off x="4827588" y="2627313"/>
            <a:ext cx="1560512"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Remote login</a:t>
            </a:r>
          </a:p>
        </p:txBody>
      </p:sp>
      <p:sp>
        <p:nvSpPr>
          <p:cNvPr id="24590" name="Text Box 45"/>
          <p:cNvSpPr txBox="1">
            <a:spLocks noChangeArrowheads="1"/>
          </p:cNvSpPr>
          <p:nvPr/>
        </p:nvSpPr>
        <p:spPr bwMode="auto">
          <a:xfrm>
            <a:off x="2058988" y="2936875"/>
            <a:ext cx="436562"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25</a:t>
            </a:r>
          </a:p>
        </p:txBody>
      </p:sp>
      <p:sp>
        <p:nvSpPr>
          <p:cNvPr id="24591" name="Text Box 46"/>
          <p:cNvSpPr txBox="1">
            <a:spLocks noChangeArrowheads="1"/>
          </p:cNvSpPr>
          <p:nvPr/>
        </p:nvSpPr>
        <p:spPr bwMode="auto">
          <a:xfrm>
            <a:off x="3097213" y="2943225"/>
            <a:ext cx="844550"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SMTP</a:t>
            </a:r>
          </a:p>
        </p:txBody>
      </p:sp>
      <p:sp>
        <p:nvSpPr>
          <p:cNvPr id="24592" name="Text Box 47"/>
          <p:cNvSpPr txBox="1">
            <a:spLocks noChangeArrowheads="1"/>
          </p:cNvSpPr>
          <p:nvPr/>
        </p:nvSpPr>
        <p:spPr bwMode="auto">
          <a:xfrm>
            <a:off x="4829175" y="2921000"/>
            <a:ext cx="873125"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E-mail</a:t>
            </a:r>
          </a:p>
        </p:txBody>
      </p:sp>
      <p:sp>
        <p:nvSpPr>
          <p:cNvPr id="24593" name="Text Box 48"/>
          <p:cNvSpPr txBox="1">
            <a:spLocks noChangeArrowheads="1"/>
          </p:cNvSpPr>
          <p:nvPr/>
        </p:nvSpPr>
        <p:spPr bwMode="auto">
          <a:xfrm>
            <a:off x="2058988" y="3216275"/>
            <a:ext cx="436562"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69</a:t>
            </a:r>
          </a:p>
        </p:txBody>
      </p:sp>
      <p:sp>
        <p:nvSpPr>
          <p:cNvPr id="24594" name="Text Box 49"/>
          <p:cNvSpPr txBox="1">
            <a:spLocks noChangeArrowheads="1"/>
          </p:cNvSpPr>
          <p:nvPr/>
        </p:nvSpPr>
        <p:spPr bwMode="auto">
          <a:xfrm>
            <a:off x="3097213" y="3235325"/>
            <a:ext cx="774700"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TFTP</a:t>
            </a:r>
          </a:p>
        </p:txBody>
      </p:sp>
      <p:sp>
        <p:nvSpPr>
          <p:cNvPr id="24595" name="Text Box 50"/>
          <p:cNvSpPr txBox="1">
            <a:spLocks noChangeArrowheads="1"/>
          </p:cNvSpPr>
          <p:nvPr/>
        </p:nvSpPr>
        <p:spPr bwMode="auto">
          <a:xfrm>
            <a:off x="4822825" y="3222625"/>
            <a:ext cx="3187700"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Trivial File Transfer Protocol</a:t>
            </a:r>
          </a:p>
        </p:txBody>
      </p:sp>
      <p:sp>
        <p:nvSpPr>
          <p:cNvPr id="24596" name="Text Box 51"/>
          <p:cNvSpPr txBox="1">
            <a:spLocks noChangeArrowheads="1"/>
          </p:cNvSpPr>
          <p:nvPr/>
        </p:nvSpPr>
        <p:spPr bwMode="auto">
          <a:xfrm>
            <a:off x="2058988" y="3567113"/>
            <a:ext cx="436562"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79</a:t>
            </a:r>
          </a:p>
        </p:txBody>
      </p:sp>
      <p:sp>
        <p:nvSpPr>
          <p:cNvPr id="24597" name="Text Box 52"/>
          <p:cNvSpPr txBox="1">
            <a:spLocks noChangeArrowheads="1"/>
          </p:cNvSpPr>
          <p:nvPr/>
        </p:nvSpPr>
        <p:spPr bwMode="auto">
          <a:xfrm>
            <a:off x="3103563" y="3529013"/>
            <a:ext cx="846137"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Finger</a:t>
            </a:r>
          </a:p>
        </p:txBody>
      </p:sp>
      <p:sp>
        <p:nvSpPr>
          <p:cNvPr id="24598" name="Text Box 53"/>
          <p:cNvSpPr txBox="1">
            <a:spLocks noChangeArrowheads="1"/>
          </p:cNvSpPr>
          <p:nvPr/>
        </p:nvSpPr>
        <p:spPr bwMode="auto">
          <a:xfrm>
            <a:off x="4822825" y="3529013"/>
            <a:ext cx="2747963"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Lookup info about a user</a:t>
            </a:r>
          </a:p>
        </p:txBody>
      </p:sp>
      <p:sp>
        <p:nvSpPr>
          <p:cNvPr id="24599" name="Text Box 54"/>
          <p:cNvSpPr txBox="1">
            <a:spLocks noChangeArrowheads="1"/>
          </p:cNvSpPr>
          <p:nvPr/>
        </p:nvSpPr>
        <p:spPr bwMode="auto">
          <a:xfrm>
            <a:off x="2058988" y="3816350"/>
            <a:ext cx="436562"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80</a:t>
            </a:r>
          </a:p>
        </p:txBody>
      </p:sp>
      <p:sp>
        <p:nvSpPr>
          <p:cNvPr id="24600" name="Text Box 55"/>
          <p:cNvSpPr txBox="1">
            <a:spLocks noChangeArrowheads="1"/>
          </p:cNvSpPr>
          <p:nvPr/>
        </p:nvSpPr>
        <p:spPr bwMode="auto">
          <a:xfrm>
            <a:off x="3090863" y="3860800"/>
            <a:ext cx="817562"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HTTP</a:t>
            </a:r>
          </a:p>
        </p:txBody>
      </p:sp>
      <p:sp>
        <p:nvSpPr>
          <p:cNvPr id="24601" name="Text Box 56"/>
          <p:cNvSpPr txBox="1">
            <a:spLocks noChangeArrowheads="1"/>
          </p:cNvSpPr>
          <p:nvPr/>
        </p:nvSpPr>
        <p:spPr bwMode="auto">
          <a:xfrm>
            <a:off x="4826000" y="3841750"/>
            <a:ext cx="1993900"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World Wide Web</a:t>
            </a:r>
          </a:p>
        </p:txBody>
      </p:sp>
      <p:sp>
        <p:nvSpPr>
          <p:cNvPr id="24602" name="Text Box 57"/>
          <p:cNvSpPr txBox="1">
            <a:spLocks noChangeArrowheads="1"/>
          </p:cNvSpPr>
          <p:nvPr/>
        </p:nvSpPr>
        <p:spPr bwMode="auto">
          <a:xfrm>
            <a:off x="1925638" y="4122738"/>
            <a:ext cx="565150"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110</a:t>
            </a:r>
          </a:p>
        </p:txBody>
      </p:sp>
      <p:sp>
        <p:nvSpPr>
          <p:cNvPr id="24603" name="Text Box 58"/>
          <p:cNvSpPr txBox="1">
            <a:spLocks noChangeArrowheads="1"/>
          </p:cNvSpPr>
          <p:nvPr/>
        </p:nvSpPr>
        <p:spPr bwMode="auto">
          <a:xfrm>
            <a:off x="3116263" y="4111625"/>
            <a:ext cx="862012"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POP-3</a:t>
            </a:r>
          </a:p>
        </p:txBody>
      </p:sp>
      <p:sp>
        <p:nvSpPr>
          <p:cNvPr id="24604" name="Text Box 59"/>
          <p:cNvSpPr txBox="1">
            <a:spLocks noChangeArrowheads="1"/>
          </p:cNvSpPr>
          <p:nvPr/>
        </p:nvSpPr>
        <p:spPr bwMode="auto">
          <a:xfrm>
            <a:off x="4827588" y="4127500"/>
            <a:ext cx="2398712" cy="398463"/>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Remote e-mail access</a:t>
            </a:r>
          </a:p>
        </p:txBody>
      </p:sp>
      <p:sp>
        <p:nvSpPr>
          <p:cNvPr id="24605" name="Text Box 60"/>
          <p:cNvSpPr txBox="1">
            <a:spLocks noChangeArrowheads="1"/>
          </p:cNvSpPr>
          <p:nvPr/>
        </p:nvSpPr>
        <p:spPr bwMode="auto">
          <a:xfrm>
            <a:off x="1925638" y="4421188"/>
            <a:ext cx="565150"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119</a:t>
            </a:r>
          </a:p>
        </p:txBody>
      </p:sp>
      <p:sp>
        <p:nvSpPr>
          <p:cNvPr id="24606" name="Text Box 61"/>
          <p:cNvSpPr txBox="1">
            <a:spLocks noChangeArrowheads="1"/>
          </p:cNvSpPr>
          <p:nvPr/>
        </p:nvSpPr>
        <p:spPr bwMode="auto">
          <a:xfrm>
            <a:off x="3090863" y="4424363"/>
            <a:ext cx="846137"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NNTP</a:t>
            </a:r>
          </a:p>
        </p:txBody>
      </p:sp>
      <p:sp>
        <p:nvSpPr>
          <p:cNvPr id="24607" name="Text Box 62"/>
          <p:cNvSpPr txBox="1">
            <a:spLocks noChangeArrowheads="1"/>
          </p:cNvSpPr>
          <p:nvPr/>
        </p:nvSpPr>
        <p:spPr bwMode="auto">
          <a:xfrm>
            <a:off x="4829175" y="4411663"/>
            <a:ext cx="1746250" cy="398462"/>
          </a:xfrm>
          <a:prstGeom prst="rect">
            <a:avLst/>
          </a:prstGeom>
          <a:noFill/>
          <a:ln w="9525">
            <a:noFill/>
            <a:round/>
            <a:headEnd/>
            <a:tailEnd/>
          </a:ln>
        </p:spPr>
        <p:txBody>
          <a:bodyPr wrap="none"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rgbClr val="000000"/>
                </a:solidFill>
                <a:latin typeface="Times New Roman" pitchFamily="18" charset="0"/>
              </a:rPr>
              <a:t>USENET news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TCP Service Model (2)</a:t>
            </a:r>
          </a:p>
        </p:txBody>
      </p:sp>
      <p:sp>
        <p:nvSpPr>
          <p:cNvPr id="25603" name="Rectangle 2"/>
          <p:cNvSpPr>
            <a:spLocks noGrp="1" noChangeArrowheads="1"/>
          </p:cNvSpPr>
          <p:nvPr>
            <p:ph type="body" idx="1"/>
          </p:nvPr>
        </p:nvSpPr>
        <p:spPr>
          <a:xfrm>
            <a:off x="433388" y="4535488"/>
            <a:ext cx="8301037" cy="1266825"/>
          </a:xfrm>
        </p:spPr>
        <p:txBody>
          <a:bodyPr/>
          <a:lstStyle/>
          <a:p>
            <a:pPr marL="609600" indent="-608013"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solidFill>
                  <a:srgbClr val="3333CC"/>
                </a:solidFill>
              </a:rPr>
              <a:t>(a)</a:t>
            </a:r>
            <a:r>
              <a:rPr lang="en-US" smtClean="0"/>
              <a:t> Four 512-byte segments sent as separate IP datagrams.</a:t>
            </a:r>
          </a:p>
          <a:p>
            <a:pPr marL="609600" indent="-608013"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solidFill>
                  <a:srgbClr val="3333CC"/>
                </a:solidFill>
              </a:rPr>
              <a:t>(b)</a:t>
            </a:r>
            <a:r>
              <a:rPr lang="en-US" smtClean="0"/>
              <a:t> The 2048 bytes of data delivered to the application in a single READ CALL.</a:t>
            </a:r>
          </a:p>
        </p:txBody>
      </p:sp>
      <p:pic>
        <p:nvPicPr>
          <p:cNvPr id="25604" name="Picture 3"/>
          <p:cNvPicPr>
            <a:picLocks noChangeAspect="1" noChangeArrowheads="1"/>
          </p:cNvPicPr>
          <p:nvPr/>
        </p:nvPicPr>
        <p:blipFill>
          <a:blip r:embed="rId3" cstate="print"/>
          <a:srcRect/>
          <a:stretch>
            <a:fillRect/>
          </a:stretch>
        </p:blipFill>
        <p:spPr bwMode="auto">
          <a:xfrm>
            <a:off x="425450" y="2395538"/>
            <a:ext cx="8434388" cy="1417637"/>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TCP Segment Header</a:t>
            </a:r>
          </a:p>
        </p:txBody>
      </p:sp>
      <p:sp>
        <p:nvSpPr>
          <p:cNvPr id="26627" name="Rectangle 2"/>
          <p:cNvSpPr>
            <a:spLocks noGrp="1" noChangeArrowheads="1"/>
          </p:cNvSpPr>
          <p:nvPr>
            <p:ph type="body" idx="1"/>
          </p:nvPr>
        </p:nvSpPr>
        <p:spPr>
          <a:xfrm>
            <a:off x="0" y="6308725"/>
            <a:ext cx="9144000" cy="549275"/>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TCP Header.</a:t>
            </a:r>
          </a:p>
        </p:txBody>
      </p:sp>
      <p:pic>
        <p:nvPicPr>
          <p:cNvPr id="26628" name="Picture 3"/>
          <p:cNvPicPr>
            <a:picLocks noChangeAspect="1" noChangeArrowheads="1"/>
          </p:cNvPicPr>
          <p:nvPr/>
        </p:nvPicPr>
        <p:blipFill>
          <a:blip r:embed="rId3" cstate="print"/>
          <a:srcRect/>
          <a:stretch>
            <a:fillRect/>
          </a:stretch>
        </p:blipFill>
        <p:spPr bwMode="auto">
          <a:xfrm>
            <a:off x="755650" y="1201738"/>
            <a:ext cx="7718425" cy="47879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TCP Segment Header (2)</a:t>
            </a:r>
          </a:p>
        </p:txBody>
      </p:sp>
      <p:sp>
        <p:nvSpPr>
          <p:cNvPr id="27651" name="Rectangle 2"/>
          <p:cNvSpPr>
            <a:spLocks noGrp="1" noChangeArrowheads="1"/>
          </p:cNvSpPr>
          <p:nvPr>
            <p:ph type="body" idx="1"/>
          </p:nvPr>
        </p:nvSpPr>
        <p:spPr>
          <a:xfrm>
            <a:off x="0" y="5715000"/>
            <a:ext cx="9144000" cy="838200"/>
          </a:xfrm>
        </p:spPr>
        <p:txBody>
          <a:bodyPr/>
          <a:lstStyle/>
          <a:p>
            <a:pPr marL="609600" indent="-608013" algn="ctr"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t>The pseudoheader included in the TCP checksum.</a:t>
            </a:r>
          </a:p>
        </p:txBody>
      </p:sp>
      <p:pic>
        <p:nvPicPr>
          <p:cNvPr id="27652" name="Picture 3"/>
          <p:cNvPicPr>
            <a:picLocks noChangeAspect="1" noChangeArrowheads="1"/>
          </p:cNvPicPr>
          <p:nvPr/>
        </p:nvPicPr>
        <p:blipFill>
          <a:blip r:embed="rId3" cstate="print"/>
          <a:srcRect/>
          <a:stretch>
            <a:fillRect/>
          </a:stretch>
        </p:blipFill>
        <p:spPr bwMode="auto">
          <a:xfrm>
            <a:off x="581025" y="2214563"/>
            <a:ext cx="8139113" cy="2474912"/>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smtClean="0"/>
              <a:t>The TCP Segment Header</a:t>
            </a:r>
          </a:p>
        </p:txBody>
      </p:sp>
      <p:sp>
        <p:nvSpPr>
          <p:cNvPr id="28675" name="Content Placeholder 2"/>
          <p:cNvSpPr>
            <a:spLocks noGrp="1"/>
          </p:cNvSpPr>
          <p:nvPr>
            <p:ph idx="1"/>
          </p:nvPr>
        </p:nvSpPr>
        <p:spPr>
          <a:xfrm>
            <a:off x="0" y="990600"/>
            <a:ext cx="9142413" cy="7832725"/>
          </a:xfrm>
        </p:spPr>
        <p:txBody>
          <a:bodyPr/>
          <a:lstStyle/>
          <a:p>
            <a:pPr>
              <a:buFont typeface="Times New Roman" pitchFamily="18" charset="0"/>
              <a:buNone/>
            </a:pPr>
            <a:r>
              <a:rPr lang="en-US" sz="1800" smtClean="0"/>
              <a:t>Every TCP segment consists of a 20 byte fixed format header. Header options may follow the fixed header. With a header so that it can tag up to 65535 data bytes.</a:t>
            </a:r>
          </a:p>
          <a:p>
            <a:pPr>
              <a:buFont typeface="Times New Roman" pitchFamily="18" charset="0"/>
              <a:buNone/>
            </a:pPr>
            <a:r>
              <a:rPr lang="en-US" sz="1800" smtClean="0">
                <a:solidFill>
                  <a:srgbClr val="00B050"/>
                </a:solidFill>
              </a:rPr>
              <a:t>Source Port</a:t>
            </a:r>
          </a:p>
          <a:p>
            <a:pPr>
              <a:buFont typeface="Times New Roman" pitchFamily="18" charset="0"/>
              <a:buNone/>
            </a:pPr>
            <a:r>
              <a:rPr lang="en-US" sz="1800" smtClean="0"/>
              <a:t>It is a 16-bit source port number used by the receiver to reply.</a:t>
            </a:r>
          </a:p>
          <a:p>
            <a:pPr>
              <a:buFont typeface="Times New Roman" pitchFamily="18" charset="0"/>
              <a:buNone/>
            </a:pPr>
            <a:r>
              <a:rPr lang="en-US" sz="1800" smtClean="0">
                <a:solidFill>
                  <a:srgbClr val="00B050"/>
                </a:solidFill>
              </a:rPr>
              <a:t>Destination Port</a:t>
            </a:r>
          </a:p>
          <a:p>
            <a:pPr>
              <a:buFont typeface="Times New Roman" pitchFamily="18" charset="0"/>
              <a:buNone/>
            </a:pPr>
            <a:r>
              <a:rPr lang="en-US" sz="1800" smtClean="0"/>
              <a:t>It is a 16-bit destination port number.</a:t>
            </a:r>
          </a:p>
          <a:p>
            <a:pPr>
              <a:buFont typeface="Times New Roman" pitchFamily="18" charset="0"/>
              <a:buNone/>
            </a:pPr>
            <a:r>
              <a:rPr lang="en-US" sz="1800" smtClean="0">
                <a:solidFill>
                  <a:srgbClr val="00B050"/>
                </a:solidFill>
              </a:rPr>
              <a:t>Sequence Number</a:t>
            </a:r>
          </a:p>
          <a:p>
            <a:pPr>
              <a:buFont typeface="Times New Roman" pitchFamily="18" charset="0"/>
              <a:buNone/>
            </a:pPr>
            <a:r>
              <a:rPr lang="en-US" sz="1800" smtClean="0"/>
              <a:t>The sequence number of the first data byte in this segment. During the SYN Control bit is set, and the sequence number is n, and the first data byte is n + 1.</a:t>
            </a:r>
          </a:p>
          <a:p>
            <a:pPr>
              <a:buFont typeface="Times New Roman" pitchFamily="18" charset="0"/>
              <a:buNone/>
            </a:pPr>
            <a:r>
              <a:rPr lang="en-US" sz="1800" smtClean="0">
                <a:solidFill>
                  <a:srgbClr val="00B050"/>
                </a:solidFill>
              </a:rPr>
              <a:t>Acknowledgement Number</a:t>
            </a:r>
          </a:p>
          <a:p>
            <a:pPr>
              <a:buFont typeface="Times New Roman" pitchFamily="18" charset="0"/>
              <a:buNone/>
            </a:pPr>
            <a:r>
              <a:rPr lang="en-US" sz="1800" smtClean="0"/>
              <a:t>If the ACK control bit is set, this field contains the next number that the receiver expects to receive.</a:t>
            </a:r>
          </a:p>
          <a:p>
            <a:pPr>
              <a:buFont typeface="Times New Roman" pitchFamily="18" charset="0"/>
              <a:buNone/>
            </a:pPr>
            <a:r>
              <a:rPr lang="en-US" sz="1800" smtClean="0">
                <a:solidFill>
                  <a:srgbClr val="00B050"/>
                </a:solidFill>
              </a:rPr>
              <a:t>Data Offset</a:t>
            </a:r>
          </a:p>
          <a:p>
            <a:pPr>
              <a:buFont typeface="Times New Roman" pitchFamily="18" charset="0"/>
              <a:buNone/>
            </a:pPr>
            <a:r>
              <a:rPr lang="en-US" sz="1800" smtClean="0"/>
              <a:t>The several 32-bit words in the TCP header shows from where the user data begins.</a:t>
            </a:r>
          </a:p>
          <a:p>
            <a:pPr>
              <a:buFont typeface="Times New Roman" pitchFamily="18" charset="0"/>
              <a:buNone/>
            </a:pPr>
            <a:r>
              <a:rPr lang="en-US" sz="1800" smtClean="0">
                <a:solidFill>
                  <a:srgbClr val="00B050"/>
                </a:solidFill>
              </a:rPr>
              <a:t>Reserved (6 bit)</a:t>
            </a:r>
          </a:p>
          <a:p>
            <a:pPr>
              <a:buFont typeface="Times New Roman" pitchFamily="18" charset="0"/>
              <a:buNone/>
            </a:pPr>
            <a:r>
              <a:rPr lang="en-US" sz="1800" smtClean="0"/>
              <a:t>It is reserved for future use.</a:t>
            </a:r>
          </a:p>
          <a:p>
            <a:pPr>
              <a:buFont typeface="Times New Roman" pitchFamily="18" charset="0"/>
              <a:buNone/>
            </a:pPr>
            <a:endParaRPr lang="en-US" sz="1200" smtClean="0"/>
          </a:p>
          <a:p>
            <a:pPr>
              <a:buFont typeface="Times New Roman" pitchFamily="18" charset="0"/>
              <a:buNone/>
            </a:pPr>
            <a:endParaRPr lang="en-US"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p:cNvSpPr>
          <p:nvPr>
            <p:ph idx="1"/>
          </p:nvPr>
        </p:nvSpPr>
        <p:spPr>
          <a:xfrm>
            <a:off x="0" y="304800"/>
            <a:ext cx="9142413" cy="8518525"/>
          </a:xfrm>
        </p:spPr>
        <p:txBody>
          <a:bodyPr/>
          <a:lstStyle/>
          <a:p>
            <a:pPr>
              <a:buFont typeface="Times New Roman" pitchFamily="18" charset="0"/>
              <a:buNone/>
            </a:pPr>
            <a:r>
              <a:rPr lang="en-US" sz="1800" smtClean="0">
                <a:solidFill>
                  <a:srgbClr val="00B050"/>
                </a:solidFill>
              </a:rPr>
              <a:t>URG</a:t>
            </a:r>
          </a:p>
          <a:p>
            <a:pPr>
              <a:buFont typeface="Times New Roman" pitchFamily="18" charset="0"/>
              <a:buNone/>
            </a:pPr>
            <a:r>
              <a:rPr lang="en-US" sz="1800" smtClean="0"/>
              <a:t>It indicates an urgent pointer field that data type is urgent or not.</a:t>
            </a:r>
          </a:p>
          <a:p>
            <a:pPr>
              <a:buFont typeface="Times New Roman" pitchFamily="18" charset="0"/>
              <a:buNone/>
            </a:pPr>
            <a:r>
              <a:rPr lang="en-US" sz="1800" smtClean="0">
                <a:solidFill>
                  <a:srgbClr val="00B050"/>
                </a:solidFill>
              </a:rPr>
              <a:t>ACK</a:t>
            </a:r>
          </a:p>
          <a:p>
            <a:pPr>
              <a:buFont typeface="Times New Roman" pitchFamily="18" charset="0"/>
              <a:buNone/>
            </a:pPr>
            <a:r>
              <a:rPr lang="en-US" sz="1800" smtClean="0"/>
              <a:t>It indicates that the acknowledgement field in a segment is significant, as discussed early.</a:t>
            </a:r>
          </a:p>
          <a:p>
            <a:pPr>
              <a:buFont typeface="Times New Roman" pitchFamily="18" charset="0"/>
              <a:buNone/>
            </a:pPr>
            <a:r>
              <a:rPr lang="en-US" sz="1800" smtClean="0">
                <a:solidFill>
                  <a:srgbClr val="00B050"/>
                </a:solidFill>
              </a:rPr>
              <a:t>PUSH</a:t>
            </a:r>
          </a:p>
          <a:p>
            <a:pPr>
              <a:buFont typeface="Times New Roman" pitchFamily="18" charset="0"/>
              <a:buNone/>
            </a:pPr>
            <a:r>
              <a:rPr lang="en-US" sz="1800" smtClean="0"/>
              <a:t>The PUSH flag is set or reset according to a data type that is sent immediately or not.</a:t>
            </a:r>
          </a:p>
          <a:p>
            <a:pPr>
              <a:buFont typeface="Times New Roman" pitchFamily="18" charset="0"/>
              <a:buNone/>
            </a:pPr>
            <a:r>
              <a:rPr lang="en-US" sz="1800" smtClean="0">
                <a:solidFill>
                  <a:srgbClr val="00B050"/>
                </a:solidFill>
              </a:rPr>
              <a:t>RST</a:t>
            </a:r>
            <a:r>
              <a:rPr lang="en-US" sz="1800" b="1" smtClean="0"/>
              <a:t/>
            </a:r>
            <a:br>
              <a:rPr lang="en-US" sz="1800" b="1" smtClean="0"/>
            </a:br>
            <a:r>
              <a:rPr lang="en-US" sz="1800" b="1" smtClean="0"/>
              <a:t> </a:t>
            </a:r>
            <a:r>
              <a:rPr lang="en-US" sz="1800" smtClean="0"/>
              <a:t>It Resets the connection.</a:t>
            </a:r>
          </a:p>
          <a:p>
            <a:pPr>
              <a:buFont typeface="Times New Roman" pitchFamily="18" charset="0"/>
              <a:buNone/>
            </a:pPr>
            <a:r>
              <a:rPr lang="en-US" sz="1800" smtClean="0">
                <a:solidFill>
                  <a:srgbClr val="00B050"/>
                </a:solidFill>
              </a:rPr>
              <a:t>SYN</a:t>
            </a:r>
          </a:p>
          <a:p>
            <a:pPr>
              <a:buFont typeface="Times New Roman" pitchFamily="18" charset="0"/>
              <a:buNone/>
            </a:pPr>
            <a:r>
              <a:rPr lang="en-US" sz="1800" smtClean="0"/>
              <a:t>It synchronizes the sequence number.</a:t>
            </a:r>
          </a:p>
          <a:p>
            <a:pPr>
              <a:buFont typeface="Times New Roman" pitchFamily="18" charset="0"/>
              <a:buNone/>
            </a:pPr>
            <a:r>
              <a:rPr lang="en-US" sz="1800" smtClean="0">
                <a:solidFill>
                  <a:srgbClr val="00B050"/>
                </a:solidFill>
              </a:rPr>
              <a:t>FIN</a:t>
            </a:r>
          </a:p>
          <a:p>
            <a:pPr>
              <a:buFont typeface="Times New Roman" pitchFamily="18" charset="0"/>
              <a:buNone/>
            </a:pPr>
            <a:r>
              <a:rPr lang="en-US" sz="1800" smtClean="0"/>
              <a:t>This indicates no more data from the sender.</a:t>
            </a:r>
          </a:p>
          <a:p>
            <a:pPr>
              <a:buFont typeface="Times New Roman" pitchFamily="18" charset="0"/>
              <a:buNone/>
            </a:pPr>
            <a:endParaRPr lang="en-US" sz="1800" smtClean="0"/>
          </a:p>
          <a:p>
            <a:pPr>
              <a:buFont typeface="Times New Roman" pitchFamily="18" charset="0"/>
              <a:buNone/>
            </a:pPr>
            <a:endParaRPr lang="en-US" sz="180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p:cNvSpPr>
            <a:spLocks noGrp="1"/>
          </p:cNvSpPr>
          <p:nvPr>
            <p:ph idx="1"/>
          </p:nvPr>
        </p:nvSpPr>
        <p:spPr>
          <a:xfrm>
            <a:off x="152400" y="381000"/>
            <a:ext cx="8839200" cy="6096000"/>
          </a:xfrm>
        </p:spPr>
        <p:txBody>
          <a:bodyPr/>
          <a:lstStyle/>
          <a:p>
            <a:pPr>
              <a:buFont typeface="Times New Roman" pitchFamily="18" charset="0"/>
              <a:buNone/>
            </a:pPr>
            <a:r>
              <a:rPr lang="en-US" sz="1800" smtClean="0">
                <a:solidFill>
                  <a:srgbClr val="00B050"/>
                </a:solidFill>
              </a:rPr>
              <a:t>Window</a:t>
            </a:r>
          </a:p>
          <a:p>
            <a:pPr>
              <a:buFont typeface="Times New Roman" pitchFamily="18" charset="0"/>
              <a:buNone/>
            </a:pPr>
            <a:r>
              <a:rPr lang="en-US" sz="1800" smtClean="0"/>
              <a:t>It is used in Acknowledgement segment. It specifies the number of data bytes, beginning with the one indicated in the acknowledgement number field that the receiver is ready to accept.</a:t>
            </a:r>
          </a:p>
          <a:p>
            <a:pPr>
              <a:buFont typeface="Times New Roman" pitchFamily="18" charset="0"/>
              <a:buNone/>
            </a:pPr>
            <a:r>
              <a:rPr lang="en-US" sz="1800" smtClean="0">
                <a:solidFill>
                  <a:srgbClr val="00B050"/>
                </a:solidFill>
              </a:rPr>
              <a:t>Checksum</a:t>
            </a:r>
          </a:p>
          <a:p>
            <a:pPr>
              <a:buFont typeface="Times New Roman" pitchFamily="18" charset="0"/>
              <a:buNone/>
            </a:pPr>
            <a:r>
              <a:rPr lang="en-US" sz="1800" smtClean="0"/>
              <a:t>It is used for error detection.</a:t>
            </a:r>
          </a:p>
          <a:p>
            <a:pPr>
              <a:buFont typeface="Times New Roman" pitchFamily="18" charset="0"/>
              <a:buNone/>
            </a:pPr>
            <a:r>
              <a:rPr lang="en-US" sz="1800" smtClean="0">
                <a:solidFill>
                  <a:srgbClr val="00B050"/>
                </a:solidFill>
              </a:rPr>
              <a:t>Options</a:t>
            </a:r>
          </a:p>
          <a:p>
            <a:pPr>
              <a:buFont typeface="Times New Roman" pitchFamily="18" charset="0"/>
              <a:buNone/>
            </a:pPr>
            <a:r>
              <a:rPr lang="en-US" sz="1800" smtClean="0"/>
              <a:t>The IP datagram options provide additional punctuality. It can use several optional parameters between a TCP sender and receiver. It depends on the options used. The length of the field may vary in size, but it can't be larger than 40 bytes due to the header field's size, which is 4 bit.</a:t>
            </a:r>
          </a:p>
          <a:p>
            <a:pPr>
              <a:buFont typeface="Times New Roman" pitchFamily="18" charset="0"/>
              <a:buNone/>
            </a:pPr>
            <a:r>
              <a:rPr lang="en-US" sz="1800" smtClean="0"/>
              <a:t>The most typical option is the maximum segment size MASS option. A TCP receiver communicates to the TCP sender the total length of the segment it can accept with this option.</a:t>
            </a:r>
          </a:p>
          <a:p>
            <a:pPr>
              <a:buFont typeface="Times New Roman" pitchFamily="18" charset="0"/>
              <a:buNone/>
            </a:pPr>
            <a:endParaRPr lang="en-US"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381000" y="228600"/>
            <a:ext cx="8458200" cy="6400800"/>
          </a:xfrm>
          <a:prstGeom prst="rect">
            <a:avLst/>
          </a:prstGeom>
        </p:spPr>
      </p:pic>
    </p:spTree>
    <p:extLst>
      <p:ext uri="{BB962C8B-B14F-4D97-AF65-F5344CB8AC3E}">
        <p14:creationId xmlns:p14="http://schemas.microsoft.com/office/powerpoint/2010/main" val="761890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TCP Connection Establishment</a:t>
            </a:r>
          </a:p>
        </p:txBody>
      </p:sp>
      <p:sp>
        <p:nvSpPr>
          <p:cNvPr id="31747" name="Rectangle 2"/>
          <p:cNvSpPr>
            <a:spLocks noGrp="1" noChangeArrowheads="1"/>
          </p:cNvSpPr>
          <p:nvPr>
            <p:ph type="body" idx="1"/>
          </p:nvPr>
        </p:nvSpPr>
        <p:spPr>
          <a:xfrm>
            <a:off x="709613" y="5440363"/>
            <a:ext cx="8434387" cy="838200"/>
          </a:xfrm>
        </p:spPr>
        <p:txBody>
          <a:bodyPr/>
          <a:lstStyle/>
          <a:p>
            <a:pPr marL="609600" indent="-608013" eaLnBrk="1" hangingPunct="1">
              <a:lnSpc>
                <a:spcPct val="9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solidFill>
                  <a:srgbClr val="3333CC"/>
                </a:solidFill>
              </a:rPr>
              <a:t>(a)</a:t>
            </a:r>
            <a:r>
              <a:rPr lang="en-US" smtClean="0"/>
              <a:t> TCP connection establishment in the normal case.</a:t>
            </a:r>
          </a:p>
          <a:p>
            <a:pPr marL="609600" indent="-608013" eaLnBrk="1" hangingPunct="1">
              <a:lnSpc>
                <a:spcPct val="9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mtClean="0">
                <a:solidFill>
                  <a:srgbClr val="3333CC"/>
                </a:solidFill>
              </a:rPr>
              <a:t>(b)</a:t>
            </a:r>
            <a:r>
              <a:rPr lang="en-US" smtClean="0"/>
              <a:t> Call collision.</a:t>
            </a:r>
          </a:p>
        </p:txBody>
      </p:sp>
      <p:sp>
        <p:nvSpPr>
          <p:cNvPr id="31748" name="Text Box 3"/>
          <p:cNvSpPr txBox="1">
            <a:spLocks noChangeArrowheads="1"/>
          </p:cNvSpPr>
          <p:nvPr/>
        </p:nvSpPr>
        <p:spPr bwMode="auto">
          <a:xfrm>
            <a:off x="3789363" y="3068638"/>
            <a:ext cx="950912" cy="460375"/>
          </a:xfrm>
          <a:prstGeom prst="rect">
            <a:avLst/>
          </a:prstGeom>
          <a:noFill/>
          <a:ln w="9525">
            <a:noFill/>
            <a:round/>
            <a:headEnd/>
            <a:tailEnd/>
          </a:ln>
        </p:spPr>
        <p:txBody>
          <a:bodyPr lIns="90000" tIns="46800" rIns="90000" bIns="46800">
            <a:spAutoFit/>
          </a:bodyPr>
          <a:lstStyle/>
          <a:p>
            <a:pPr algn="ctr">
              <a:spcBef>
                <a:spcPts val="15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a:solidFill>
                  <a:srgbClr val="000000"/>
                </a:solidFill>
                <a:latin typeface="Times New Roman" pitchFamily="18" charset="0"/>
              </a:rPr>
              <a:t>6-31</a:t>
            </a:r>
          </a:p>
        </p:txBody>
      </p:sp>
      <p:pic>
        <p:nvPicPr>
          <p:cNvPr id="31749" name="Picture 4"/>
          <p:cNvPicPr>
            <a:picLocks noChangeAspect="1" noChangeArrowheads="1"/>
          </p:cNvPicPr>
          <p:nvPr/>
        </p:nvPicPr>
        <p:blipFill>
          <a:blip r:embed="rId3" cstate="print"/>
          <a:srcRect/>
          <a:stretch>
            <a:fillRect/>
          </a:stretch>
        </p:blipFill>
        <p:spPr bwMode="auto">
          <a:xfrm>
            <a:off x="1276350" y="1731963"/>
            <a:ext cx="6577013" cy="3402012"/>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TCP Connection Release</a:t>
            </a:r>
          </a:p>
        </p:txBody>
      </p:sp>
      <p:sp>
        <p:nvSpPr>
          <p:cNvPr id="32771" name="Content Placeholder 5"/>
          <p:cNvSpPr>
            <a:spLocks noGrp="1"/>
          </p:cNvSpPr>
          <p:nvPr>
            <p:ph idx="1"/>
          </p:nvPr>
        </p:nvSpPr>
        <p:spPr>
          <a:xfrm>
            <a:off x="0" y="1066800"/>
            <a:ext cx="9142413" cy="7756525"/>
          </a:xfrm>
        </p:spPr>
        <p:txBody>
          <a:bodyPr/>
          <a:lstStyle/>
          <a:p>
            <a:pPr>
              <a:buFont typeface="Wingdings" pitchFamily="2" charset="2"/>
              <a:buChar char="Ø"/>
            </a:pPr>
            <a:r>
              <a:rPr lang="en-US" smtClean="0"/>
              <a:t>Although TCP connections are full duplex, to understand connection release it is best to think them as a pair of simplex connections.</a:t>
            </a:r>
          </a:p>
          <a:p>
            <a:pPr>
              <a:buFont typeface="Wingdings" pitchFamily="2" charset="2"/>
              <a:buChar char="Ø"/>
            </a:pPr>
            <a:r>
              <a:rPr lang="en-US" smtClean="0"/>
              <a:t>To release a connection, either party can send a TCP segment with the FIN bit set, which means that it has no more data to transmit.</a:t>
            </a:r>
          </a:p>
          <a:p>
            <a:pPr>
              <a:buFont typeface="Wingdings" pitchFamily="2" charset="2"/>
              <a:buChar char="Ø"/>
            </a:pPr>
            <a:r>
              <a:rPr lang="en-US" smtClean="0"/>
              <a:t>When FIN bit is acknowledged, that direction is shut down for new data. Data may continue to flow indefinitely in the other direction, however.</a:t>
            </a:r>
          </a:p>
          <a:p>
            <a:pPr>
              <a:buFont typeface="Wingdings" pitchFamily="2" charset="2"/>
              <a:buChar char="Ø"/>
            </a:pPr>
            <a:r>
              <a:rPr lang="en-US" smtClean="0"/>
              <a:t>When both directions have been shut down, the connection is released.</a:t>
            </a:r>
          </a:p>
          <a:p>
            <a:pPr>
              <a:buFont typeface="Wingdings" pitchFamily="2" charset="2"/>
              <a:buChar char="Ø"/>
            </a:pPr>
            <a:r>
              <a:rPr lang="en-US" smtClean="0"/>
              <a:t>Normally four TCP segments are needed, but it is possible for first ACK and second FIN to be contained in same segment, reducing the total count to three.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228600" y="228600"/>
          <a:ext cx="8610600" cy="6324600"/>
        </p:xfrm>
        <a:graphic>
          <a:graphicData uri="http://schemas.openxmlformats.org/presentationml/2006/ole">
            <mc:AlternateContent xmlns:mc="http://schemas.openxmlformats.org/markup-compatibility/2006">
              <mc:Choice xmlns:v="urn:schemas-microsoft-com:vml" Requires="v">
                <p:oleObj spid="_x0000_s1063" name="Presentation" r:id="rId3" imgW="4570603" imgH="3427427" progId="PowerPoint.Show.12">
                  <p:embed/>
                </p:oleObj>
              </mc:Choice>
              <mc:Fallback>
                <p:oleObj name="Presentation" r:id="rId3" imgW="4570603" imgH="3427427" progId="PowerPoint.Show.12">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28600"/>
                        <a:ext cx="8610600" cy="63246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p:nvPr>
        </p:nvSpPr>
        <p:spPr>
          <a:xfrm>
            <a:off x="825500" y="1524000"/>
            <a:ext cx="7772400" cy="21336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800" smtClean="0"/>
              <a:t>The Application Layer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DNS – The Domain Name System</a:t>
            </a:r>
          </a:p>
        </p:txBody>
      </p:sp>
      <p:sp>
        <p:nvSpPr>
          <p:cNvPr id="35843" name="Rectangle 2"/>
          <p:cNvSpPr>
            <a:spLocks noGrp="1" noChangeArrowheads="1"/>
          </p:cNvSpPr>
          <p:nvPr>
            <p:ph type="body" idx="1"/>
          </p:nvPr>
        </p:nvSpPr>
        <p:spPr>
          <a:xfrm>
            <a:off x="1543050" y="1809750"/>
            <a:ext cx="7600950" cy="4743450"/>
          </a:xfrm>
        </p:spPr>
        <p:txBody>
          <a:bodyPr/>
          <a:lstStyle/>
          <a:p>
            <a:pPr marL="608013" indent="-608013" eaLnBrk="1" hangingPunct="1">
              <a:spcBef>
                <a:spcPts val="800"/>
              </a:spcBef>
              <a:buClr>
                <a:srgbClr val="3333CC"/>
              </a:buClr>
              <a:tabLst>
                <a:tab pos="1065213" algn="l"/>
                <a:tab pos="1979613" algn="l"/>
                <a:tab pos="2894013" algn="l"/>
                <a:tab pos="3808413" algn="l"/>
                <a:tab pos="4722813" algn="l"/>
                <a:tab pos="5637213" algn="l"/>
                <a:tab pos="6551613" algn="l"/>
                <a:tab pos="7466013" algn="l"/>
                <a:tab pos="8380413" algn="l"/>
                <a:tab pos="9294813" algn="l"/>
                <a:tab pos="10209213" algn="l"/>
              </a:tabLst>
            </a:pPr>
            <a:r>
              <a:rPr lang="en-US" sz="3200" smtClean="0"/>
              <a:t>The DNS Name Space</a:t>
            </a:r>
          </a:p>
          <a:p>
            <a:pPr marL="608013" indent="-608013" eaLnBrk="1" hangingPunct="1">
              <a:spcBef>
                <a:spcPts val="800"/>
              </a:spcBef>
              <a:buClr>
                <a:srgbClr val="3333CC"/>
              </a:buClr>
              <a:tabLst>
                <a:tab pos="1065213" algn="l"/>
                <a:tab pos="1979613" algn="l"/>
                <a:tab pos="2894013" algn="l"/>
                <a:tab pos="3808413" algn="l"/>
                <a:tab pos="4722813" algn="l"/>
                <a:tab pos="5637213" algn="l"/>
                <a:tab pos="6551613" algn="l"/>
                <a:tab pos="7466013" algn="l"/>
                <a:tab pos="8380413" algn="l"/>
                <a:tab pos="9294813" algn="l"/>
                <a:tab pos="10209213" algn="l"/>
              </a:tabLst>
            </a:pPr>
            <a:r>
              <a:rPr lang="en-US" sz="3200" smtClean="0"/>
              <a:t>Resource Records</a:t>
            </a:r>
          </a:p>
          <a:p>
            <a:pPr marL="608013" indent="-608013" eaLnBrk="1" hangingPunct="1">
              <a:spcBef>
                <a:spcPts val="800"/>
              </a:spcBef>
              <a:buClr>
                <a:srgbClr val="3333CC"/>
              </a:buClr>
              <a:tabLst>
                <a:tab pos="1065213" algn="l"/>
                <a:tab pos="1979613" algn="l"/>
                <a:tab pos="2894013" algn="l"/>
                <a:tab pos="3808413" algn="l"/>
                <a:tab pos="4722813" algn="l"/>
                <a:tab pos="5637213" algn="l"/>
                <a:tab pos="6551613" algn="l"/>
                <a:tab pos="7466013" algn="l"/>
                <a:tab pos="8380413" algn="l"/>
                <a:tab pos="9294813" algn="l"/>
                <a:tab pos="10209213" algn="l"/>
              </a:tabLst>
            </a:pPr>
            <a:r>
              <a:rPr lang="en-US" sz="3200" smtClean="0"/>
              <a:t>Name Servers</a:t>
            </a:r>
          </a:p>
          <a:p>
            <a:pPr marL="608013" indent="-608013" eaLnBrk="1" hangingPunct="1">
              <a:spcBef>
                <a:spcPts val="800"/>
              </a:spcBef>
              <a:buClr>
                <a:srgbClr val="3333CC"/>
              </a:buClr>
              <a:buFont typeface="Times New Roman" pitchFamily="18" charset="0"/>
              <a:buNone/>
              <a:tabLst>
                <a:tab pos="1065213" algn="l"/>
                <a:tab pos="1979613" algn="l"/>
                <a:tab pos="2894013" algn="l"/>
                <a:tab pos="3808413" algn="l"/>
                <a:tab pos="4722813" algn="l"/>
                <a:tab pos="5637213" algn="l"/>
                <a:tab pos="6551613" algn="l"/>
                <a:tab pos="7466013" algn="l"/>
                <a:tab pos="8380413" algn="l"/>
                <a:tab pos="9294813" algn="l"/>
                <a:tab pos="10209213" algn="l"/>
              </a:tabLst>
            </a:pPr>
            <a:endParaRPr lang="en-US" sz="3200" smtClean="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0" y="0"/>
            <a:ext cx="9142413" cy="914400"/>
          </a:xfrm>
        </p:spPr>
        <p:txBody>
          <a:bodyPr/>
          <a:lstStyle/>
          <a:p>
            <a:r>
              <a:rPr lang="en-US" smtClean="0"/>
              <a:t>DNS</a:t>
            </a:r>
          </a:p>
        </p:txBody>
      </p:sp>
      <p:sp>
        <p:nvSpPr>
          <p:cNvPr id="36867" name="Content Placeholder 2"/>
          <p:cNvSpPr>
            <a:spLocks noGrp="1"/>
          </p:cNvSpPr>
          <p:nvPr>
            <p:ph idx="1"/>
          </p:nvPr>
        </p:nvSpPr>
        <p:spPr>
          <a:xfrm>
            <a:off x="609600" y="1143000"/>
            <a:ext cx="7696200" cy="7680325"/>
          </a:xfrm>
        </p:spPr>
        <p:txBody>
          <a:bodyPr/>
          <a:lstStyle/>
          <a:p>
            <a:pPr>
              <a:buFont typeface="Arial" charset="0"/>
              <a:buChar char="•"/>
            </a:pPr>
            <a:endParaRPr lang="en-US" dirty="0" smtClean="0"/>
          </a:p>
          <a:p>
            <a:pPr>
              <a:buFont typeface="Arial" charset="0"/>
              <a:buChar char="•"/>
            </a:pPr>
            <a:r>
              <a:rPr lang="en-US" dirty="0" smtClean="0"/>
              <a:t>DNS is the invention of a hierarchical, domain-based naming scheme and a distributed database system for implementing this naming scheme.</a:t>
            </a:r>
          </a:p>
          <a:p>
            <a:pPr>
              <a:buFont typeface="Times New Roman" pitchFamily="18" charset="0"/>
              <a:buNone/>
            </a:pPr>
            <a:endParaRPr lang="en-US" dirty="0" smtClean="0"/>
          </a:p>
          <a:p>
            <a:pPr>
              <a:buFont typeface="Arial" charset="0"/>
              <a:buChar char="•"/>
            </a:pPr>
            <a:r>
              <a:rPr lang="en-US" dirty="0" smtClean="0"/>
              <a:t>DNS is used to map a name onto an IP address, an application program calls a library procedure called the Resolver, passing it the name as a parameter.</a:t>
            </a:r>
          </a:p>
          <a:p>
            <a:pPr>
              <a:buFont typeface="Times New Roman" pitchFamily="18" charset="0"/>
              <a:buNone/>
            </a:pPr>
            <a:endParaRPr lang="en-US" dirty="0" smtClean="0"/>
          </a:p>
          <a:p>
            <a:pPr>
              <a:buFont typeface="Arial" charset="0"/>
              <a:buChar char="•"/>
            </a:pPr>
            <a:r>
              <a:rPr lang="en-US" dirty="0" smtClean="0"/>
              <a:t>The Resolver sends a UDP packet to a local DNS server, which then looks up the name and returns IP address, the program can then establish a TCP connection with the destination or send it UDP packets.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DNS Name Space</a:t>
            </a:r>
          </a:p>
        </p:txBody>
      </p:sp>
      <p:sp>
        <p:nvSpPr>
          <p:cNvPr id="37891" name="Rectangle 2"/>
          <p:cNvSpPr>
            <a:spLocks noGrp="1" noChangeArrowheads="1"/>
          </p:cNvSpPr>
          <p:nvPr>
            <p:ph type="body" idx="1"/>
          </p:nvPr>
        </p:nvSpPr>
        <p:spPr>
          <a:xfrm>
            <a:off x="0" y="571500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A portion of the Internet domain name space.</a:t>
            </a:r>
          </a:p>
        </p:txBody>
      </p:sp>
      <p:pic>
        <p:nvPicPr>
          <p:cNvPr id="37892" name="Picture 3"/>
          <p:cNvPicPr>
            <a:picLocks noChangeAspect="1" noChangeArrowheads="1"/>
          </p:cNvPicPr>
          <p:nvPr/>
        </p:nvPicPr>
        <p:blipFill>
          <a:blip r:embed="rId3" cstate="print"/>
          <a:srcRect/>
          <a:stretch>
            <a:fillRect/>
          </a:stretch>
        </p:blipFill>
        <p:spPr bwMode="auto">
          <a:xfrm>
            <a:off x="542925" y="1879600"/>
            <a:ext cx="7859713" cy="3021013"/>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smtClean="0"/>
              <a:t>DNS Name Space</a:t>
            </a:r>
          </a:p>
        </p:txBody>
      </p:sp>
      <p:sp>
        <p:nvSpPr>
          <p:cNvPr id="38915" name="Content Placeholder 2"/>
          <p:cNvSpPr>
            <a:spLocks noGrp="1"/>
          </p:cNvSpPr>
          <p:nvPr>
            <p:ph idx="1"/>
          </p:nvPr>
        </p:nvSpPr>
        <p:spPr>
          <a:xfrm>
            <a:off x="228600" y="1066800"/>
            <a:ext cx="8610600" cy="5486400"/>
          </a:xfrm>
        </p:spPr>
        <p:txBody>
          <a:bodyPr/>
          <a:lstStyle/>
          <a:p>
            <a:pPr>
              <a:buFont typeface="Arial" charset="0"/>
              <a:buChar char="•"/>
            </a:pPr>
            <a:r>
              <a:rPr lang="en-US" smtClean="0"/>
              <a:t>Internet is divided into 200 top-level domains, where each domain covers many hosts.</a:t>
            </a:r>
          </a:p>
          <a:p>
            <a:pPr>
              <a:buFont typeface="Arial" charset="0"/>
              <a:buChar char="•"/>
            </a:pPr>
            <a:r>
              <a:rPr lang="en-US" smtClean="0"/>
              <a:t>Each domain is partitioned into subdomains, and these are further partitioned, and so on.</a:t>
            </a:r>
          </a:p>
          <a:p>
            <a:pPr>
              <a:buFont typeface="Arial" charset="0"/>
              <a:buChar char="•"/>
            </a:pPr>
            <a:r>
              <a:rPr lang="en-US" smtClean="0"/>
              <a:t>Top-level domains : Generic</a:t>
            </a:r>
          </a:p>
          <a:p>
            <a:pPr>
              <a:buFont typeface="Times New Roman" pitchFamily="18" charset="0"/>
              <a:buNone/>
            </a:pPr>
            <a:r>
              <a:rPr lang="en-US" smtClean="0"/>
              <a:t>                                     Countries.</a:t>
            </a:r>
          </a:p>
          <a:p>
            <a:pPr>
              <a:buFont typeface="Arial" charset="0"/>
              <a:buChar char="•"/>
            </a:pPr>
            <a:r>
              <a:rPr lang="en-US" smtClean="0"/>
              <a:t>Generic Domains were com(commercial), edu(educational institutions), gov, int(international organizations), mil, net(network providers), and org(non profit organization).</a:t>
            </a:r>
          </a:p>
          <a:p>
            <a:pPr>
              <a:buFont typeface="Arial" charset="0"/>
              <a:buChar char="•"/>
            </a:pPr>
            <a:r>
              <a:rPr lang="en-US" smtClean="0"/>
              <a:t>The Country domains include one entry for every country.</a:t>
            </a:r>
          </a:p>
          <a:p>
            <a:pPr>
              <a:buFont typeface="Arial" charset="0"/>
              <a:buChar char="•"/>
            </a:pPr>
            <a:r>
              <a:rPr lang="en-US" smtClean="0"/>
              <a:t>Each domain is named by the path upward from it the (unnamed) root.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0" y="0"/>
            <a:ext cx="9142413" cy="990600"/>
          </a:xfrm>
        </p:spPr>
        <p:txBody>
          <a:bodyPr/>
          <a:lstStyle/>
          <a:p>
            <a:r>
              <a:rPr lang="en-US" smtClean="0"/>
              <a:t>DNS(contd..)</a:t>
            </a:r>
          </a:p>
        </p:txBody>
      </p:sp>
      <p:sp>
        <p:nvSpPr>
          <p:cNvPr id="39939" name="Content Placeholder 2"/>
          <p:cNvSpPr>
            <a:spLocks noGrp="1"/>
          </p:cNvSpPr>
          <p:nvPr>
            <p:ph idx="1"/>
          </p:nvPr>
        </p:nvSpPr>
        <p:spPr>
          <a:xfrm>
            <a:off x="0" y="1143000"/>
            <a:ext cx="8991600" cy="5562600"/>
          </a:xfrm>
        </p:spPr>
        <p:txBody>
          <a:bodyPr/>
          <a:lstStyle/>
          <a:p>
            <a:pPr>
              <a:buFont typeface="Arial" charset="0"/>
              <a:buChar char="•"/>
            </a:pPr>
            <a:r>
              <a:rPr lang="en-US" smtClean="0"/>
              <a:t>Domain names can be either absolute or relative.</a:t>
            </a:r>
          </a:p>
          <a:p>
            <a:pPr>
              <a:buFont typeface="Arial" charset="0"/>
              <a:buChar char="•"/>
            </a:pPr>
            <a:r>
              <a:rPr lang="en-US" smtClean="0"/>
              <a:t>An absolute domain name always ends with a period (e.g.,</a:t>
            </a:r>
            <a:r>
              <a:rPr lang="en-US" i="1" smtClean="0"/>
              <a:t>eng.sun.com</a:t>
            </a:r>
            <a:r>
              <a:rPr lang="en-US" smtClean="0"/>
              <a:t>)</a:t>
            </a:r>
          </a:p>
          <a:p>
            <a:pPr>
              <a:buFont typeface="Arial" charset="0"/>
              <a:buChar char="•"/>
            </a:pPr>
            <a:r>
              <a:rPr lang="en-US" smtClean="0"/>
              <a:t> Relative does not.</a:t>
            </a:r>
          </a:p>
          <a:p>
            <a:pPr>
              <a:buFont typeface="Arial" charset="0"/>
              <a:buChar char="•"/>
            </a:pPr>
            <a:r>
              <a:rPr lang="en-US" smtClean="0"/>
              <a:t>Domain names are case insensitive.</a:t>
            </a:r>
          </a:p>
          <a:p>
            <a:pPr>
              <a:buFont typeface="Arial" charset="0"/>
              <a:buChar char="•"/>
            </a:pPr>
            <a:r>
              <a:rPr lang="en-US" smtClean="0"/>
              <a:t>Domains can be inserted into the tree in two different ways.</a:t>
            </a:r>
          </a:p>
          <a:p>
            <a:pPr>
              <a:buFont typeface="Arial" charset="0"/>
              <a:buChar char="•"/>
            </a:pPr>
            <a:r>
              <a:rPr lang="en-US" smtClean="0"/>
              <a:t>Each domain controls how it allocates the domains under it.</a:t>
            </a:r>
          </a:p>
          <a:p>
            <a:pPr>
              <a:buFont typeface="Arial" charset="0"/>
              <a:buChar char="•"/>
            </a:pPr>
            <a:r>
              <a:rPr lang="en-US" smtClean="0"/>
              <a:t>To create a new domain, permission is required of the domain in which it will be included. So that name conflicts are avoided.</a:t>
            </a:r>
          </a:p>
          <a:p>
            <a:pPr>
              <a:buFont typeface="Arial" charset="0"/>
              <a:buChar char="•"/>
            </a:pPr>
            <a:r>
              <a:rPr lang="en-US" smtClean="0"/>
              <a:t>Once domain has been created &amp; registered, it can create subdomains, without getting permission from anybody higher up the tree.</a:t>
            </a:r>
          </a:p>
          <a:p>
            <a:pPr>
              <a:buFont typeface="Arial" charset="0"/>
              <a:buChar char="•"/>
            </a:pPr>
            <a:endParaRPr lang="en-US" smtClean="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0" y="0"/>
            <a:ext cx="9142413" cy="990600"/>
          </a:xfrm>
        </p:spPr>
        <p:txBody>
          <a:bodyPr/>
          <a:lstStyle/>
          <a:p>
            <a:r>
              <a:rPr lang="en-US" smtClean="0"/>
              <a:t>Resource Records</a:t>
            </a:r>
          </a:p>
        </p:txBody>
      </p:sp>
      <p:sp>
        <p:nvSpPr>
          <p:cNvPr id="40963" name="Content Placeholder 2"/>
          <p:cNvSpPr>
            <a:spLocks noGrp="1"/>
          </p:cNvSpPr>
          <p:nvPr>
            <p:ph idx="1"/>
          </p:nvPr>
        </p:nvSpPr>
        <p:spPr>
          <a:xfrm>
            <a:off x="0" y="1143000"/>
            <a:ext cx="8991600" cy="5562600"/>
          </a:xfrm>
        </p:spPr>
        <p:txBody>
          <a:bodyPr/>
          <a:lstStyle/>
          <a:p>
            <a:pPr>
              <a:buFont typeface="Arial" charset="0"/>
              <a:buChar char="•"/>
            </a:pPr>
            <a:r>
              <a:rPr lang="en-US" smtClean="0"/>
              <a:t>Every Domain, whether it is a single host or a top-level domain, can have a set of resource records associated with it.</a:t>
            </a:r>
          </a:p>
          <a:p>
            <a:pPr>
              <a:buFont typeface="Arial" charset="0"/>
              <a:buChar char="•"/>
            </a:pPr>
            <a:r>
              <a:rPr lang="en-US" smtClean="0"/>
              <a:t>For single host, the most common resource record is just its IP address, but many other kinds of resource records also exist.</a:t>
            </a:r>
          </a:p>
          <a:p>
            <a:pPr>
              <a:buFont typeface="Arial" charset="0"/>
              <a:buChar char="•"/>
            </a:pPr>
            <a:r>
              <a:rPr lang="en-US" smtClean="0"/>
              <a:t>When a resolver gives a domain name to DNS, it gets back resource records associated with that name. Thus, the primary function of DNS is to map domain names onto resource records.</a:t>
            </a:r>
          </a:p>
          <a:p>
            <a:pPr>
              <a:buFont typeface="Arial" charset="0"/>
              <a:buChar char="•"/>
            </a:pPr>
            <a:r>
              <a:rPr lang="en-US" smtClean="0"/>
              <a:t>A resource record is a five-tuple. The format is as follows:</a:t>
            </a:r>
          </a:p>
          <a:p>
            <a:pPr>
              <a:buFont typeface="Times New Roman" pitchFamily="18" charset="0"/>
              <a:buNone/>
            </a:pPr>
            <a:r>
              <a:rPr lang="en-US" smtClean="0"/>
              <a:t>     Domain_name    Time_to_live       Class       Type          Value</a:t>
            </a:r>
          </a:p>
          <a:p>
            <a:pPr>
              <a:buFont typeface="Arial" charset="0"/>
              <a:buChar char="•"/>
            </a:pPr>
            <a:r>
              <a:rPr lang="en-US" b="1" smtClean="0"/>
              <a:t>Domain_name</a:t>
            </a:r>
            <a:r>
              <a:rPr lang="en-US" smtClean="0"/>
              <a:t> :tells the domain to which this record applies</a:t>
            </a:r>
          </a:p>
          <a:p>
            <a:pPr>
              <a:buFont typeface="Arial" charset="0"/>
              <a:buChar char="•"/>
            </a:pPr>
            <a:r>
              <a:rPr lang="en-US" b="1" smtClean="0"/>
              <a:t>Time_to_live</a:t>
            </a:r>
            <a:r>
              <a:rPr lang="en-US" smtClean="0"/>
              <a:t> field gives an indication of how stable the record is.</a:t>
            </a:r>
          </a:p>
          <a:p>
            <a:pPr>
              <a:buFont typeface="Arial" charset="0"/>
              <a:buChar char="•"/>
            </a:pPr>
            <a:r>
              <a:rPr lang="en-US" b="1" smtClean="0"/>
              <a:t>Class:</a:t>
            </a:r>
            <a:r>
              <a:rPr lang="en-US" smtClean="0"/>
              <a:t> For Internet information, it is always IN</a:t>
            </a:r>
          </a:p>
          <a:p>
            <a:pPr>
              <a:buFont typeface="Times New Roman" pitchFamily="18" charset="0"/>
              <a:buNone/>
            </a:pPr>
            <a:r>
              <a:rPr lang="en-US" smtClean="0"/>
              <a:t>               For non-Internet information, other codes can be used.</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ChangeArrowheads="1"/>
          </p:cNvSpPr>
          <p:nvPr>
            <p:ph type="title"/>
          </p:nvPr>
        </p:nvSpPr>
        <p:spPr>
          <a:xfrm>
            <a:off x="0" y="152400"/>
            <a:ext cx="9144000" cy="13716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Resource Records</a:t>
            </a:r>
            <a:br>
              <a:rPr lang="en-US" smtClean="0"/>
            </a:br>
            <a:r>
              <a:rPr lang="en-US" sz="2400" b="1" smtClean="0">
                <a:solidFill>
                  <a:schemeClr val="tx1"/>
                </a:solidFill>
              </a:rPr>
              <a:t>Type: </a:t>
            </a:r>
            <a:r>
              <a:rPr lang="en-US" sz="2400" smtClean="0">
                <a:solidFill>
                  <a:schemeClr val="tx1"/>
                </a:solidFill>
              </a:rPr>
              <a:t>This field tells what kind of record this is. The important types are listed below</a:t>
            </a:r>
          </a:p>
        </p:txBody>
      </p:sp>
      <p:sp>
        <p:nvSpPr>
          <p:cNvPr id="41987" name="Rectangle 2"/>
          <p:cNvSpPr>
            <a:spLocks noGrp="1" noChangeArrowheads="1"/>
          </p:cNvSpPr>
          <p:nvPr>
            <p:ph type="body" idx="1"/>
          </p:nvPr>
        </p:nvSpPr>
        <p:spPr>
          <a:xfrm>
            <a:off x="0" y="4876800"/>
            <a:ext cx="9144000" cy="16764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principal DNS resource records types.</a:t>
            </a:r>
          </a:p>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1" smtClean="0"/>
              <a:t>Value: </a:t>
            </a:r>
            <a:r>
              <a:rPr lang="en-US" smtClean="0"/>
              <a:t>This can be a number, a domain name, or an ASCII string.</a:t>
            </a:r>
            <a:endParaRPr lang="en-US" b="1" smtClean="0"/>
          </a:p>
        </p:txBody>
      </p:sp>
      <p:pic>
        <p:nvPicPr>
          <p:cNvPr id="41988" name="Picture 3"/>
          <p:cNvPicPr>
            <a:picLocks noChangeAspect="1" noChangeArrowheads="1"/>
          </p:cNvPicPr>
          <p:nvPr/>
        </p:nvPicPr>
        <p:blipFill>
          <a:blip r:embed="rId3" cstate="print"/>
          <a:srcRect/>
          <a:stretch>
            <a:fillRect/>
          </a:stretch>
        </p:blipFill>
        <p:spPr bwMode="auto">
          <a:xfrm>
            <a:off x="920750" y="1600200"/>
            <a:ext cx="7543800" cy="31242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Resource Records (2)</a:t>
            </a:r>
          </a:p>
        </p:txBody>
      </p:sp>
      <p:sp>
        <p:nvSpPr>
          <p:cNvPr id="43011" name="Rectangle 2"/>
          <p:cNvSpPr>
            <a:spLocks noGrp="1" noChangeArrowheads="1"/>
          </p:cNvSpPr>
          <p:nvPr>
            <p:ph type="body" idx="1"/>
          </p:nvPr>
        </p:nvSpPr>
        <p:spPr>
          <a:xfrm>
            <a:off x="0" y="601980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A portion of a possible DNS database for </a:t>
            </a:r>
            <a:r>
              <a:rPr lang="en-US" i="1" smtClean="0"/>
              <a:t>cs.vu.nl.</a:t>
            </a:r>
          </a:p>
        </p:txBody>
      </p:sp>
      <p:pic>
        <p:nvPicPr>
          <p:cNvPr id="43012" name="Picture 3"/>
          <p:cNvPicPr>
            <a:picLocks noChangeAspect="1" noChangeArrowheads="1"/>
          </p:cNvPicPr>
          <p:nvPr/>
        </p:nvPicPr>
        <p:blipFill>
          <a:blip r:embed="rId3" cstate="print"/>
          <a:srcRect/>
          <a:stretch>
            <a:fillRect/>
          </a:stretch>
        </p:blipFill>
        <p:spPr bwMode="auto">
          <a:xfrm>
            <a:off x="1489075" y="1031875"/>
            <a:ext cx="6318250" cy="47879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Name Servers</a:t>
            </a:r>
          </a:p>
        </p:txBody>
      </p:sp>
      <p:sp>
        <p:nvSpPr>
          <p:cNvPr id="44035" name="Rectangle 2"/>
          <p:cNvSpPr>
            <a:spLocks noGrp="1" noChangeArrowheads="1"/>
          </p:cNvSpPr>
          <p:nvPr>
            <p:ph type="body" idx="1"/>
          </p:nvPr>
        </p:nvSpPr>
        <p:spPr>
          <a:xfrm>
            <a:off x="0" y="571500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smtClean="0"/>
              <a:t>Part of the DNS name space showing the division into zones.</a:t>
            </a:r>
          </a:p>
        </p:txBody>
      </p:sp>
      <p:pic>
        <p:nvPicPr>
          <p:cNvPr id="44036" name="Picture 3"/>
          <p:cNvPicPr>
            <a:picLocks noChangeAspect="1" noChangeArrowheads="1"/>
          </p:cNvPicPr>
          <p:nvPr/>
        </p:nvPicPr>
        <p:blipFill>
          <a:blip r:embed="rId3" cstate="print"/>
          <a:srcRect/>
          <a:stretch>
            <a:fillRect/>
          </a:stretch>
        </p:blipFill>
        <p:spPr bwMode="auto">
          <a:xfrm>
            <a:off x="569913" y="1657350"/>
            <a:ext cx="8043862" cy="32766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Name Servers (2)</a:t>
            </a:r>
          </a:p>
        </p:txBody>
      </p:sp>
      <p:sp>
        <p:nvSpPr>
          <p:cNvPr id="45059" name="Rectangle 2"/>
          <p:cNvSpPr>
            <a:spLocks noGrp="1" noChangeArrowheads="1"/>
          </p:cNvSpPr>
          <p:nvPr>
            <p:ph type="body" idx="1"/>
          </p:nvPr>
        </p:nvSpPr>
        <p:spPr>
          <a:xfrm>
            <a:off x="0" y="508635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How a resolver looks up a remote name in eight steps.</a:t>
            </a:r>
          </a:p>
        </p:txBody>
      </p:sp>
      <p:pic>
        <p:nvPicPr>
          <p:cNvPr id="45060" name="Picture 3"/>
          <p:cNvPicPr>
            <a:picLocks noChangeAspect="1" noChangeArrowheads="1"/>
          </p:cNvPicPr>
          <p:nvPr/>
        </p:nvPicPr>
        <p:blipFill>
          <a:blip r:embed="rId3" cstate="print"/>
          <a:srcRect/>
          <a:stretch>
            <a:fillRect/>
          </a:stretch>
        </p:blipFill>
        <p:spPr bwMode="auto">
          <a:xfrm>
            <a:off x="544513" y="2570163"/>
            <a:ext cx="7996237" cy="137477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World Wide Web</a:t>
            </a:r>
          </a:p>
        </p:txBody>
      </p:sp>
      <p:sp>
        <p:nvSpPr>
          <p:cNvPr id="46083" name="Rectangle 2"/>
          <p:cNvSpPr>
            <a:spLocks noGrp="1" noChangeArrowheads="1"/>
          </p:cNvSpPr>
          <p:nvPr>
            <p:ph type="body" idx="1"/>
          </p:nvPr>
        </p:nvSpPr>
        <p:spPr>
          <a:xfrm>
            <a:off x="857250" y="1409700"/>
            <a:ext cx="8286750" cy="5143500"/>
          </a:xfrm>
        </p:spPr>
        <p:txBody>
          <a:bodyPr/>
          <a:lstStyle/>
          <a:p>
            <a:pPr marL="455613" indent="-455613" eaLnBrk="1" hangingPunct="1">
              <a:spcBef>
                <a:spcPts val="800"/>
              </a:spcBef>
              <a:buClr>
                <a:srgbClr val="3333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3200" smtClean="0"/>
              <a:t>Architectural Overview</a:t>
            </a:r>
          </a:p>
          <a:p>
            <a:pPr marL="455613" indent="-455613" eaLnBrk="1" hangingPunct="1">
              <a:spcBef>
                <a:spcPts val="800"/>
              </a:spcBef>
              <a:buClr>
                <a:srgbClr val="3333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3200" smtClean="0"/>
              <a:t>Static Web Documents</a:t>
            </a:r>
          </a:p>
          <a:p>
            <a:pPr marL="455613" indent="-455613" eaLnBrk="1" hangingPunct="1">
              <a:spcBef>
                <a:spcPts val="800"/>
              </a:spcBef>
              <a:buClr>
                <a:srgbClr val="3333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3200" smtClean="0"/>
              <a:t>Dynamic Web Documents</a:t>
            </a:r>
          </a:p>
          <a:p>
            <a:pPr marL="455613" indent="-455613" eaLnBrk="1" hangingPunct="1">
              <a:spcBef>
                <a:spcPts val="800"/>
              </a:spcBef>
              <a:buClr>
                <a:srgbClr val="3333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3200" smtClean="0"/>
              <a:t>HTTP – The HyperText Transfer Protocol</a:t>
            </a:r>
          </a:p>
          <a:p>
            <a:pPr marL="455613" indent="-455613" eaLnBrk="1" hangingPunct="1">
              <a:spcBef>
                <a:spcPts val="800"/>
              </a:spcBef>
              <a:buClr>
                <a:srgbClr val="3333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3200" smtClean="0"/>
              <a:t>Performance Ehnancements</a:t>
            </a:r>
          </a:p>
          <a:p>
            <a:pPr marL="455613" indent="-455613" eaLnBrk="1" hangingPunct="1">
              <a:spcBef>
                <a:spcPts val="800"/>
              </a:spcBef>
              <a:buClr>
                <a:srgbClr val="3333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3200" smtClean="0"/>
              <a:t>The Wireless Web</a:t>
            </a:r>
          </a:p>
          <a:p>
            <a:pPr marL="455613" indent="-455613" eaLnBrk="1" hangingPunct="1">
              <a:spcBef>
                <a:spcPts val="800"/>
              </a:spcBef>
              <a:buClr>
                <a:srgbClr val="3333CC"/>
              </a:buClr>
              <a:buFont typeface="Times New Roman" pitchFamily="18" charset="0"/>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3200" smtClean="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바닥글 개체 틀 5"/>
          <p:cNvSpPr>
            <a:spLocks noGrp="1"/>
          </p:cNvSpPr>
          <p:nvPr>
            <p:ph type="ftr" sz="quarter" idx="11"/>
          </p:nvPr>
        </p:nvSpPr>
        <p:spPr>
          <a:noFill/>
        </p:spPr>
        <p:txBody>
          <a:bodyPr/>
          <a:lstStyle/>
          <a:p>
            <a:r>
              <a:rPr lang="en-US" altLang="ko-KR" smtClean="0">
                <a:ea typeface="굴림" charset="-127"/>
              </a:rPr>
              <a:t>Computer Networks</a:t>
            </a:r>
          </a:p>
        </p:txBody>
      </p:sp>
      <p:sp>
        <p:nvSpPr>
          <p:cNvPr id="49155" name="슬라이드 번호 개체 틀 6"/>
          <p:cNvSpPr>
            <a:spLocks noGrp="1"/>
          </p:cNvSpPr>
          <p:nvPr>
            <p:ph type="sldNum" sz="quarter" idx="12"/>
          </p:nvPr>
        </p:nvSpPr>
        <p:spPr>
          <a:noFill/>
        </p:spPr>
        <p:txBody>
          <a:bodyPr/>
          <a:lstStyle/>
          <a:p>
            <a:r>
              <a:rPr lang="en-US" altLang="ko-KR" smtClean="0">
                <a:ea typeface="굴림" charset="-127"/>
              </a:rPr>
              <a:t>27-</a:t>
            </a:r>
            <a:fld id="{B5CB7449-BBCE-4353-ACD8-ED4D6BC787F3}" type="slidenum">
              <a:rPr lang="en-US" altLang="ko-KR" smtClean="0">
                <a:ea typeface="굴림" charset="-127"/>
              </a:rPr>
              <a:pPr/>
              <a:t>47</a:t>
            </a:fld>
            <a:endParaRPr lang="en-US" altLang="ko-KR" smtClean="0">
              <a:ea typeface="굴림" charset="-127"/>
            </a:endParaRPr>
          </a:p>
        </p:txBody>
      </p:sp>
      <p:sp>
        <p:nvSpPr>
          <p:cNvPr id="49156" name="Rectangle 2"/>
          <p:cNvSpPr>
            <a:spLocks noGrp="1" noChangeArrowheads="1"/>
          </p:cNvSpPr>
          <p:nvPr>
            <p:ph type="title"/>
          </p:nvPr>
        </p:nvSpPr>
        <p:spPr/>
        <p:txBody>
          <a:bodyPr/>
          <a:lstStyle/>
          <a:p>
            <a:pPr eaLnBrk="1" hangingPunct="1"/>
            <a:r>
              <a:rPr lang="en-US" altLang="ko-KR" smtClean="0">
                <a:ea typeface="굴림" charset="-127"/>
              </a:rPr>
              <a:t>Architecture of WWW</a:t>
            </a:r>
          </a:p>
        </p:txBody>
      </p:sp>
      <p:sp>
        <p:nvSpPr>
          <p:cNvPr id="49157" name="Rectangle 4"/>
          <p:cNvSpPr>
            <a:spLocks noGrp="1" noChangeArrowheads="1"/>
          </p:cNvSpPr>
          <p:nvPr>
            <p:ph type="body" sz="half" idx="1"/>
          </p:nvPr>
        </p:nvSpPr>
        <p:spPr>
          <a:xfrm>
            <a:off x="457200" y="1600200"/>
            <a:ext cx="8229600" cy="892175"/>
          </a:xfrm>
        </p:spPr>
        <p:txBody>
          <a:bodyPr/>
          <a:lstStyle/>
          <a:p>
            <a:pPr marL="0" indent="0" eaLnBrk="1" hangingPunct="1">
              <a:buFont typeface="Times New Roman" pitchFamily="18" charset="0"/>
              <a:buNone/>
            </a:pPr>
            <a:r>
              <a:rPr lang="en-US" altLang="ko-KR" sz="1800" smtClean="0">
                <a:ea typeface="굴림" charset="-127"/>
              </a:rPr>
              <a:t>The WWW today is a distributed client/server service, in which a client using a browser can access a service using a server. However, the service provided is distributed over many locations called sites.</a:t>
            </a:r>
          </a:p>
        </p:txBody>
      </p:sp>
      <p:pic>
        <p:nvPicPr>
          <p:cNvPr id="49158" name="Picture 6"/>
          <p:cNvPicPr>
            <a:picLocks noChangeAspect="1" noChangeArrowheads="1"/>
          </p:cNvPicPr>
          <p:nvPr/>
        </p:nvPicPr>
        <p:blipFill>
          <a:blip r:embed="rId2" cstate="print"/>
          <a:srcRect/>
          <a:stretch>
            <a:fillRect/>
          </a:stretch>
        </p:blipFill>
        <p:spPr bwMode="auto">
          <a:xfrm>
            <a:off x="2143125" y="2786063"/>
            <a:ext cx="4991100" cy="3000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바닥글 개체 틀 5"/>
          <p:cNvSpPr>
            <a:spLocks noGrp="1"/>
          </p:cNvSpPr>
          <p:nvPr>
            <p:ph type="ftr" sz="quarter" idx="11"/>
          </p:nvPr>
        </p:nvSpPr>
        <p:spPr>
          <a:noFill/>
        </p:spPr>
        <p:txBody>
          <a:bodyPr/>
          <a:lstStyle/>
          <a:p>
            <a:r>
              <a:rPr lang="en-US" altLang="ko-KR" smtClean="0">
                <a:ea typeface="굴림" charset="-127"/>
              </a:rPr>
              <a:t>Computer Networks</a:t>
            </a:r>
          </a:p>
        </p:txBody>
      </p:sp>
      <p:sp>
        <p:nvSpPr>
          <p:cNvPr id="54275" name="슬라이드 번호 개체 틀 6"/>
          <p:cNvSpPr>
            <a:spLocks noGrp="1"/>
          </p:cNvSpPr>
          <p:nvPr>
            <p:ph type="sldNum" sz="quarter" idx="12"/>
          </p:nvPr>
        </p:nvSpPr>
        <p:spPr>
          <a:noFill/>
        </p:spPr>
        <p:txBody>
          <a:bodyPr/>
          <a:lstStyle/>
          <a:p>
            <a:r>
              <a:rPr lang="en-US" altLang="ko-KR" smtClean="0">
                <a:ea typeface="굴림" charset="-127"/>
              </a:rPr>
              <a:t>27-</a:t>
            </a:r>
            <a:fld id="{7237EFF3-8A32-418C-9453-FAF440768150}" type="slidenum">
              <a:rPr lang="en-US" altLang="ko-KR" smtClean="0">
                <a:ea typeface="굴림" charset="-127"/>
              </a:rPr>
              <a:pPr/>
              <a:t>48</a:t>
            </a:fld>
            <a:endParaRPr lang="en-US" altLang="ko-KR" smtClean="0">
              <a:ea typeface="굴림" charset="-127"/>
            </a:endParaRPr>
          </a:p>
        </p:txBody>
      </p:sp>
      <p:sp>
        <p:nvSpPr>
          <p:cNvPr id="54276" name="Rectangle 2"/>
          <p:cNvSpPr>
            <a:spLocks noGrp="1" noChangeArrowheads="1"/>
          </p:cNvSpPr>
          <p:nvPr>
            <p:ph type="title"/>
          </p:nvPr>
        </p:nvSpPr>
        <p:spPr/>
        <p:txBody>
          <a:bodyPr/>
          <a:lstStyle/>
          <a:p>
            <a:pPr eaLnBrk="1" hangingPunct="1"/>
            <a:r>
              <a:rPr lang="en-US" altLang="ko-KR" smtClean="0">
                <a:ea typeface="굴림" charset="-127"/>
              </a:rPr>
              <a:t>Browser and URL</a:t>
            </a:r>
          </a:p>
        </p:txBody>
      </p:sp>
      <p:pic>
        <p:nvPicPr>
          <p:cNvPr id="54277" name="Picture 6"/>
          <p:cNvPicPr>
            <a:picLocks noChangeAspect="1" noChangeArrowheads="1"/>
          </p:cNvPicPr>
          <p:nvPr/>
        </p:nvPicPr>
        <p:blipFill>
          <a:blip r:embed="rId2" cstate="print"/>
          <a:srcRect/>
          <a:stretch>
            <a:fillRect/>
          </a:stretch>
        </p:blipFill>
        <p:spPr bwMode="auto">
          <a:xfrm>
            <a:off x="1643063" y="1681163"/>
            <a:ext cx="5500687" cy="1962150"/>
          </a:xfrm>
          <a:prstGeom prst="rect">
            <a:avLst/>
          </a:prstGeom>
          <a:noFill/>
          <a:ln w="9525">
            <a:noFill/>
            <a:miter lim="800000"/>
            <a:headEnd/>
            <a:tailEnd/>
          </a:ln>
        </p:spPr>
      </p:pic>
      <p:pic>
        <p:nvPicPr>
          <p:cNvPr id="54278" name="Picture 6"/>
          <p:cNvPicPr>
            <a:picLocks noChangeAspect="1" noChangeArrowheads="1"/>
          </p:cNvPicPr>
          <p:nvPr/>
        </p:nvPicPr>
        <p:blipFill>
          <a:blip r:embed="rId3" cstate="print"/>
          <a:srcRect/>
          <a:stretch>
            <a:fillRect/>
          </a:stretch>
        </p:blipFill>
        <p:spPr bwMode="auto">
          <a:xfrm>
            <a:off x="1214438" y="4500563"/>
            <a:ext cx="6286500" cy="612775"/>
          </a:xfrm>
          <a:prstGeom prst="rect">
            <a:avLst/>
          </a:prstGeom>
          <a:noFill/>
          <a:ln w="9525">
            <a:noFill/>
            <a:miter lim="800000"/>
            <a:headEnd/>
            <a:tailEnd/>
          </a:ln>
        </p:spPr>
      </p:pic>
      <p:sp>
        <p:nvSpPr>
          <p:cNvPr id="54279" name="Rectangle 4"/>
          <p:cNvSpPr>
            <a:spLocks noGrp="1" noChangeArrowheads="1"/>
          </p:cNvSpPr>
          <p:nvPr>
            <p:ph type="body" sz="half" idx="1"/>
          </p:nvPr>
        </p:nvSpPr>
        <p:spPr>
          <a:xfrm>
            <a:off x="457200" y="3929063"/>
            <a:ext cx="8229600" cy="357187"/>
          </a:xfrm>
        </p:spPr>
        <p:txBody>
          <a:bodyPr/>
          <a:lstStyle/>
          <a:p>
            <a:pPr marL="0" indent="0" eaLnBrk="1" hangingPunct="1">
              <a:buFont typeface="Times New Roman" pitchFamily="18" charset="0"/>
              <a:buNone/>
            </a:pPr>
            <a:r>
              <a:rPr lang="en-US" altLang="ko-KR" sz="1800" smtClean="0">
                <a:ea typeface="굴림" charset="-127"/>
              </a:rPr>
              <a:t>Uniform Resource Locator</a:t>
            </a:r>
          </a:p>
        </p:txBody>
      </p:sp>
      <p:sp>
        <p:nvSpPr>
          <p:cNvPr id="12" name="Rectangle 4"/>
          <p:cNvSpPr txBox="1">
            <a:spLocks noChangeArrowheads="1"/>
          </p:cNvSpPr>
          <p:nvPr/>
        </p:nvSpPr>
        <p:spPr bwMode="auto">
          <a:xfrm>
            <a:off x="466725" y="5429250"/>
            <a:ext cx="8229600" cy="357188"/>
          </a:xfrm>
          <a:prstGeom prst="rect">
            <a:avLst/>
          </a:prstGeom>
          <a:noFill/>
          <a:ln w="9525">
            <a:noFill/>
            <a:miter lim="800000"/>
            <a:headEnd/>
            <a:tailEnd/>
          </a:ln>
          <a:effectLst/>
        </p:spPr>
        <p:txBody>
          <a:bodyPr/>
          <a:lstStyle/>
          <a:p>
            <a:pPr marL="342900" indent="-342900">
              <a:spcBef>
                <a:spcPct val="20000"/>
              </a:spcBef>
              <a:buFontTx/>
              <a:buChar char="•"/>
              <a:defRPr/>
            </a:pPr>
            <a:r>
              <a:rPr lang="en-US" altLang="ko-KR" kern="0" dirty="0">
                <a:latin typeface="+mn-lt"/>
              </a:rPr>
              <a:t>Cookies ??</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URLs – Uniform Resource Locaters</a:t>
            </a:r>
          </a:p>
        </p:txBody>
      </p:sp>
      <p:sp>
        <p:nvSpPr>
          <p:cNvPr id="55299" name="Rectangle 2"/>
          <p:cNvSpPr>
            <a:spLocks noGrp="1" noChangeArrowheads="1"/>
          </p:cNvSpPr>
          <p:nvPr>
            <p:ph type="body" idx="1"/>
          </p:nvPr>
        </p:nvSpPr>
        <p:spPr>
          <a:xfrm>
            <a:off x="0" y="571500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Some common URLs.</a:t>
            </a:r>
          </a:p>
        </p:txBody>
      </p:sp>
      <p:pic>
        <p:nvPicPr>
          <p:cNvPr id="55300" name="Picture 3"/>
          <p:cNvPicPr>
            <a:picLocks noChangeAspect="1" noChangeArrowheads="1"/>
          </p:cNvPicPr>
          <p:nvPr/>
        </p:nvPicPr>
        <p:blipFill>
          <a:blip r:embed="rId3" cstate="print"/>
          <a:srcRect/>
          <a:stretch>
            <a:fillRect/>
          </a:stretch>
        </p:blipFill>
        <p:spPr bwMode="auto">
          <a:xfrm>
            <a:off x="722313" y="1477963"/>
            <a:ext cx="7589837" cy="326072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Statelessness and Cookies</a:t>
            </a:r>
          </a:p>
        </p:txBody>
      </p:sp>
      <p:sp>
        <p:nvSpPr>
          <p:cNvPr id="56323" name="Rectangle 2"/>
          <p:cNvSpPr>
            <a:spLocks noGrp="1" noChangeArrowheads="1"/>
          </p:cNvSpPr>
          <p:nvPr>
            <p:ph type="body" idx="1"/>
          </p:nvPr>
        </p:nvSpPr>
        <p:spPr>
          <a:xfrm>
            <a:off x="0" y="531495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Some examples of cookies.</a:t>
            </a:r>
          </a:p>
        </p:txBody>
      </p:sp>
      <p:pic>
        <p:nvPicPr>
          <p:cNvPr id="56324" name="Picture 3"/>
          <p:cNvPicPr>
            <a:picLocks noChangeAspect="1" noChangeArrowheads="1"/>
          </p:cNvPicPr>
          <p:nvPr/>
        </p:nvPicPr>
        <p:blipFill>
          <a:blip r:embed="rId3" cstate="print"/>
          <a:srcRect/>
          <a:stretch>
            <a:fillRect/>
          </a:stretch>
        </p:blipFill>
        <p:spPr bwMode="auto">
          <a:xfrm>
            <a:off x="581025" y="2346325"/>
            <a:ext cx="7991475" cy="1517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바닥글 개체 틀 4"/>
          <p:cNvSpPr>
            <a:spLocks noGrp="1"/>
          </p:cNvSpPr>
          <p:nvPr>
            <p:ph type="ftr" sz="quarter" idx="11"/>
          </p:nvPr>
        </p:nvSpPr>
        <p:spPr>
          <a:noFill/>
        </p:spPr>
        <p:txBody>
          <a:bodyPr/>
          <a:lstStyle/>
          <a:p>
            <a:r>
              <a:rPr lang="en-US" altLang="ko-KR" smtClean="0">
                <a:ea typeface="굴림" charset="-127"/>
              </a:rPr>
              <a:t>Computer Networks</a:t>
            </a:r>
          </a:p>
        </p:txBody>
      </p:sp>
      <p:sp>
        <p:nvSpPr>
          <p:cNvPr id="57347" name="슬라이드 번호 개체 틀 5"/>
          <p:cNvSpPr>
            <a:spLocks noGrp="1"/>
          </p:cNvSpPr>
          <p:nvPr>
            <p:ph type="sldNum" sz="quarter" idx="12"/>
          </p:nvPr>
        </p:nvSpPr>
        <p:spPr>
          <a:noFill/>
        </p:spPr>
        <p:txBody>
          <a:bodyPr/>
          <a:lstStyle/>
          <a:p>
            <a:r>
              <a:rPr lang="en-US" altLang="ko-KR" smtClean="0">
                <a:ea typeface="굴림" charset="-127"/>
              </a:rPr>
              <a:t>27-</a:t>
            </a:r>
            <a:fld id="{B04218CD-8184-4899-8A48-D0A67312540C}" type="slidenum">
              <a:rPr lang="en-US" altLang="ko-KR" smtClean="0">
                <a:ea typeface="굴림" charset="-127"/>
              </a:rPr>
              <a:pPr/>
              <a:t>51</a:t>
            </a:fld>
            <a:endParaRPr lang="en-US" altLang="ko-KR" smtClean="0">
              <a:ea typeface="굴림" charset="-127"/>
            </a:endParaRPr>
          </a:p>
        </p:txBody>
      </p:sp>
      <p:sp>
        <p:nvSpPr>
          <p:cNvPr id="57348" name="Rectangle 2"/>
          <p:cNvSpPr>
            <a:spLocks noGrp="1" noChangeArrowheads="1"/>
          </p:cNvSpPr>
          <p:nvPr>
            <p:ph type="title"/>
          </p:nvPr>
        </p:nvSpPr>
        <p:spPr/>
        <p:txBody>
          <a:bodyPr/>
          <a:lstStyle/>
          <a:p>
            <a:pPr eaLnBrk="1" hangingPunct="1"/>
            <a:r>
              <a:rPr lang="en-US" altLang="ko-KR" smtClean="0">
                <a:ea typeface="굴림" charset="-127"/>
              </a:rPr>
              <a:t>Static Documents: HTML</a:t>
            </a:r>
          </a:p>
        </p:txBody>
      </p:sp>
      <p:pic>
        <p:nvPicPr>
          <p:cNvPr id="57349" name="Picture 33"/>
          <p:cNvPicPr>
            <a:picLocks noChangeAspect="1" noChangeArrowheads="1"/>
          </p:cNvPicPr>
          <p:nvPr/>
        </p:nvPicPr>
        <p:blipFill>
          <a:blip r:embed="rId2" cstate="print"/>
          <a:srcRect/>
          <a:stretch>
            <a:fillRect/>
          </a:stretch>
        </p:blipFill>
        <p:spPr bwMode="auto">
          <a:xfrm>
            <a:off x="2197100" y="4486275"/>
            <a:ext cx="4895850" cy="1390650"/>
          </a:xfrm>
          <a:prstGeom prst="rect">
            <a:avLst/>
          </a:prstGeom>
          <a:noFill/>
          <a:ln w="9525">
            <a:noFill/>
            <a:miter lim="800000"/>
            <a:headEnd/>
            <a:tailEnd/>
          </a:ln>
        </p:spPr>
      </p:pic>
      <p:pic>
        <p:nvPicPr>
          <p:cNvPr id="57350" name="Picture 6"/>
          <p:cNvPicPr>
            <a:picLocks noChangeAspect="1" noChangeArrowheads="1"/>
          </p:cNvPicPr>
          <p:nvPr/>
        </p:nvPicPr>
        <p:blipFill>
          <a:blip r:embed="rId3" cstate="print"/>
          <a:srcRect/>
          <a:stretch>
            <a:fillRect/>
          </a:stretch>
        </p:blipFill>
        <p:spPr bwMode="auto">
          <a:xfrm>
            <a:off x="2786063" y="1500188"/>
            <a:ext cx="3275012" cy="2143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바닥글 개체 틀 4"/>
          <p:cNvSpPr>
            <a:spLocks noGrp="1"/>
          </p:cNvSpPr>
          <p:nvPr>
            <p:ph type="ftr" sz="quarter" idx="11"/>
          </p:nvPr>
        </p:nvSpPr>
        <p:spPr>
          <a:noFill/>
        </p:spPr>
        <p:txBody>
          <a:bodyPr/>
          <a:lstStyle/>
          <a:p>
            <a:r>
              <a:rPr lang="en-US" altLang="ko-KR" smtClean="0">
                <a:ea typeface="굴림" charset="-127"/>
              </a:rPr>
              <a:t>Computer Networks</a:t>
            </a:r>
          </a:p>
        </p:txBody>
      </p:sp>
      <p:sp>
        <p:nvSpPr>
          <p:cNvPr id="58371" name="슬라이드 번호 개체 틀 5"/>
          <p:cNvSpPr>
            <a:spLocks noGrp="1"/>
          </p:cNvSpPr>
          <p:nvPr>
            <p:ph type="sldNum" sz="quarter" idx="12"/>
          </p:nvPr>
        </p:nvSpPr>
        <p:spPr>
          <a:noFill/>
        </p:spPr>
        <p:txBody>
          <a:bodyPr/>
          <a:lstStyle/>
          <a:p>
            <a:r>
              <a:rPr lang="en-US" altLang="ko-KR" smtClean="0">
                <a:ea typeface="굴림" charset="-127"/>
              </a:rPr>
              <a:t>27-</a:t>
            </a:r>
            <a:fld id="{01E1DA87-9AD5-4D4F-A651-6AFC7E580B94}" type="slidenum">
              <a:rPr lang="en-US" altLang="ko-KR" smtClean="0">
                <a:ea typeface="굴림" charset="-127"/>
              </a:rPr>
              <a:pPr/>
              <a:t>52</a:t>
            </a:fld>
            <a:endParaRPr lang="en-US" altLang="ko-KR" smtClean="0">
              <a:ea typeface="굴림" charset="-127"/>
            </a:endParaRPr>
          </a:p>
        </p:txBody>
      </p:sp>
      <p:sp>
        <p:nvSpPr>
          <p:cNvPr id="58372" name="Rectangle 2"/>
          <p:cNvSpPr>
            <a:spLocks noGrp="1" noChangeArrowheads="1"/>
          </p:cNvSpPr>
          <p:nvPr>
            <p:ph type="title"/>
          </p:nvPr>
        </p:nvSpPr>
        <p:spPr/>
        <p:txBody>
          <a:bodyPr/>
          <a:lstStyle/>
          <a:p>
            <a:pPr eaLnBrk="1" hangingPunct="1"/>
            <a:r>
              <a:rPr lang="en-US" altLang="ko-KR" smtClean="0">
                <a:ea typeface="굴림" charset="-127"/>
              </a:rPr>
              <a:t>Dynamic Documents: CGI and  Scripting</a:t>
            </a:r>
          </a:p>
        </p:txBody>
      </p:sp>
      <p:pic>
        <p:nvPicPr>
          <p:cNvPr id="58373" name="Picture 6"/>
          <p:cNvPicPr>
            <a:picLocks noChangeAspect="1" noChangeArrowheads="1"/>
          </p:cNvPicPr>
          <p:nvPr/>
        </p:nvPicPr>
        <p:blipFill>
          <a:blip r:embed="rId2" cstate="print"/>
          <a:srcRect/>
          <a:stretch>
            <a:fillRect/>
          </a:stretch>
        </p:blipFill>
        <p:spPr bwMode="auto">
          <a:xfrm>
            <a:off x="3929063" y="1643063"/>
            <a:ext cx="3500437" cy="2081212"/>
          </a:xfrm>
          <a:prstGeom prst="rect">
            <a:avLst/>
          </a:prstGeom>
          <a:noFill/>
          <a:ln w="9525">
            <a:noFill/>
            <a:miter lim="800000"/>
            <a:headEnd/>
            <a:tailEnd/>
          </a:ln>
        </p:spPr>
      </p:pic>
      <p:sp>
        <p:nvSpPr>
          <p:cNvPr id="9" name="Rectangle 14"/>
          <p:cNvSpPr txBox="1">
            <a:spLocks noChangeArrowheads="1"/>
          </p:cNvSpPr>
          <p:nvPr/>
        </p:nvSpPr>
        <p:spPr bwMode="auto">
          <a:xfrm>
            <a:off x="457200" y="1600200"/>
            <a:ext cx="8229600" cy="400050"/>
          </a:xfrm>
          <a:prstGeom prst="rect">
            <a:avLst/>
          </a:prstGeom>
          <a:noFill/>
          <a:ln w="9525">
            <a:noFill/>
            <a:miter lim="800000"/>
            <a:headEnd/>
            <a:tailEnd/>
          </a:ln>
          <a:effectLst/>
        </p:spPr>
        <p:txBody>
          <a:bodyPr/>
          <a:lstStyle/>
          <a:p>
            <a:pPr marL="342900" indent="-342900">
              <a:spcBef>
                <a:spcPct val="20000"/>
              </a:spcBef>
              <a:buFontTx/>
              <a:buChar char="•"/>
              <a:defRPr/>
            </a:pPr>
            <a:r>
              <a:rPr lang="en-US" altLang="ko-KR" kern="0" dirty="0">
                <a:latin typeface="+mn-lt"/>
              </a:rPr>
              <a:t>Common Gateway Interface</a:t>
            </a:r>
          </a:p>
        </p:txBody>
      </p:sp>
      <p:sp>
        <p:nvSpPr>
          <p:cNvPr id="11" name="Rectangle 14"/>
          <p:cNvSpPr txBox="1">
            <a:spLocks noChangeArrowheads="1"/>
          </p:cNvSpPr>
          <p:nvPr/>
        </p:nvSpPr>
        <p:spPr bwMode="auto">
          <a:xfrm>
            <a:off x="458788" y="3948113"/>
            <a:ext cx="8229600" cy="400050"/>
          </a:xfrm>
          <a:prstGeom prst="rect">
            <a:avLst/>
          </a:prstGeom>
          <a:noFill/>
          <a:ln w="9525">
            <a:noFill/>
            <a:miter lim="800000"/>
            <a:headEnd/>
            <a:tailEnd/>
          </a:ln>
          <a:effectLst/>
        </p:spPr>
        <p:txBody>
          <a:bodyPr/>
          <a:lstStyle/>
          <a:p>
            <a:pPr marL="342900" indent="-342900">
              <a:spcBef>
                <a:spcPct val="20000"/>
              </a:spcBef>
              <a:buFontTx/>
              <a:buChar char="•"/>
              <a:defRPr/>
            </a:pPr>
            <a:r>
              <a:rPr lang="en-US" altLang="ko-KR" kern="0" dirty="0">
                <a:latin typeface="+mn-lt"/>
              </a:rPr>
              <a:t>Server-site Script</a:t>
            </a:r>
          </a:p>
        </p:txBody>
      </p:sp>
      <p:pic>
        <p:nvPicPr>
          <p:cNvPr id="58376" name="Picture 6"/>
          <p:cNvPicPr>
            <a:picLocks noChangeAspect="1" noChangeArrowheads="1"/>
          </p:cNvPicPr>
          <p:nvPr/>
        </p:nvPicPr>
        <p:blipFill>
          <a:blip r:embed="rId3" cstate="print"/>
          <a:srcRect/>
          <a:stretch>
            <a:fillRect/>
          </a:stretch>
        </p:blipFill>
        <p:spPr bwMode="auto">
          <a:xfrm>
            <a:off x="3143250" y="4214813"/>
            <a:ext cx="3819525" cy="17335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바닥글 개체 틀 4"/>
          <p:cNvSpPr>
            <a:spLocks noGrp="1"/>
          </p:cNvSpPr>
          <p:nvPr>
            <p:ph type="ftr" sz="quarter" idx="11"/>
          </p:nvPr>
        </p:nvSpPr>
        <p:spPr>
          <a:noFill/>
        </p:spPr>
        <p:txBody>
          <a:bodyPr/>
          <a:lstStyle/>
          <a:p>
            <a:r>
              <a:rPr lang="en-US" altLang="ko-KR" smtClean="0">
                <a:ea typeface="굴림" charset="-127"/>
              </a:rPr>
              <a:t>Computer Networks</a:t>
            </a:r>
          </a:p>
        </p:txBody>
      </p:sp>
      <p:sp>
        <p:nvSpPr>
          <p:cNvPr id="59395" name="슬라이드 번호 개체 틀 5"/>
          <p:cNvSpPr>
            <a:spLocks noGrp="1"/>
          </p:cNvSpPr>
          <p:nvPr>
            <p:ph type="sldNum" sz="quarter" idx="12"/>
          </p:nvPr>
        </p:nvSpPr>
        <p:spPr>
          <a:noFill/>
        </p:spPr>
        <p:txBody>
          <a:bodyPr/>
          <a:lstStyle/>
          <a:p>
            <a:r>
              <a:rPr lang="en-US" altLang="ko-KR" smtClean="0">
                <a:ea typeface="굴림" charset="-127"/>
              </a:rPr>
              <a:t>27-</a:t>
            </a:r>
            <a:fld id="{F20697EC-D3BD-4EB8-AF36-3EBB31A73233}" type="slidenum">
              <a:rPr lang="en-US" altLang="ko-KR" smtClean="0">
                <a:ea typeface="굴림" charset="-127"/>
              </a:rPr>
              <a:pPr/>
              <a:t>53</a:t>
            </a:fld>
            <a:endParaRPr lang="en-US" altLang="ko-KR" smtClean="0">
              <a:ea typeface="굴림" charset="-127"/>
            </a:endParaRPr>
          </a:p>
        </p:txBody>
      </p:sp>
      <p:sp>
        <p:nvSpPr>
          <p:cNvPr id="59396" name="Rectangle 2"/>
          <p:cNvSpPr>
            <a:spLocks noGrp="1" noChangeArrowheads="1"/>
          </p:cNvSpPr>
          <p:nvPr>
            <p:ph type="title"/>
          </p:nvPr>
        </p:nvSpPr>
        <p:spPr/>
        <p:txBody>
          <a:bodyPr/>
          <a:lstStyle/>
          <a:p>
            <a:pPr eaLnBrk="1" hangingPunct="1"/>
            <a:r>
              <a:rPr lang="en-US" altLang="ko-KR" smtClean="0">
                <a:ea typeface="굴림" charset="-127"/>
              </a:rPr>
              <a:t>Active Documents: Java Applets and JavaScript</a:t>
            </a:r>
          </a:p>
        </p:txBody>
      </p:sp>
      <p:sp>
        <p:nvSpPr>
          <p:cNvPr id="59397" name="바닥글 개체 틀 4"/>
          <p:cNvSpPr txBox="1">
            <a:spLocks/>
          </p:cNvSpPr>
          <p:nvPr/>
        </p:nvSpPr>
        <p:spPr bwMode="auto">
          <a:xfrm>
            <a:off x="3124200" y="6245225"/>
            <a:ext cx="2895600" cy="476250"/>
          </a:xfrm>
          <a:prstGeom prst="rect">
            <a:avLst/>
          </a:prstGeom>
          <a:noFill/>
          <a:ln w="9525">
            <a:noFill/>
            <a:miter lim="800000"/>
            <a:headEnd/>
            <a:tailEnd/>
          </a:ln>
        </p:spPr>
        <p:txBody>
          <a:bodyPr/>
          <a:lstStyle/>
          <a:p>
            <a:pPr algn="ctr"/>
            <a:r>
              <a:rPr lang="en-US" altLang="ko-KR" sz="1400">
                <a:ea typeface="굴림" charset="-127"/>
              </a:rPr>
              <a:t>Computer Networks</a:t>
            </a:r>
          </a:p>
        </p:txBody>
      </p:sp>
      <p:sp>
        <p:nvSpPr>
          <p:cNvPr id="59398" name="슬라이드 번호 개체 틀 5"/>
          <p:cNvSpPr txBox="1">
            <a:spLocks/>
          </p:cNvSpPr>
          <p:nvPr/>
        </p:nvSpPr>
        <p:spPr bwMode="auto">
          <a:xfrm>
            <a:off x="6553200" y="6245225"/>
            <a:ext cx="2133600" cy="476250"/>
          </a:xfrm>
          <a:prstGeom prst="rect">
            <a:avLst/>
          </a:prstGeom>
          <a:noFill/>
          <a:ln w="9525">
            <a:noFill/>
            <a:miter lim="800000"/>
            <a:headEnd/>
            <a:tailEnd/>
          </a:ln>
        </p:spPr>
        <p:txBody>
          <a:bodyPr/>
          <a:lstStyle/>
          <a:p>
            <a:pPr algn="r"/>
            <a:r>
              <a:rPr lang="en-US" altLang="ko-KR" sz="1400">
                <a:ea typeface="굴림" charset="-127"/>
              </a:rPr>
              <a:t>27-</a:t>
            </a:r>
            <a:fld id="{007E5A68-8190-48C0-A47A-2352B96D0D77}" type="slidenum">
              <a:rPr lang="en-US" altLang="ko-KR" sz="1400">
                <a:ea typeface="굴림" charset="-127"/>
              </a:rPr>
              <a:pPr algn="r"/>
              <a:t>53</a:t>
            </a:fld>
            <a:endParaRPr lang="en-US" altLang="ko-KR" sz="1400">
              <a:ea typeface="굴림" charset="-127"/>
            </a:endParaRPr>
          </a:p>
        </p:txBody>
      </p:sp>
      <p:sp>
        <p:nvSpPr>
          <p:cNvPr id="11" name="Rectangle 14"/>
          <p:cNvSpPr txBox="1">
            <a:spLocks noChangeArrowheads="1"/>
          </p:cNvSpPr>
          <p:nvPr/>
        </p:nvSpPr>
        <p:spPr bwMode="auto">
          <a:xfrm>
            <a:off x="457200" y="1600200"/>
            <a:ext cx="8229600" cy="400050"/>
          </a:xfrm>
          <a:prstGeom prst="rect">
            <a:avLst/>
          </a:prstGeom>
          <a:noFill/>
          <a:ln w="9525">
            <a:noFill/>
            <a:miter lim="800000"/>
            <a:headEnd/>
            <a:tailEnd/>
          </a:ln>
          <a:effectLst/>
        </p:spPr>
        <p:txBody>
          <a:bodyPr/>
          <a:lstStyle/>
          <a:p>
            <a:pPr marL="342900" indent="-342900">
              <a:spcBef>
                <a:spcPct val="20000"/>
              </a:spcBef>
              <a:buFontTx/>
              <a:buChar char="•"/>
              <a:defRPr/>
            </a:pPr>
            <a:r>
              <a:rPr lang="en-US" altLang="ko-KR" kern="0" dirty="0">
                <a:latin typeface="+mn-lt"/>
              </a:rPr>
              <a:t>Active document using Java applet</a:t>
            </a:r>
          </a:p>
        </p:txBody>
      </p:sp>
      <p:sp>
        <p:nvSpPr>
          <p:cNvPr id="12" name="Rectangle 14"/>
          <p:cNvSpPr txBox="1">
            <a:spLocks noChangeArrowheads="1"/>
          </p:cNvSpPr>
          <p:nvPr/>
        </p:nvSpPr>
        <p:spPr bwMode="auto">
          <a:xfrm>
            <a:off x="458788" y="3948113"/>
            <a:ext cx="8229600" cy="400050"/>
          </a:xfrm>
          <a:prstGeom prst="rect">
            <a:avLst/>
          </a:prstGeom>
          <a:noFill/>
          <a:ln w="9525">
            <a:noFill/>
            <a:miter lim="800000"/>
            <a:headEnd/>
            <a:tailEnd/>
          </a:ln>
          <a:effectLst/>
        </p:spPr>
        <p:txBody>
          <a:bodyPr/>
          <a:lstStyle/>
          <a:p>
            <a:pPr marL="342900" indent="-342900">
              <a:spcBef>
                <a:spcPct val="20000"/>
              </a:spcBef>
              <a:buFontTx/>
              <a:buChar char="•"/>
              <a:defRPr/>
            </a:pPr>
            <a:r>
              <a:rPr lang="en-US" altLang="ko-KR" kern="0" dirty="0">
                <a:latin typeface="+mn-lt"/>
              </a:rPr>
              <a:t>Active document using client-site script</a:t>
            </a:r>
          </a:p>
        </p:txBody>
      </p:sp>
      <p:pic>
        <p:nvPicPr>
          <p:cNvPr id="59401" name="Picture 6"/>
          <p:cNvPicPr>
            <a:picLocks noChangeAspect="1" noChangeArrowheads="1"/>
          </p:cNvPicPr>
          <p:nvPr/>
        </p:nvPicPr>
        <p:blipFill>
          <a:blip r:embed="rId2" cstate="print"/>
          <a:srcRect/>
          <a:stretch>
            <a:fillRect/>
          </a:stretch>
        </p:blipFill>
        <p:spPr bwMode="auto">
          <a:xfrm>
            <a:off x="4214813" y="1714500"/>
            <a:ext cx="3459162" cy="1981200"/>
          </a:xfrm>
          <a:prstGeom prst="rect">
            <a:avLst/>
          </a:prstGeom>
          <a:noFill/>
          <a:ln w="9525">
            <a:noFill/>
            <a:miter lim="800000"/>
            <a:headEnd/>
            <a:tailEnd/>
          </a:ln>
        </p:spPr>
      </p:pic>
      <p:pic>
        <p:nvPicPr>
          <p:cNvPr id="59402" name="Picture 6"/>
          <p:cNvPicPr>
            <a:picLocks noChangeAspect="1" noChangeArrowheads="1"/>
          </p:cNvPicPr>
          <p:nvPr/>
        </p:nvPicPr>
        <p:blipFill>
          <a:blip r:embed="rId3" cstate="print"/>
          <a:srcRect/>
          <a:stretch>
            <a:fillRect/>
          </a:stretch>
        </p:blipFill>
        <p:spPr bwMode="auto">
          <a:xfrm>
            <a:off x="4572000" y="4000500"/>
            <a:ext cx="3605213" cy="19288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Dynamic Web Documents (2)</a:t>
            </a:r>
          </a:p>
        </p:txBody>
      </p:sp>
      <p:sp>
        <p:nvSpPr>
          <p:cNvPr id="61443" name="Rectangle 2"/>
          <p:cNvSpPr>
            <a:spLocks noGrp="1" noChangeArrowheads="1"/>
          </p:cNvSpPr>
          <p:nvPr>
            <p:ph type="body" idx="1"/>
          </p:nvPr>
        </p:nvSpPr>
        <p:spPr>
          <a:xfrm>
            <a:off x="0" y="571500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A sample HTML page with embedded PHP.</a:t>
            </a:r>
          </a:p>
        </p:txBody>
      </p:sp>
      <p:pic>
        <p:nvPicPr>
          <p:cNvPr id="61444" name="Picture 3"/>
          <p:cNvPicPr>
            <a:picLocks noChangeAspect="1" noChangeArrowheads="1"/>
          </p:cNvPicPr>
          <p:nvPr/>
        </p:nvPicPr>
        <p:blipFill>
          <a:blip r:embed="rId3" cstate="print"/>
          <a:srcRect/>
          <a:stretch>
            <a:fillRect/>
          </a:stretch>
        </p:blipFill>
        <p:spPr bwMode="auto">
          <a:xfrm>
            <a:off x="1804988" y="2068513"/>
            <a:ext cx="5580062" cy="2427287"/>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Grp="1" noChangeArrowheads="1"/>
          </p:cNvSpPr>
          <p:nvPr>
            <p:ph type="title"/>
          </p:nvPr>
        </p:nvSpPr>
        <p:spPr>
          <a:xfrm>
            <a:off x="0" y="0"/>
            <a:ext cx="4019550" cy="276225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Dynamic Web Documents (3)</a:t>
            </a:r>
          </a:p>
        </p:txBody>
      </p:sp>
      <p:sp>
        <p:nvSpPr>
          <p:cNvPr id="62467" name="Text Box 2"/>
          <p:cNvSpPr txBox="1">
            <a:spLocks noChangeArrowheads="1"/>
          </p:cNvSpPr>
          <p:nvPr/>
        </p:nvSpPr>
        <p:spPr bwMode="auto">
          <a:xfrm>
            <a:off x="342900" y="5314950"/>
            <a:ext cx="8801100" cy="1190625"/>
          </a:xfrm>
          <a:prstGeom prst="rect">
            <a:avLst/>
          </a:prstGeom>
          <a:noFill/>
          <a:ln w="9525">
            <a:noFill/>
            <a:round/>
            <a:headEnd/>
            <a:tailEnd/>
          </a:ln>
        </p:spPr>
        <p:txBody>
          <a:bodyPr lIns="90000" tIns="46800" rIns="90000" bIns="46800">
            <a:spAutoFit/>
          </a:bodyPr>
          <a:lstStyle/>
          <a:p>
            <a:pPr>
              <a:spcBef>
                <a:spcPts val="15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a:solidFill>
                  <a:srgbClr val="3333CC"/>
                </a:solidFill>
                <a:latin typeface="Times New Roman" pitchFamily="18" charset="0"/>
              </a:rPr>
              <a:t>(a)</a:t>
            </a:r>
            <a:r>
              <a:rPr lang="en-US" sz="2400">
                <a:solidFill>
                  <a:srgbClr val="000000"/>
                </a:solidFill>
                <a:latin typeface="Times New Roman" pitchFamily="18" charset="0"/>
              </a:rPr>
              <a:t> A Web page containing a form.  </a:t>
            </a:r>
            <a:r>
              <a:rPr lang="en-US" sz="2400">
                <a:solidFill>
                  <a:srgbClr val="3333CC"/>
                </a:solidFill>
                <a:latin typeface="Times New Roman" pitchFamily="18" charset="0"/>
              </a:rPr>
              <a:t>(b)</a:t>
            </a:r>
            <a:r>
              <a:rPr lang="en-US" sz="2400">
                <a:solidFill>
                  <a:srgbClr val="000000"/>
                </a:solidFill>
                <a:latin typeface="Times New Roman" pitchFamily="18" charset="0"/>
              </a:rPr>
              <a:t> A PHP script for handling the output of the form.  </a:t>
            </a:r>
            <a:r>
              <a:rPr lang="en-US" sz="2400">
                <a:solidFill>
                  <a:srgbClr val="3333CC"/>
                </a:solidFill>
                <a:latin typeface="Times New Roman" pitchFamily="18" charset="0"/>
              </a:rPr>
              <a:t>(c)</a:t>
            </a:r>
            <a:r>
              <a:rPr lang="en-US" sz="2400">
                <a:solidFill>
                  <a:srgbClr val="000000"/>
                </a:solidFill>
                <a:latin typeface="Times New Roman" pitchFamily="18" charset="0"/>
              </a:rPr>
              <a:t> Output from the PHP script when the inputs are "Barbara" and 24 respectively.</a:t>
            </a:r>
          </a:p>
        </p:txBody>
      </p:sp>
      <p:pic>
        <p:nvPicPr>
          <p:cNvPr id="62468" name="Picture 3"/>
          <p:cNvPicPr>
            <a:picLocks noChangeAspect="1" noChangeArrowheads="1"/>
          </p:cNvPicPr>
          <p:nvPr/>
        </p:nvPicPr>
        <p:blipFill>
          <a:blip r:embed="rId3" cstate="print"/>
          <a:srcRect/>
          <a:stretch>
            <a:fillRect/>
          </a:stretch>
        </p:blipFill>
        <p:spPr bwMode="auto">
          <a:xfrm>
            <a:off x="4086225" y="95250"/>
            <a:ext cx="4700588" cy="5243513"/>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smtClean="0"/>
              <a:t>Client-Side Dynamic Web Page Generation</a:t>
            </a:r>
          </a:p>
        </p:txBody>
      </p:sp>
      <p:sp>
        <p:nvSpPr>
          <p:cNvPr id="63491" name="Rectangle 2"/>
          <p:cNvSpPr>
            <a:spLocks noGrp="1" noChangeArrowheads="1"/>
          </p:cNvSpPr>
          <p:nvPr>
            <p:ph type="body" idx="1"/>
          </p:nvPr>
        </p:nvSpPr>
        <p:spPr>
          <a:xfrm>
            <a:off x="0" y="4191000"/>
            <a:ext cx="2724150" cy="2362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Use of JavaScript for processing a form.</a:t>
            </a:r>
          </a:p>
        </p:txBody>
      </p:sp>
      <p:pic>
        <p:nvPicPr>
          <p:cNvPr id="63492" name="Picture 3"/>
          <p:cNvPicPr>
            <a:picLocks noChangeAspect="1" noChangeArrowheads="1"/>
          </p:cNvPicPr>
          <p:nvPr/>
        </p:nvPicPr>
        <p:blipFill>
          <a:blip r:embed="rId3" cstate="print"/>
          <a:srcRect/>
          <a:stretch>
            <a:fillRect/>
          </a:stretch>
        </p:blipFill>
        <p:spPr bwMode="auto">
          <a:xfrm>
            <a:off x="3068638" y="1014413"/>
            <a:ext cx="5743575" cy="5513387"/>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바닥글 개체 틀 5"/>
          <p:cNvSpPr>
            <a:spLocks noGrp="1"/>
          </p:cNvSpPr>
          <p:nvPr>
            <p:ph type="ftr" sz="quarter" idx="11"/>
          </p:nvPr>
        </p:nvSpPr>
        <p:spPr>
          <a:noFill/>
        </p:spPr>
        <p:txBody>
          <a:bodyPr/>
          <a:lstStyle/>
          <a:p>
            <a:r>
              <a:rPr lang="en-US" altLang="ko-KR" smtClean="0">
                <a:ea typeface="굴림" charset="-127"/>
              </a:rPr>
              <a:t>Computer Networks</a:t>
            </a:r>
          </a:p>
        </p:txBody>
      </p:sp>
      <p:sp>
        <p:nvSpPr>
          <p:cNvPr id="68611" name="슬라이드 번호 개체 틀 6"/>
          <p:cNvSpPr>
            <a:spLocks noGrp="1"/>
          </p:cNvSpPr>
          <p:nvPr>
            <p:ph type="sldNum" sz="quarter" idx="12"/>
          </p:nvPr>
        </p:nvSpPr>
        <p:spPr>
          <a:noFill/>
        </p:spPr>
        <p:txBody>
          <a:bodyPr/>
          <a:lstStyle/>
          <a:p>
            <a:r>
              <a:rPr lang="en-US" altLang="ko-KR" smtClean="0">
                <a:ea typeface="굴림" charset="-127"/>
              </a:rPr>
              <a:t>27-</a:t>
            </a:r>
            <a:fld id="{08470B54-E099-4650-98CB-1F422CD48C9E}" type="slidenum">
              <a:rPr lang="en-US" altLang="ko-KR" smtClean="0">
                <a:ea typeface="굴림" charset="-127"/>
              </a:rPr>
              <a:pPr/>
              <a:t>57</a:t>
            </a:fld>
            <a:endParaRPr lang="en-US" altLang="ko-KR" smtClean="0">
              <a:ea typeface="굴림" charset="-127"/>
            </a:endParaRPr>
          </a:p>
        </p:txBody>
      </p:sp>
      <p:sp>
        <p:nvSpPr>
          <p:cNvPr id="68612" name="Rectangle 2"/>
          <p:cNvSpPr>
            <a:spLocks noGrp="1" noChangeArrowheads="1"/>
          </p:cNvSpPr>
          <p:nvPr>
            <p:ph type="title"/>
          </p:nvPr>
        </p:nvSpPr>
        <p:spPr/>
        <p:txBody>
          <a:bodyPr/>
          <a:lstStyle/>
          <a:p>
            <a:pPr eaLnBrk="1" hangingPunct="1"/>
            <a:r>
              <a:rPr lang="en-US" altLang="ko-KR" smtClean="0">
                <a:ea typeface="굴림" charset="-127"/>
              </a:rPr>
              <a:t>Hypertext Transfer Protocol (HTTP)</a:t>
            </a:r>
          </a:p>
        </p:txBody>
      </p:sp>
      <p:sp>
        <p:nvSpPr>
          <p:cNvPr id="68613" name="Rectangle 4"/>
          <p:cNvSpPr>
            <a:spLocks noGrp="1" noChangeArrowheads="1"/>
          </p:cNvSpPr>
          <p:nvPr>
            <p:ph type="body" sz="half" idx="1"/>
          </p:nvPr>
        </p:nvSpPr>
        <p:spPr>
          <a:xfrm>
            <a:off x="457200" y="1600200"/>
            <a:ext cx="8229600" cy="892175"/>
          </a:xfrm>
        </p:spPr>
        <p:txBody>
          <a:bodyPr/>
          <a:lstStyle/>
          <a:p>
            <a:pPr marL="0" indent="0" eaLnBrk="1" hangingPunct="1">
              <a:buFont typeface="Times New Roman" pitchFamily="18" charset="0"/>
              <a:buNone/>
            </a:pPr>
            <a:r>
              <a:rPr lang="en-US" altLang="ko-KR" sz="1800" smtClean="0">
                <a:ea typeface="굴림" charset="-127"/>
              </a:rPr>
              <a:t>HTTP is used mainly to access data on the WWW</a:t>
            </a:r>
          </a:p>
          <a:p>
            <a:pPr marL="0" indent="0" eaLnBrk="1" hangingPunct="1">
              <a:buFont typeface="Times New Roman" pitchFamily="18" charset="0"/>
              <a:buNone/>
            </a:pPr>
            <a:r>
              <a:rPr lang="en-US" altLang="ko-KR" sz="1800" smtClean="0">
                <a:ea typeface="굴림" charset="-127"/>
              </a:rPr>
              <a:t>HTTP uses the services of TCP on well-known port 80</a:t>
            </a:r>
          </a:p>
          <a:p>
            <a:pPr marL="0" indent="0" eaLnBrk="1" hangingPunct="1">
              <a:buFont typeface="Times New Roman" pitchFamily="18" charset="0"/>
              <a:buNone/>
            </a:pPr>
            <a:endParaRPr lang="en-US" altLang="ko-KR" sz="1800" smtClean="0">
              <a:ea typeface="굴림" charset="-127"/>
            </a:endParaRPr>
          </a:p>
        </p:txBody>
      </p:sp>
      <p:pic>
        <p:nvPicPr>
          <p:cNvPr id="68614" name="Picture 6"/>
          <p:cNvPicPr>
            <a:picLocks noChangeAspect="1" noChangeArrowheads="1"/>
          </p:cNvPicPr>
          <p:nvPr/>
        </p:nvPicPr>
        <p:blipFill>
          <a:blip r:embed="rId2" cstate="print"/>
          <a:srcRect/>
          <a:stretch>
            <a:fillRect/>
          </a:stretch>
        </p:blipFill>
        <p:spPr bwMode="auto">
          <a:xfrm>
            <a:off x="1857375" y="2786063"/>
            <a:ext cx="5048250" cy="2079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바닥글 개체 틀 5"/>
          <p:cNvSpPr>
            <a:spLocks noGrp="1"/>
          </p:cNvSpPr>
          <p:nvPr>
            <p:ph type="ftr" sz="quarter" idx="11"/>
          </p:nvPr>
        </p:nvSpPr>
        <p:spPr>
          <a:noFill/>
        </p:spPr>
        <p:txBody>
          <a:bodyPr/>
          <a:lstStyle/>
          <a:p>
            <a:r>
              <a:rPr lang="en-US" altLang="ko-KR" smtClean="0">
                <a:ea typeface="굴림" charset="-127"/>
              </a:rPr>
              <a:t>Computer Networks</a:t>
            </a:r>
          </a:p>
        </p:txBody>
      </p:sp>
      <p:sp>
        <p:nvSpPr>
          <p:cNvPr id="69635" name="슬라이드 번호 개체 틀 6"/>
          <p:cNvSpPr>
            <a:spLocks noGrp="1"/>
          </p:cNvSpPr>
          <p:nvPr>
            <p:ph type="sldNum" sz="quarter" idx="12"/>
          </p:nvPr>
        </p:nvSpPr>
        <p:spPr>
          <a:noFill/>
        </p:spPr>
        <p:txBody>
          <a:bodyPr/>
          <a:lstStyle/>
          <a:p>
            <a:r>
              <a:rPr lang="en-US" altLang="ko-KR" smtClean="0">
                <a:ea typeface="굴림" charset="-127"/>
              </a:rPr>
              <a:t>27-</a:t>
            </a:r>
            <a:fld id="{ECEB7716-E068-49E6-B3D4-B31A578B1F63}" type="slidenum">
              <a:rPr lang="en-US" altLang="ko-KR" smtClean="0">
                <a:ea typeface="굴림" charset="-127"/>
              </a:rPr>
              <a:pPr/>
              <a:t>58</a:t>
            </a:fld>
            <a:endParaRPr lang="en-US" altLang="ko-KR" smtClean="0">
              <a:ea typeface="굴림" charset="-127"/>
            </a:endParaRPr>
          </a:p>
        </p:txBody>
      </p:sp>
      <p:sp>
        <p:nvSpPr>
          <p:cNvPr id="69636" name="Rectangle 2"/>
          <p:cNvSpPr>
            <a:spLocks noGrp="1" noChangeArrowheads="1"/>
          </p:cNvSpPr>
          <p:nvPr>
            <p:ph type="title"/>
          </p:nvPr>
        </p:nvSpPr>
        <p:spPr/>
        <p:txBody>
          <a:bodyPr/>
          <a:lstStyle/>
          <a:p>
            <a:pPr eaLnBrk="1" hangingPunct="1"/>
            <a:r>
              <a:rPr lang="en-US" altLang="ko-KR" smtClean="0">
                <a:ea typeface="굴림" charset="-127"/>
              </a:rPr>
              <a:t>Request and Response Message</a:t>
            </a:r>
          </a:p>
        </p:txBody>
      </p:sp>
      <p:pic>
        <p:nvPicPr>
          <p:cNvPr id="69637" name="Picture 6"/>
          <p:cNvPicPr>
            <a:picLocks noChangeAspect="1" noChangeArrowheads="1"/>
          </p:cNvPicPr>
          <p:nvPr/>
        </p:nvPicPr>
        <p:blipFill>
          <a:blip r:embed="rId2" cstate="print"/>
          <a:srcRect/>
          <a:stretch>
            <a:fillRect/>
          </a:stretch>
        </p:blipFill>
        <p:spPr bwMode="auto">
          <a:xfrm>
            <a:off x="1476375" y="1857375"/>
            <a:ext cx="6096000" cy="3143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바닥글 개체 틀 5"/>
          <p:cNvSpPr>
            <a:spLocks noGrp="1"/>
          </p:cNvSpPr>
          <p:nvPr>
            <p:ph type="ftr" sz="quarter" idx="11"/>
          </p:nvPr>
        </p:nvSpPr>
        <p:spPr>
          <a:noFill/>
        </p:spPr>
        <p:txBody>
          <a:bodyPr/>
          <a:lstStyle/>
          <a:p>
            <a:r>
              <a:rPr lang="en-US" altLang="ko-KR" smtClean="0">
                <a:ea typeface="굴림" charset="-127"/>
              </a:rPr>
              <a:t>Computer Networks</a:t>
            </a:r>
          </a:p>
        </p:txBody>
      </p:sp>
      <p:sp>
        <p:nvSpPr>
          <p:cNvPr id="70659" name="슬라이드 번호 개체 틀 6"/>
          <p:cNvSpPr>
            <a:spLocks noGrp="1"/>
          </p:cNvSpPr>
          <p:nvPr>
            <p:ph type="sldNum" sz="quarter" idx="12"/>
          </p:nvPr>
        </p:nvSpPr>
        <p:spPr>
          <a:noFill/>
        </p:spPr>
        <p:txBody>
          <a:bodyPr/>
          <a:lstStyle/>
          <a:p>
            <a:r>
              <a:rPr lang="en-US" altLang="ko-KR" smtClean="0">
                <a:ea typeface="굴림" charset="-127"/>
              </a:rPr>
              <a:t>27-</a:t>
            </a:r>
            <a:fld id="{B78132C0-DAD6-4958-AA72-B4F8B9971CD7}" type="slidenum">
              <a:rPr lang="en-US" altLang="ko-KR" smtClean="0">
                <a:ea typeface="굴림" charset="-127"/>
              </a:rPr>
              <a:pPr/>
              <a:t>59</a:t>
            </a:fld>
            <a:endParaRPr lang="en-US" altLang="ko-KR" smtClean="0">
              <a:ea typeface="굴림" charset="-127"/>
            </a:endParaRPr>
          </a:p>
        </p:txBody>
      </p:sp>
      <p:sp>
        <p:nvSpPr>
          <p:cNvPr id="70660" name="Rectangle 2"/>
          <p:cNvSpPr>
            <a:spLocks noGrp="1" noChangeArrowheads="1"/>
          </p:cNvSpPr>
          <p:nvPr>
            <p:ph type="title"/>
          </p:nvPr>
        </p:nvSpPr>
        <p:spPr/>
        <p:txBody>
          <a:bodyPr/>
          <a:lstStyle/>
          <a:p>
            <a:pPr eaLnBrk="1" hangingPunct="1"/>
            <a:r>
              <a:rPr lang="en-US" altLang="ko-KR" smtClean="0">
                <a:ea typeface="굴림" charset="-127"/>
              </a:rPr>
              <a:t>Example 1</a:t>
            </a:r>
          </a:p>
        </p:txBody>
      </p:sp>
      <p:pic>
        <p:nvPicPr>
          <p:cNvPr id="70661" name="Picture 6"/>
          <p:cNvPicPr>
            <a:picLocks noChangeAspect="1" noChangeArrowheads="1"/>
          </p:cNvPicPr>
          <p:nvPr/>
        </p:nvPicPr>
        <p:blipFill>
          <a:blip r:embed="rId2" cstate="print"/>
          <a:srcRect/>
          <a:stretch>
            <a:fillRect/>
          </a:stretch>
        </p:blipFill>
        <p:spPr bwMode="auto">
          <a:xfrm>
            <a:off x="2071688" y="1785938"/>
            <a:ext cx="4862512" cy="36242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바닥글 개체 틀 5"/>
          <p:cNvSpPr>
            <a:spLocks noGrp="1"/>
          </p:cNvSpPr>
          <p:nvPr>
            <p:ph type="ftr" sz="quarter" idx="11"/>
          </p:nvPr>
        </p:nvSpPr>
        <p:spPr>
          <a:noFill/>
        </p:spPr>
        <p:txBody>
          <a:bodyPr/>
          <a:lstStyle/>
          <a:p>
            <a:r>
              <a:rPr lang="en-US" altLang="ko-KR" smtClean="0">
                <a:ea typeface="굴림" charset="-127"/>
              </a:rPr>
              <a:t>Computer Networks</a:t>
            </a:r>
          </a:p>
        </p:txBody>
      </p:sp>
      <p:sp>
        <p:nvSpPr>
          <p:cNvPr id="71683" name="슬라이드 번호 개체 틀 6"/>
          <p:cNvSpPr>
            <a:spLocks noGrp="1"/>
          </p:cNvSpPr>
          <p:nvPr>
            <p:ph type="sldNum" sz="quarter" idx="12"/>
          </p:nvPr>
        </p:nvSpPr>
        <p:spPr>
          <a:noFill/>
        </p:spPr>
        <p:txBody>
          <a:bodyPr/>
          <a:lstStyle/>
          <a:p>
            <a:r>
              <a:rPr lang="en-US" altLang="ko-KR" smtClean="0">
                <a:ea typeface="굴림" charset="-127"/>
              </a:rPr>
              <a:t>27-</a:t>
            </a:r>
            <a:fld id="{3030AAC0-F4B2-42BF-810C-F6AE3A26AD6D}" type="slidenum">
              <a:rPr lang="en-US" altLang="ko-KR" smtClean="0">
                <a:ea typeface="굴림" charset="-127"/>
              </a:rPr>
              <a:pPr/>
              <a:t>60</a:t>
            </a:fld>
            <a:endParaRPr lang="en-US" altLang="ko-KR" smtClean="0">
              <a:ea typeface="굴림" charset="-127"/>
            </a:endParaRPr>
          </a:p>
        </p:txBody>
      </p:sp>
      <p:sp>
        <p:nvSpPr>
          <p:cNvPr id="71684" name="Rectangle 2"/>
          <p:cNvSpPr>
            <a:spLocks noGrp="1" noChangeArrowheads="1"/>
          </p:cNvSpPr>
          <p:nvPr>
            <p:ph type="title"/>
          </p:nvPr>
        </p:nvSpPr>
        <p:spPr/>
        <p:txBody>
          <a:bodyPr/>
          <a:lstStyle/>
          <a:p>
            <a:pPr eaLnBrk="1" hangingPunct="1"/>
            <a:r>
              <a:rPr lang="en-US" altLang="ko-KR" smtClean="0">
                <a:ea typeface="굴림" charset="-127"/>
              </a:rPr>
              <a:t>Example 2</a:t>
            </a:r>
          </a:p>
        </p:txBody>
      </p:sp>
      <p:pic>
        <p:nvPicPr>
          <p:cNvPr id="71685" name="Picture 6"/>
          <p:cNvPicPr>
            <a:picLocks noChangeAspect="1" noChangeArrowheads="1"/>
          </p:cNvPicPr>
          <p:nvPr/>
        </p:nvPicPr>
        <p:blipFill>
          <a:blip r:embed="rId2" cstate="print"/>
          <a:srcRect/>
          <a:stretch>
            <a:fillRect/>
          </a:stretch>
        </p:blipFill>
        <p:spPr bwMode="auto">
          <a:xfrm>
            <a:off x="2022475" y="1428750"/>
            <a:ext cx="5064125" cy="42195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HTTP Methods</a:t>
            </a:r>
          </a:p>
        </p:txBody>
      </p:sp>
      <p:sp>
        <p:nvSpPr>
          <p:cNvPr id="72707" name="Rectangle 2"/>
          <p:cNvSpPr>
            <a:spLocks noGrp="1" noChangeArrowheads="1"/>
          </p:cNvSpPr>
          <p:nvPr>
            <p:ph type="body" idx="1"/>
          </p:nvPr>
        </p:nvSpPr>
        <p:spPr>
          <a:xfrm>
            <a:off x="0" y="571500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built-in HTTP request methods.</a:t>
            </a:r>
          </a:p>
        </p:txBody>
      </p:sp>
      <p:pic>
        <p:nvPicPr>
          <p:cNvPr id="72708" name="Picture 3"/>
          <p:cNvPicPr>
            <a:picLocks noChangeAspect="1" noChangeArrowheads="1"/>
          </p:cNvPicPr>
          <p:nvPr/>
        </p:nvPicPr>
        <p:blipFill>
          <a:blip r:embed="rId3" cstate="print"/>
          <a:srcRect/>
          <a:stretch>
            <a:fillRect/>
          </a:stretch>
        </p:blipFill>
        <p:spPr bwMode="auto">
          <a:xfrm>
            <a:off x="1379538" y="1655763"/>
            <a:ext cx="6621462" cy="3259137"/>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HTTP Methods (2)</a:t>
            </a:r>
          </a:p>
        </p:txBody>
      </p:sp>
      <p:sp>
        <p:nvSpPr>
          <p:cNvPr id="73731" name="Rectangle 2"/>
          <p:cNvSpPr>
            <a:spLocks noGrp="1" noChangeArrowheads="1"/>
          </p:cNvSpPr>
          <p:nvPr>
            <p:ph type="body" idx="1"/>
          </p:nvPr>
        </p:nvSpPr>
        <p:spPr>
          <a:xfrm>
            <a:off x="0" y="571500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The status code response groups.</a:t>
            </a:r>
          </a:p>
        </p:txBody>
      </p:sp>
      <p:pic>
        <p:nvPicPr>
          <p:cNvPr id="73732" name="Picture 3"/>
          <p:cNvPicPr>
            <a:picLocks noChangeAspect="1" noChangeArrowheads="1"/>
          </p:cNvPicPr>
          <p:nvPr/>
        </p:nvPicPr>
        <p:blipFill>
          <a:blip r:embed="rId3" cstate="print"/>
          <a:srcRect/>
          <a:stretch>
            <a:fillRect/>
          </a:stretch>
        </p:blipFill>
        <p:spPr bwMode="auto">
          <a:xfrm>
            <a:off x="690563" y="2365375"/>
            <a:ext cx="7761287" cy="2125663"/>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
          <p:cNvSpPr>
            <a:spLocks noGrp="1" noChangeArrowheads="1"/>
          </p:cNvSpPr>
          <p:nvPr>
            <p:ph type="title"/>
          </p:nvPr>
        </p:nvSpPr>
        <p:spPr>
          <a:xfrm>
            <a:off x="0" y="0"/>
            <a:ext cx="9144000" cy="11430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HTTP Message Headers</a:t>
            </a:r>
          </a:p>
        </p:txBody>
      </p:sp>
      <p:sp>
        <p:nvSpPr>
          <p:cNvPr id="74755" name="Rectangle 2"/>
          <p:cNvSpPr>
            <a:spLocks noGrp="1" noChangeArrowheads="1"/>
          </p:cNvSpPr>
          <p:nvPr>
            <p:ph type="body" idx="1"/>
          </p:nvPr>
        </p:nvSpPr>
        <p:spPr>
          <a:xfrm>
            <a:off x="0" y="6019800"/>
            <a:ext cx="9144000" cy="838200"/>
          </a:xfrm>
        </p:spPr>
        <p:txBody>
          <a:bodyPr/>
          <a:lstStyle/>
          <a:p>
            <a:pPr marL="457200" indent="-455613" eaLnBrk="1" hangingPunct="1">
              <a:buClr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Some HTTP message headers.</a:t>
            </a:r>
          </a:p>
        </p:txBody>
      </p:sp>
      <p:pic>
        <p:nvPicPr>
          <p:cNvPr id="74756" name="Picture 3"/>
          <p:cNvPicPr>
            <a:picLocks noChangeAspect="1" noChangeArrowheads="1"/>
          </p:cNvPicPr>
          <p:nvPr/>
        </p:nvPicPr>
        <p:blipFill>
          <a:blip r:embed="rId3" cstate="print"/>
          <a:srcRect/>
          <a:stretch>
            <a:fillRect/>
          </a:stretch>
        </p:blipFill>
        <p:spPr bwMode="auto">
          <a:xfrm>
            <a:off x="1447800" y="1041400"/>
            <a:ext cx="6203950" cy="48069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바닥글 개체 틀 5"/>
          <p:cNvSpPr>
            <a:spLocks noGrp="1"/>
          </p:cNvSpPr>
          <p:nvPr>
            <p:ph type="ftr" sz="quarter" idx="11"/>
          </p:nvPr>
        </p:nvSpPr>
        <p:spPr>
          <a:noFill/>
        </p:spPr>
        <p:txBody>
          <a:bodyPr/>
          <a:lstStyle/>
          <a:p>
            <a:r>
              <a:rPr lang="en-US" altLang="ko-KR" smtClean="0">
                <a:ea typeface="굴림" charset="-127"/>
              </a:rPr>
              <a:t>Computer Networks</a:t>
            </a:r>
          </a:p>
        </p:txBody>
      </p:sp>
      <p:sp>
        <p:nvSpPr>
          <p:cNvPr id="87043" name="슬라이드 번호 개체 틀 6"/>
          <p:cNvSpPr>
            <a:spLocks noGrp="1"/>
          </p:cNvSpPr>
          <p:nvPr>
            <p:ph type="sldNum" sz="quarter" idx="12"/>
          </p:nvPr>
        </p:nvSpPr>
        <p:spPr>
          <a:noFill/>
        </p:spPr>
        <p:txBody>
          <a:bodyPr/>
          <a:lstStyle/>
          <a:p>
            <a:r>
              <a:rPr lang="en-US" altLang="ko-KR" smtClean="0">
                <a:ea typeface="굴림" charset="-127"/>
              </a:rPr>
              <a:t>26-</a:t>
            </a:r>
            <a:fld id="{0CB59404-4CAC-4AAB-B3E8-A16342A36DE1}" type="slidenum">
              <a:rPr lang="en-US" altLang="ko-KR" smtClean="0">
                <a:ea typeface="굴림" charset="-127"/>
              </a:rPr>
              <a:pPr/>
              <a:t>64</a:t>
            </a:fld>
            <a:endParaRPr lang="en-US" altLang="ko-KR" smtClean="0">
              <a:ea typeface="굴림" charset="-127"/>
            </a:endParaRPr>
          </a:p>
        </p:txBody>
      </p:sp>
      <p:sp>
        <p:nvSpPr>
          <p:cNvPr id="87044" name="Rectangle 2"/>
          <p:cNvSpPr>
            <a:spLocks noGrp="1" noChangeArrowheads="1"/>
          </p:cNvSpPr>
          <p:nvPr>
            <p:ph type="title"/>
          </p:nvPr>
        </p:nvSpPr>
        <p:spPr/>
        <p:txBody>
          <a:bodyPr/>
          <a:lstStyle/>
          <a:p>
            <a:pPr eaLnBrk="1" hangingPunct="1"/>
            <a:r>
              <a:rPr lang="en-US" altLang="ko-KR" dirty="0" smtClean="0">
                <a:ea typeface="굴림" charset="-127"/>
              </a:rPr>
              <a:t>Mail Transfer Agent (MTA): SMTP</a:t>
            </a:r>
          </a:p>
        </p:txBody>
      </p:sp>
      <p:sp>
        <p:nvSpPr>
          <p:cNvPr id="87045" name="Rectangle 4"/>
          <p:cNvSpPr>
            <a:spLocks noGrp="1" noChangeArrowheads="1"/>
          </p:cNvSpPr>
          <p:nvPr>
            <p:ph type="body" sz="half" idx="1"/>
          </p:nvPr>
        </p:nvSpPr>
        <p:spPr>
          <a:xfrm>
            <a:off x="1000125" y="1428750"/>
            <a:ext cx="7115175" cy="357188"/>
          </a:xfrm>
        </p:spPr>
        <p:txBody>
          <a:bodyPr/>
          <a:lstStyle/>
          <a:p>
            <a:pPr marL="0" indent="0" eaLnBrk="1" hangingPunct="1">
              <a:buFont typeface="Times New Roman" pitchFamily="18" charset="0"/>
              <a:buNone/>
            </a:pPr>
            <a:r>
              <a:rPr lang="en-US" altLang="ko-KR" sz="1800" smtClean="0">
                <a:ea typeface="굴림" charset="-127"/>
              </a:rPr>
              <a:t>The actual mail transfer is done through MTA</a:t>
            </a:r>
          </a:p>
        </p:txBody>
      </p:sp>
      <p:pic>
        <p:nvPicPr>
          <p:cNvPr id="87046" name="Picture 9"/>
          <p:cNvPicPr>
            <a:picLocks noChangeAspect="1" noChangeArrowheads="1"/>
          </p:cNvPicPr>
          <p:nvPr/>
        </p:nvPicPr>
        <p:blipFill>
          <a:blip r:embed="rId2" cstate="print"/>
          <a:srcRect/>
          <a:stretch>
            <a:fillRect/>
          </a:stretch>
        </p:blipFill>
        <p:spPr bwMode="auto">
          <a:xfrm>
            <a:off x="1643063" y="5000625"/>
            <a:ext cx="6170612" cy="806450"/>
          </a:xfrm>
          <a:prstGeom prst="rect">
            <a:avLst/>
          </a:prstGeom>
          <a:noFill/>
          <a:ln w="9525">
            <a:noFill/>
            <a:miter lim="800000"/>
            <a:headEnd/>
            <a:tailEnd/>
          </a:ln>
        </p:spPr>
      </p:pic>
      <p:pic>
        <p:nvPicPr>
          <p:cNvPr id="87047" name="Picture 6"/>
          <p:cNvPicPr>
            <a:picLocks noChangeAspect="1" noChangeArrowheads="1"/>
          </p:cNvPicPr>
          <p:nvPr/>
        </p:nvPicPr>
        <p:blipFill>
          <a:blip r:embed="rId3" cstate="print"/>
          <a:srcRect/>
          <a:stretch>
            <a:fillRect/>
          </a:stretch>
        </p:blipFill>
        <p:spPr bwMode="auto">
          <a:xfrm>
            <a:off x="1643063" y="2000250"/>
            <a:ext cx="5857875" cy="23098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0" y="0"/>
            <a:ext cx="9144000" cy="609600"/>
          </a:xfrm>
        </p:spPr>
        <p:txBody>
          <a:bodyPr/>
          <a:lstStyle/>
          <a:p>
            <a:r>
              <a:rPr lang="en-US" altLang="en-US" sz="3200" smtClean="0">
                <a:solidFill>
                  <a:srgbClr val="C00000"/>
                </a:solidFill>
                <a:latin typeface="Times New Roman" panose="02020603050405020304" pitchFamily="18" charset="0"/>
                <a:cs typeface="Times New Roman" panose="02020603050405020304" pitchFamily="18" charset="0"/>
              </a:rPr>
              <a:t>Application Layer</a:t>
            </a:r>
            <a:endParaRPr lang="en-US" altLang="en-US" sz="3200" smtClean="0"/>
          </a:p>
        </p:txBody>
      </p:sp>
      <p:sp>
        <p:nvSpPr>
          <p:cNvPr id="52227" name="Content Placeholder 2"/>
          <p:cNvSpPr>
            <a:spLocks noGrp="1"/>
          </p:cNvSpPr>
          <p:nvPr>
            <p:ph idx="1"/>
          </p:nvPr>
        </p:nvSpPr>
        <p:spPr>
          <a:xfrm>
            <a:off x="0" y="533400"/>
            <a:ext cx="9144000" cy="6324600"/>
          </a:xfrm>
        </p:spPr>
        <p:txBody>
          <a:bodyPr/>
          <a:lstStyle/>
          <a:p>
            <a:pPr algn="just"/>
            <a:r>
              <a:rPr lang="en-US" altLang="en-US" sz="2400" smtClean="0">
                <a:latin typeface="Times New Roman" panose="02020603050405020304" pitchFamily="18" charset="0"/>
                <a:cs typeface="Times New Roman" panose="02020603050405020304" pitchFamily="18" charset="0"/>
              </a:rPr>
              <a:t>These SMTP commands specify the sender’s and receiver’s e-mail address, along with the message to be send.</a:t>
            </a:r>
          </a:p>
          <a:p>
            <a:pPr algn="just"/>
            <a:r>
              <a:rPr lang="en-US" altLang="en-US" sz="2400" smtClean="0">
                <a:latin typeface="Times New Roman" panose="02020603050405020304" pitchFamily="18" charset="0"/>
                <a:cs typeface="Times New Roman" panose="02020603050405020304" pitchFamily="18" charset="0"/>
              </a:rPr>
              <a:t>The exchange of commands between servers is carried out without intervention of any user.</a:t>
            </a:r>
          </a:p>
          <a:p>
            <a:pPr algn="just"/>
            <a:r>
              <a:rPr lang="en-US" altLang="en-US" sz="2400" smtClean="0">
                <a:latin typeface="Times New Roman" panose="02020603050405020304" pitchFamily="18" charset="0"/>
                <a:cs typeface="Times New Roman" panose="02020603050405020304" pitchFamily="18" charset="0"/>
              </a:rPr>
              <a:t>In case, message cannot be delivered, an error report is sent to the sender which makes SMTP a reliable protocol.</a:t>
            </a:r>
          </a:p>
          <a:p>
            <a:pPr algn="just">
              <a:buFont typeface="Arial" panose="020B0604020202020204" pitchFamily="34" charset="0"/>
              <a:buNone/>
            </a:pPr>
            <a:r>
              <a:rPr lang="en-US" altLang="en-US" sz="2400" smtClean="0">
                <a:solidFill>
                  <a:srgbClr val="C00000"/>
                </a:solidFill>
                <a:latin typeface="Times New Roman" panose="02020603050405020304" pitchFamily="18" charset="0"/>
                <a:cs typeface="Times New Roman" panose="02020603050405020304" pitchFamily="18" charset="0"/>
              </a:rPr>
              <a:t>SMTP Commands</a:t>
            </a:r>
          </a:p>
          <a:p>
            <a:pPr algn="just">
              <a:buFont typeface="Arial" panose="020B0604020202020204" pitchFamily="34" charset="0"/>
              <a:buNone/>
            </a:pPr>
            <a:endParaRPr lang="en-US" altLang="en-US" sz="2400" smtClean="0">
              <a:solidFill>
                <a:srgbClr val="C00000"/>
              </a:solidFill>
              <a:latin typeface="Times New Roman" panose="02020603050405020304" pitchFamily="18" charset="0"/>
              <a:cs typeface="Times New Roman" panose="02020603050405020304" pitchFamily="18" charset="0"/>
            </a:endParaRPr>
          </a:p>
          <a:p>
            <a:pPr algn="just"/>
            <a:endParaRPr lang="en-US" altLang="en-US" sz="2400" smtClean="0">
              <a:latin typeface="Times New Roman" panose="02020603050405020304" pitchFamily="18" charset="0"/>
              <a:cs typeface="Times New Roman" panose="02020603050405020304" pitchFamily="18" charset="0"/>
            </a:endParaRPr>
          </a:p>
          <a:p>
            <a:endParaRPr lang="en-US" altLang="en-US" smtClean="0"/>
          </a:p>
        </p:txBody>
      </p:sp>
      <p:graphicFrame>
        <p:nvGraphicFramePr>
          <p:cNvPr id="4" name="Table 3"/>
          <p:cNvGraphicFramePr>
            <a:graphicFrameLocks noGrp="1"/>
          </p:cNvGraphicFramePr>
          <p:nvPr/>
        </p:nvGraphicFramePr>
        <p:xfrm>
          <a:off x="228600" y="3657600"/>
          <a:ext cx="8458200" cy="2804080"/>
        </p:xfrm>
        <a:graphic>
          <a:graphicData uri="http://schemas.openxmlformats.org/drawingml/2006/table">
            <a:tbl>
              <a:tblPr firstRow="1" bandRow="1">
                <a:tableStyleId>{5C22544A-7EE6-4342-B048-85BDC9FD1C3A}</a:tableStyleId>
              </a:tblPr>
              <a:tblGrid>
                <a:gridCol w="650631">
                  <a:extLst>
                    <a:ext uri="{9D8B030D-6E8A-4147-A177-3AD203B41FA5}">
                      <a16:colId xmlns:a16="http://schemas.microsoft.com/office/drawing/2014/main" val="20000"/>
                    </a:ext>
                  </a:extLst>
                </a:gridCol>
                <a:gridCol w="1330569">
                  <a:extLst>
                    <a:ext uri="{9D8B030D-6E8A-4147-A177-3AD203B41FA5}">
                      <a16:colId xmlns:a16="http://schemas.microsoft.com/office/drawing/2014/main" val="20001"/>
                    </a:ext>
                  </a:extLst>
                </a:gridCol>
                <a:gridCol w="6477000">
                  <a:extLst>
                    <a:ext uri="{9D8B030D-6E8A-4147-A177-3AD203B41FA5}">
                      <a16:colId xmlns:a16="http://schemas.microsoft.com/office/drawing/2014/main" val="20002"/>
                    </a:ext>
                  </a:extLst>
                </a:gridCol>
              </a:tblGrid>
              <a:tr h="700881">
                <a:tc>
                  <a:txBody>
                    <a:bodyPr/>
                    <a:lstStyle/>
                    <a:p>
                      <a:pPr algn="just"/>
                      <a:r>
                        <a:rPr lang="en-US" sz="2000" dirty="0" err="1" smtClean="0">
                          <a:latin typeface="Times New Roman" pitchFamily="18" charset="0"/>
                          <a:cs typeface="Times New Roman" pitchFamily="18" charset="0"/>
                        </a:rPr>
                        <a:t>S.No</a:t>
                      </a:r>
                      <a:endParaRPr lang="en-US" sz="2000" dirty="0">
                        <a:latin typeface="Times New Roman" pitchFamily="18" charset="0"/>
                        <a:cs typeface="Times New Roman" pitchFamily="18" charset="0"/>
                      </a:endParaRPr>
                    </a:p>
                  </a:txBody>
                  <a:tcPr marT="45710" marB="45710"/>
                </a:tc>
                <a:tc>
                  <a:txBody>
                    <a:bodyPr/>
                    <a:lstStyle/>
                    <a:p>
                      <a:pPr algn="just"/>
                      <a:r>
                        <a:rPr lang="en-US" sz="2000" dirty="0" smtClean="0">
                          <a:latin typeface="Times New Roman" pitchFamily="18" charset="0"/>
                          <a:cs typeface="Times New Roman" pitchFamily="18" charset="0"/>
                        </a:rPr>
                        <a:t>Command</a:t>
                      </a:r>
                      <a:endParaRPr lang="en-US" sz="2000" dirty="0">
                        <a:latin typeface="Times New Roman" pitchFamily="18" charset="0"/>
                        <a:cs typeface="Times New Roman" pitchFamily="18" charset="0"/>
                      </a:endParaRPr>
                    </a:p>
                  </a:txBody>
                  <a:tcPr marT="45710" marB="45710"/>
                </a:tc>
                <a:tc>
                  <a:txBody>
                    <a:bodyPr/>
                    <a:lstStyle/>
                    <a:p>
                      <a:pPr algn="just"/>
                      <a:r>
                        <a:rPr lang="en-US" sz="2000" dirty="0" smtClean="0">
                          <a:latin typeface="Times New Roman" pitchFamily="18" charset="0"/>
                          <a:cs typeface="Times New Roman" pitchFamily="18" charset="0"/>
                        </a:rPr>
                        <a:t>Description </a:t>
                      </a:r>
                      <a:endParaRPr lang="en-US" sz="2000" dirty="0">
                        <a:latin typeface="Times New Roman" pitchFamily="18" charset="0"/>
                        <a:cs typeface="Times New Roman" pitchFamily="18" charset="0"/>
                      </a:endParaRPr>
                    </a:p>
                  </a:txBody>
                  <a:tcPr marT="45710" marB="45710"/>
                </a:tc>
                <a:extLst>
                  <a:ext uri="{0D108BD9-81ED-4DB2-BD59-A6C34878D82A}">
                    <a16:rowId xmlns:a16="http://schemas.microsoft.com/office/drawing/2014/main" val="10000"/>
                  </a:ext>
                </a:extLst>
              </a:tr>
              <a:tr h="396150">
                <a:tc>
                  <a:txBody>
                    <a:bodyPr/>
                    <a:lstStyle/>
                    <a:p>
                      <a:pPr algn="just"/>
                      <a:r>
                        <a:rPr lang="en-US" sz="2000" dirty="0" smtClean="0">
                          <a:latin typeface="Times New Roman" pitchFamily="18" charset="0"/>
                          <a:cs typeface="Times New Roman" pitchFamily="18" charset="0"/>
                        </a:rPr>
                        <a:t>1.</a:t>
                      </a:r>
                      <a:endParaRPr lang="en-US" sz="2000" dirty="0">
                        <a:latin typeface="Times New Roman" pitchFamily="18" charset="0"/>
                        <a:cs typeface="Times New Roman" pitchFamily="18" charset="0"/>
                      </a:endParaRPr>
                    </a:p>
                  </a:txBody>
                  <a:tcPr marT="45710" marB="45710"/>
                </a:tc>
                <a:tc>
                  <a:txBody>
                    <a:bodyPr/>
                    <a:lstStyle/>
                    <a:p>
                      <a:pPr algn="just"/>
                      <a:r>
                        <a:rPr lang="en-US" sz="2000" b="1" i="0" kern="1200" dirty="0" smtClean="0">
                          <a:solidFill>
                            <a:schemeClr val="dk1"/>
                          </a:solidFill>
                          <a:latin typeface="Times New Roman" pitchFamily="18" charset="0"/>
                          <a:ea typeface="+mn-ea"/>
                          <a:cs typeface="Times New Roman" pitchFamily="18" charset="0"/>
                        </a:rPr>
                        <a:t>HELLO</a:t>
                      </a:r>
                      <a:endParaRPr lang="en-US" sz="2000" dirty="0">
                        <a:latin typeface="Times New Roman" pitchFamily="18" charset="0"/>
                        <a:cs typeface="Times New Roman" pitchFamily="18" charset="0"/>
                      </a:endParaRPr>
                    </a:p>
                  </a:txBody>
                  <a:tcPr marT="45710" marB="45710"/>
                </a:tc>
                <a:tc>
                  <a:txBody>
                    <a:bodyPr/>
                    <a:lstStyle/>
                    <a:p>
                      <a:pPr algn="just"/>
                      <a:r>
                        <a:rPr lang="en-US" sz="2000" b="0" i="0" kern="1200" dirty="0" smtClean="0">
                          <a:solidFill>
                            <a:schemeClr val="dk1"/>
                          </a:solidFill>
                          <a:latin typeface="Times New Roman" pitchFamily="18" charset="0"/>
                          <a:ea typeface="+mn-ea"/>
                          <a:cs typeface="Times New Roman" pitchFamily="18" charset="0"/>
                        </a:rPr>
                        <a:t>This command initiates the SMTP conversation.</a:t>
                      </a:r>
                      <a:endParaRPr lang="en-US" sz="2000" dirty="0">
                        <a:latin typeface="Times New Roman" pitchFamily="18" charset="0"/>
                        <a:cs typeface="Times New Roman" pitchFamily="18" charset="0"/>
                      </a:endParaRPr>
                    </a:p>
                  </a:txBody>
                  <a:tcPr marT="45710" marB="45710"/>
                </a:tc>
                <a:extLst>
                  <a:ext uri="{0D108BD9-81ED-4DB2-BD59-A6C34878D82A}">
                    <a16:rowId xmlns:a16="http://schemas.microsoft.com/office/drawing/2014/main" val="10001"/>
                  </a:ext>
                </a:extLst>
              </a:tr>
              <a:tr h="1005612">
                <a:tc>
                  <a:txBody>
                    <a:bodyPr/>
                    <a:lstStyle/>
                    <a:p>
                      <a:pPr algn="just"/>
                      <a:r>
                        <a:rPr lang="en-US" sz="2000" dirty="0" smtClean="0">
                          <a:latin typeface="Times New Roman" pitchFamily="18" charset="0"/>
                          <a:cs typeface="Times New Roman" pitchFamily="18" charset="0"/>
                        </a:rPr>
                        <a:t>2.</a:t>
                      </a:r>
                      <a:endParaRPr lang="en-US" sz="2000" dirty="0">
                        <a:latin typeface="Times New Roman" pitchFamily="18" charset="0"/>
                        <a:cs typeface="Times New Roman" pitchFamily="18" charset="0"/>
                      </a:endParaRPr>
                    </a:p>
                  </a:txBody>
                  <a:tcPr marT="45710" marB="45710"/>
                </a:tc>
                <a:tc>
                  <a:txBody>
                    <a:bodyPr/>
                    <a:lstStyle/>
                    <a:p>
                      <a:pPr algn="just"/>
                      <a:r>
                        <a:rPr lang="en-US" sz="2000" b="1" i="0" kern="1200" dirty="0" smtClean="0">
                          <a:solidFill>
                            <a:schemeClr val="dk1"/>
                          </a:solidFill>
                          <a:latin typeface="Times New Roman" pitchFamily="18" charset="0"/>
                          <a:ea typeface="+mn-ea"/>
                          <a:cs typeface="Times New Roman" pitchFamily="18" charset="0"/>
                        </a:rPr>
                        <a:t>EHELLO</a:t>
                      </a:r>
                      <a:endParaRPr lang="en-US" sz="2000" dirty="0">
                        <a:latin typeface="Times New Roman" pitchFamily="18" charset="0"/>
                        <a:cs typeface="Times New Roman" pitchFamily="18" charset="0"/>
                      </a:endParaRPr>
                    </a:p>
                  </a:txBody>
                  <a:tcPr marT="45710" marB="45710"/>
                </a:tc>
                <a:tc>
                  <a:txBody>
                    <a:bodyPr/>
                    <a:lstStyle/>
                    <a:p>
                      <a:pPr algn="just"/>
                      <a:r>
                        <a:rPr lang="en-US" sz="2000" b="0" i="0" kern="1200" dirty="0" smtClean="0">
                          <a:solidFill>
                            <a:schemeClr val="dk1"/>
                          </a:solidFill>
                          <a:latin typeface="Times New Roman" pitchFamily="18" charset="0"/>
                          <a:ea typeface="+mn-ea"/>
                          <a:cs typeface="Times New Roman" pitchFamily="18" charset="0"/>
                        </a:rPr>
                        <a:t>This is an alternative command to initiate the conversation. ESMTP indicates that the sender server wants to use extended SMTP protocol.</a:t>
                      </a:r>
                      <a:endParaRPr lang="en-US" sz="2000" dirty="0">
                        <a:latin typeface="Times New Roman" pitchFamily="18" charset="0"/>
                        <a:cs typeface="Times New Roman" pitchFamily="18" charset="0"/>
                      </a:endParaRPr>
                    </a:p>
                  </a:txBody>
                  <a:tcPr marT="45710" marB="45710"/>
                </a:tc>
                <a:extLst>
                  <a:ext uri="{0D108BD9-81ED-4DB2-BD59-A6C34878D82A}">
                    <a16:rowId xmlns:a16="http://schemas.microsoft.com/office/drawing/2014/main" val="10002"/>
                  </a:ext>
                </a:extLst>
              </a:tr>
              <a:tr h="700881">
                <a:tc>
                  <a:txBody>
                    <a:bodyPr/>
                    <a:lstStyle/>
                    <a:p>
                      <a:pPr algn="just"/>
                      <a:r>
                        <a:rPr lang="en-US" sz="2000" dirty="0" smtClean="0">
                          <a:latin typeface="Times New Roman" pitchFamily="18" charset="0"/>
                          <a:cs typeface="Times New Roman" pitchFamily="18" charset="0"/>
                        </a:rPr>
                        <a:t>3.</a:t>
                      </a:r>
                      <a:endParaRPr lang="en-US" sz="2000" dirty="0">
                        <a:latin typeface="Times New Roman" pitchFamily="18" charset="0"/>
                        <a:cs typeface="Times New Roman" pitchFamily="18" charset="0"/>
                      </a:endParaRPr>
                    </a:p>
                  </a:txBody>
                  <a:tcPr marT="45710" marB="45710"/>
                </a:tc>
                <a:tc>
                  <a:txBody>
                    <a:bodyPr/>
                    <a:lstStyle/>
                    <a:p>
                      <a:pPr algn="just"/>
                      <a:r>
                        <a:rPr lang="en-US" sz="2000" b="1" i="0" kern="1200" dirty="0" smtClean="0">
                          <a:solidFill>
                            <a:schemeClr val="dk1"/>
                          </a:solidFill>
                          <a:latin typeface="Times New Roman" pitchFamily="18" charset="0"/>
                          <a:ea typeface="+mn-ea"/>
                          <a:cs typeface="Times New Roman" pitchFamily="18" charset="0"/>
                        </a:rPr>
                        <a:t>MAIL FROM</a:t>
                      </a:r>
                      <a:endParaRPr lang="en-US" sz="2000" dirty="0">
                        <a:latin typeface="Times New Roman" pitchFamily="18" charset="0"/>
                        <a:cs typeface="Times New Roman" pitchFamily="18" charset="0"/>
                      </a:endParaRPr>
                    </a:p>
                  </a:txBody>
                  <a:tcPr marT="45710" marB="45710"/>
                </a:tc>
                <a:tc>
                  <a:txBody>
                    <a:bodyPr/>
                    <a:lstStyle/>
                    <a:p>
                      <a:pPr algn="just"/>
                      <a:r>
                        <a:rPr lang="en-US" sz="2000" b="0" i="0" kern="1200" dirty="0" smtClean="0">
                          <a:solidFill>
                            <a:schemeClr val="dk1"/>
                          </a:solidFill>
                          <a:latin typeface="Times New Roman" pitchFamily="18" charset="0"/>
                          <a:ea typeface="+mn-ea"/>
                          <a:cs typeface="Times New Roman" pitchFamily="18" charset="0"/>
                        </a:rPr>
                        <a:t>This indicates the sender’s address.</a:t>
                      </a:r>
                      <a:endParaRPr lang="en-US" sz="2000" dirty="0">
                        <a:latin typeface="Times New Roman" pitchFamily="18" charset="0"/>
                        <a:cs typeface="Times New Roman" pitchFamily="18" charset="0"/>
                      </a:endParaRPr>
                    </a:p>
                  </a:txBody>
                  <a:tcPr marT="45710" marB="4571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293498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0" y="0"/>
            <a:ext cx="9144000" cy="533400"/>
          </a:xfrm>
        </p:spPr>
        <p:txBody>
          <a:bodyPr/>
          <a:lstStyle/>
          <a:p>
            <a:r>
              <a:rPr lang="en-US" altLang="en-US" sz="3200" smtClean="0">
                <a:solidFill>
                  <a:srgbClr val="C00000"/>
                </a:solidFill>
                <a:latin typeface="Times New Roman" panose="02020603050405020304" pitchFamily="18" charset="0"/>
                <a:cs typeface="Times New Roman" panose="02020603050405020304" pitchFamily="18" charset="0"/>
              </a:rPr>
              <a:t>Application Layer</a:t>
            </a:r>
            <a:endParaRPr lang="en-US" altLang="en-US" sz="3200" smtClean="0"/>
          </a:p>
        </p:txBody>
      </p:sp>
      <p:sp>
        <p:nvSpPr>
          <p:cNvPr id="53251" name="Content Placeholder 2"/>
          <p:cNvSpPr>
            <a:spLocks noGrp="1"/>
          </p:cNvSpPr>
          <p:nvPr>
            <p:ph idx="1"/>
          </p:nvPr>
        </p:nvSpPr>
        <p:spPr>
          <a:xfrm>
            <a:off x="0" y="533400"/>
            <a:ext cx="9144000" cy="2438400"/>
          </a:xfrm>
        </p:spPr>
        <p:txBody>
          <a:bodyPr/>
          <a:lstStyle/>
          <a:p>
            <a:endParaRPr lang="en-US" altLang="en-US" smtClean="0"/>
          </a:p>
        </p:txBody>
      </p:sp>
      <p:graphicFrame>
        <p:nvGraphicFramePr>
          <p:cNvPr id="4" name="Table 3"/>
          <p:cNvGraphicFramePr>
            <a:graphicFrameLocks noGrp="1"/>
          </p:cNvGraphicFramePr>
          <p:nvPr/>
        </p:nvGraphicFramePr>
        <p:xfrm>
          <a:off x="152400" y="609600"/>
          <a:ext cx="8839200" cy="6048378"/>
        </p:xfrm>
        <a:graphic>
          <a:graphicData uri="http://schemas.openxmlformats.org/drawingml/2006/table">
            <a:tbl>
              <a:tblPr firstRow="1" bandRow="1">
                <a:tableStyleId>{5C22544A-7EE6-4342-B048-85BDC9FD1C3A}</a:tableStyleId>
              </a:tblPr>
              <a:tblGrid>
                <a:gridCol w="679938">
                  <a:extLst>
                    <a:ext uri="{9D8B030D-6E8A-4147-A177-3AD203B41FA5}">
                      <a16:colId xmlns:a16="http://schemas.microsoft.com/office/drawing/2014/main" val="20000"/>
                    </a:ext>
                  </a:extLst>
                </a:gridCol>
                <a:gridCol w="1456201">
                  <a:extLst>
                    <a:ext uri="{9D8B030D-6E8A-4147-A177-3AD203B41FA5}">
                      <a16:colId xmlns:a16="http://schemas.microsoft.com/office/drawing/2014/main" val="20001"/>
                    </a:ext>
                  </a:extLst>
                </a:gridCol>
                <a:gridCol w="6703061">
                  <a:extLst>
                    <a:ext uri="{9D8B030D-6E8A-4147-A177-3AD203B41FA5}">
                      <a16:colId xmlns:a16="http://schemas.microsoft.com/office/drawing/2014/main" val="20002"/>
                    </a:ext>
                  </a:extLst>
                </a:gridCol>
              </a:tblGrid>
              <a:tr h="840423">
                <a:tc>
                  <a:txBody>
                    <a:bodyPr/>
                    <a:lstStyle/>
                    <a:p>
                      <a:pPr algn="just"/>
                      <a:r>
                        <a:rPr lang="en-US" sz="2000" dirty="0" err="1" smtClean="0">
                          <a:latin typeface="Times New Roman" pitchFamily="18" charset="0"/>
                          <a:cs typeface="Times New Roman" pitchFamily="18" charset="0"/>
                        </a:rPr>
                        <a:t>S.No</a:t>
                      </a:r>
                      <a:endParaRPr lang="en-US" sz="2000" dirty="0">
                        <a:latin typeface="Times New Roman" pitchFamily="18" charset="0"/>
                        <a:cs typeface="Times New Roman" pitchFamily="18" charset="0"/>
                      </a:endParaRPr>
                    </a:p>
                  </a:txBody>
                  <a:tcPr/>
                </a:tc>
                <a:tc>
                  <a:txBody>
                    <a:bodyPr/>
                    <a:lstStyle/>
                    <a:p>
                      <a:pPr algn="just"/>
                      <a:r>
                        <a:rPr lang="en-US" sz="2000" dirty="0" smtClean="0">
                          <a:latin typeface="Times New Roman" pitchFamily="18" charset="0"/>
                          <a:cs typeface="Times New Roman" pitchFamily="18" charset="0"/>
                        </a:rPr>
                        <a:t>Command</a:t>
                      </a:r>
                      <a:endParaRPr lang="en-US" sz="2000" dirty="0">
                        <a:latin typeface="Times New Roman" pitchFamily="18" charset="0"/>
                        <a:cs typeface="Times New Roman" pitchFamily="18" charset="0"/>
                      </a:endParaRPr>
                    </a:p>
                  </a:txBody>
                  <a:tcPr/>
                </a:tc>
                <a:tc>
                  <a:txBody>
                    <a:bodyPr/>
                    <a:lstStyle/>
                    <a:p>
                      <a:pPr algn="just"/>
                      <a:r>
                        <a:rPr lang="en-US" sz="2000" dirty="0" smtClean="0">
                          <a:latin typeface="Times New Roman" pitchFamily="18" charset="0"/>
                          <a:cs typeface="Times New Roman" pitchFamily="18" charset="0"/>
                        </a:rPr>
                        <a:t>Description </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1005835">
                <a:tc>
                  <a:txBody>
                    <a:bodyPr/>
                    <a:lstStyle/>
                    <a:p>
                      <a:pPr algn="just"/>
                      <a:r>
                        <a:rPr lang="en-US" sz="2000" dirty="0" smtClean="0">
                          <a:latin typeface="Times New Roman" pitchFamily="18" charset="0"/>
                          <a:cs typeface="Times New Roman" pitchFamily="18" charset="0"/>
                        </a:rPr>
                        <a:t>4.</a:t>
                      </a:r>
                      <a:endParaRPr lang="en-US" sz="2000" dirty="0">
                        <a:latin typeface="Times New Roman" pitchFamily="18" charset="0"/>
                        <a:cs typeface="Times New Roman" pitchFamily="18" charset="0"/>
                      </a:endParaRPr>
                    </a:p>
                  </a:txBody>
                  <a:tcPr/>
                </a:tc>
                <a:tc>
                  <a:txBody>
                    <a:bodyPr/>
                    <a:lstStyle/>
                    <a:p>
                      <a:pPr algn="just"/>
                      <a:r>
                        <a:rPr lang="en-US" sz="2000" b="1" i="0" kern="1200" dirty="0" smtClean="0">
                          <a:solidFill>
                            <a:schemeClr val="dk1"/>
                          </a:solidFill>
                          <a:latin typeface="Times New Roman" pitchFamily="18" charset="0"/>
                          <a:ea typeface="+mn-ea"/>
                          <a:cs typeface="Times New Roman" pitchFamily="18" charset="0"/>
                        </a:rPr>
                        <a:t>RCPT TO</a:t>
                      </a:r>
                      <a:endParaRPr lang="en-US" sz="2000" dirty="0">
                        <a:latin typeface="Times New Roman" pitchFamily="18" charset="0"/>
                        <a:cs typeface="Times New Roman" pitchFamily="18" charset="0"/>
                      </a:endParaRPr>
                    </a:p>
                  </a:txBody>
                  <a:tcPr/>
                </a:tc>
                <a:tc>
                  <a:txBody>
                    <a:bodyPr/>
                    <a:lstStyle/>
                    <a:p>
                      <a:pPr algn="just"/>
                      <a:r>
                        <a:rPr lang="en-US" sz="2000" b="0" i="0" kern="1200" dirty="0" smtClean="0">
                          <a:solidFill>
                            <a:schemeClr val="dk1"/>
                          </a:solidFill>
                          <a:latin typeface="Times New Roman" pitchFamily="18" charset="0"/>
                          <a:ea typeface="+mn-ea"/>
                          <a:cs typeface="Times New Roman" pitchFamily="18" charset="0"/>
                        </a:rPr>
                        <a:t>It identifies the recipient of the mail. In order to deliver similar message to multiple users this command can be repeated multiple times.</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840423">
                <a:tc>
                  <a:txBody>
                    <a:bodyPr/>
                    <a:lstStyle/>
                    <a:p>
                      <a:pPr algn="just"/>
                      <a:r>
                        <a:rPr lang="en-US" sz="2000" dirty="0" smtClean="0">
                          <a:latin typeface="Times New Roman" pitchFamily="18" charset="0"/>
                          <a:cs typeface="Times New Roman" pitchFamily="18" charset="0"/>
                        </a:rPr>
                        <a:t>5.</a:t>
                      </a:r>
                      <a:endParaRPr lang="en-US" sz="2000" dirty="0">
                        <a:latin typeface="Times New Roman" pitchFamily="18" charset="0"/>
                        <a:cs typeface="Times New Roman" pitchFamily="18" charset="0"/>
                      </a:endParaRPr>
                    </a:p>
                  </a:txBody>
                  <a:tcPr/>
                </a:tc>
                <a:tc>
                  <a:txBody>
                    <a:bodyPr/>
                    <a:lstStyle/>
                    <a:p>
                      <a:pPr algn="just"/>
                      <a:r>
                        <a:rPr lang="en-US" sz="2000" b="1" i="0" kern="1200" dirty="0" smtClean="0">
                          <a:solidFill>
                            <a:schemeClr val="dk1"/>
                          </a:solidFill>
                          <a:latin typeface="Times New Roman" pitchFamily="18" charset="0"/>
                          <a:ea typeface="+mn-ea"/>
                          <a:cs typeface="Times New Roman" pitchFamily="18" charset="0"/>
                        </a:rPr>
                        <a:t>SIZE</a:t>
                      </a:r>
                      <a:endParaRPr lang="en-US" sz="2000" dirty="0">
                        <a:latin typeface="Times New Roman" pitchFamily="18" charset="0"/>
                        <a:cs typeface="Times New Roman" pitchFamily="18" charset="0"/>
                      </a:endParaRPr>
                    </a:p>
                  </a:txBody>
                  <a:tcPr/>
                </a:tc>
                <a:tc>
                  <a:txBody>
                    <a:bodyPr/>
                    <a:lstStyle/>
                    <a:p>
                      <a:pPr algn="just"/>
                      <a:r>
                        <a:rPr lang="en-US" sz="2000" b="0" i="0" kern="1200" dirty="0" smtClean="0">
                          <a:solidFill>
                            <a:schemeClr val="dk1"/>
                          </a:solidFill>
                          <a:latin typeface="Times New Roman" pitchFamily="18" charset="0"/>
                          <a:ea typeface="+mn-ea"/>
                          <a:cs typeface="Times New Roman" pitchFamily="18" charset="0"/>
                        </a:rPr>
                        <a:t>This command let the server know the size of attached message in bytes.</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840423">
                <a:tc>
                  <a:txBody>
                    <a:bodyPr/>
                    <a:lstStyle/>
                    <a:p>
                      <a:pPr algn="just"/>
                      <a:r>
                        <a:rPr lang="en-US" sz="2000" dirty="0" smtClean="0">
                          <a:latin typeface="Times New Roman" pitchFamily="18" charset="0"/>
                          <a:cs typeface="Times New Roman" pitchFamily="18" charset="0"/>
                        </a:rPr>
                        <a:t>6.</a:t>
                      </a:r>
                      <a:endParaRPr lang="en-US" sz="2000" dirty="0">
                        <a:latin typeface="Times New Roman" pitchFamily="18" charset="0"/>
                        <a:cs typeface="Times New Roman" pitchFamily="18" charset="0"/>
                      </a:endParaRPr>
                    </a:p>
                  </a:txBody>
                  <a:tcPr/>
                </a:tc>
                <a:tc>
                  <a:txBody>
                    <a:bodyPr/>
                    <a:lstStyle/>
                    <a:p>
                      <a:pPr algn="just"/>
                      <a:r>
                        <a:rPr lang="en-US" sz="2000" b="1" i="0" kern="1200" dirty="0" smtClean="0">
                          <a:solidFill>
                            <a:schemeClr val="dk1"/>
                          </a:solidFill>
                          <a:latin typeface="Times New Roman" pitchFamily="18" charset="0"/>
                          <a:ea typeface="+mn-ea"/>
                          <a:cs typeface="Times New Roman" pitchFamily="18" charset="0"/>
                        </a:rPr>
                        <a:t>DATA</a:t>
                      </a:r>
                      <a:endParaRPr lang="en-US" sz="2000" dirty="0">
                        <a:latin typeface="Times New Roman" pitchFamily="18" charset="0"/>
                        <a:cs typeface="Times New Roman" pitchFamily="18" charset="0"/>
                      </a:endParaRPr>
                    </a:p>
                  </a:txBody>
                  <a:tcPr/>
                </a:tc>
                <a:tc>
                  <a:txBody>
                    <a:bodyPr/>
                    <a:lstStyle/>
                    <a:p>
                      <a:pPr algn="just"/>
                      <a:r>
                        <a:rPr lang="en-US" sz="2000" b="0" i="0" kern="1200" dirty="0" smtClean="0">
                          <a:solidFill>
                            <a:schemeClr val="dk1"/>
                          </a:solidFill>
                          <a:latin typeface="Times New Roman" pitchFamily="18" charset="0"/>
                          <a:ea typeface="+mn-ea"/>
                          <a:cs typeface="Times New Roman" pitchFamily="18" charset="0"/>
                        </a:rPr>
                        <a:t>The </a:t>
                      </a:r>
                      <a:r>
                        <a:rPr lang="en-US" sz="2000" b="1" i="0" kern="1200" dirty="0" smtClean="0">
                          <a:solidFill>
                            <a:schemeClr val="dk1"/>
                          </a:solidFill>
                          <a:latin typeface="Times New Roman" pitchFamily="18" charset="0"/>
                          <a:ea typeface="+mn-ea"/>
                          <a:cs typeface="Times New Roman" pitchFamily="18" charset="0"/>
                        </a:rPr>
                        <a:t>DATA</a:t>
                      </a:r>
                      <a:r>
                        <a:rPr lang="en-US" sz="2000" b="0" i="0" kern="1200" dirty="0" smtClean="0">
                          <a:solidFill>
                            <a:schemeClr val="dk1"/>
                          </a:solidFill>
                          <a:latin typeface="Times New Roman" pitchFamily="18" charset="0"/>
                          <a:ea typeface="+mn-ea"/>
                          <a:cs typeface="Times New Roman" pitchFamily="18" charset="0"/>
                        </a:rPr>
                        <a:t> command signifies that a stream of data will follow. Here stream of data refers to the body of the message.</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840423">
                <a:tc>
                  <a:txBody>
                    <a:bodyPr/>
                    <a:lstStyle/>
                    <a:p>
                      <a:pPr algn="just"/>
                      <a:r>
                        <a:rPr lang="en-US" sz="2000" dirty="0" smtClean="0">
                          <a:latin typeface="Times New Roman" pitchFamily="18" charset="0"/>
                          <a:cs typeface="Times New Roman" pitchFamily="18" charset="0"/>
                        </a:rPr>
                        <a:t>7.</a:t>
                      </a:r>
                      <a:endParaRPr lang="en-US" sz="2000" dirty="0">
                        <a:latin typeface="Times New Roman" pitchFamily="18" charset="0"/>
                        <a:cs typeface="Times New Roman" pitchFamily="18" charset="0"/>
                      </a:endParaRPr>
                    </a:p>
                  </a:txBody>
                  <a:tcPr/>
                </a:tc>
                <a:tc>
                  <a:txBody>
                    <a:bodyPr/>
                    <a:lstStyle/>
                    <a:p>
                      <a:pPr algn="just"/>
                      <a:r>
                        <a:rPr lang="en-US" sz="2000" b="1" i="0" kern="1200" dirty="0" smtClean="0">
                          <a:solidFill>
                            <a:schemeClr val="dk1"/>
                          </a:solidFill>
                          <a:latin typeface="Times New Roman" pitchFamily="18" charset="0"/>
                          <a:ea typeface="+mn-ea"/>
                          <a:cs typeface="Times New Roman" pitchFamily="18" charset="0"/>
                        </a:rPr>
                        <a:t>QUIT</a:t>
                      </a:r>
                      <a:endParaRPr lang="en-US" sz="2000" dirty="0">
                        <a:latin typeface="Times New Roman" pitchFamily="18" charset="0"/>
                        <a:cs typeface="Times New Roman" pitchFamily="18" charset="0"/>
                      </a:endParaRPr>
                    </a:p>
                  </a:txBody>
                  <a:tcPr/>
                </a:tc>
                <a:tc>
                  <a:txBody>
                    <a:bodyPr/>
                    <a:lstStyle/>
                    <a:p>
                      <a:pPr algn="just"/>
                      <a:r>
                        <a:rPr lang="en-US" sz="2000" b="0" i="0" kern="1200" dirty="0" smtClean="0">
                          <a:solidFill>
                            <a:schemeClr val="dk1"/>
                          </a:solidFill>
                          <a:latin typeface="Times New Roman" pitchFamily="18" charset="0"/>
                          <a:ea typeface="+mn-ea"/>
                          <a:cs typeface="Times New Roman" pitchFamily="18" charset="0"/>
                        </a:rPr>
                        <a:t>This commands is used to terminate the SMTP connection.</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840423">
                <a:tc>
                  <a:txBody>
                    <a:bodyPr/>
                    <a:lstStyle/>
                    <a:p>
                      <a:pPr algn="just"/>
                      <a:r>
                        <a:rPr lang="en-US" sz="2000" dirty="0" smtClean="0">
                          <a:latin typeface="Times New Roman" pitchFamily="18" charset="0"/>
                          <a:cs typeface="Times New Roman" pitchFamily="18" charset="0"/>
                        </a:rPr>
                        <a:t>8.</a:t>
                      </a:r>
                      <a:endParaRPr lang="en-US" sz="2000" dirty="0">
                        <a:latin typeface="Times New Roman" pitchFamily="18" charset="0"/>
                        <a:cs typeface="Times New Roman" pitchFamily="18" charset="0"/>
                      </a:endParaRPr>
                    </a:p>
                  </a:txBody>
                  <a:tcPr/>
                </a:tc>
                <a:tc>
                  <a:txBody>
                    <a:bodyPr/>
                    <a:lstStyle/>
                    <a:p>
                      <a:pPr algn="just"/>
                      <a:r>
                        <a:rPr lang="en-US" sz="2000" b="1" i="0" kern="1200" dirty="0" smtClean="0">
                          <a:solidFill>
                            <a:schemeClr val="dk1"/>
                          </a:solidFill>
                          <a:latin typeface="Times New Roman" pitchFamily="18" charset="0"/>
                          <a:ea typeface="+mn-ea"/>
                          <a:cs typeface="Times New Roman" pitchFamily="18" charset="0"/>
                        </a:rPr>
                        <a:t>VERFY</a:t>
                      </a:r>
                      <a:endParaRPr lang="en-US" sz="2000" dirty="0">
                        <a:latin typeface="Times New Roman" pitchFamily="18" charset="0"/>
                        <a:cs typeface="Times New Roman" pitchFamily="18" charset="0"/>
                      </a:endParaRPr>
                    </a:p>
                  </a:txBody>
                  <a:tcPr/>
                </a:tc>
                <a:tc>
                  <a:txBody>
                    <a:bodyPr/>
                    <a:lstStyle/>
                    <a:p>
                      <a:pPr algn="just"/>
                      <a:r>
                        <a:rPr lang="en-US" sz="2000" b="0" i="0" kern="1200" dirty="0" smtClean="0">
                          <a:solidFill>
                            <a:schemeClr val="dk1"/>
                          </a:solidFill>
                          <a:latin typeface="Times New Roman" pitchFamily="18" charset="0"/>
                          <a:ea typeface="+mn-ea"/>
                          <a:cs typeface="Times New Roman" pitchFamily="18" charset="0"/>
                        </a:rPr>
                        <a:t>This command is used by the receiving server in order to verify whether the given username is valid or not.</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840423">
                <a:tc>
                  <a:txBody>
                    <a:bodyPr/>
                    <a:lstStyle/>
                    <a:p>
                      <a:pPr algn="just"/>
                      <a:r>
                        <a:rPr lang="en-US" sz="2000" dirty="0" smtClean="0">
                          <a:latin typeface="Times New Roman" pitchFamily="18" charset="0"/>
                          <a:cs typeface="Times New Roman" pitchFamily="18" charset="0"/>
                        </a:rPr>
                        <a:t>9</a:t>
                      </a:r>
                      <a:endParaRPr lang="en-US" sz="2000" dirty="0">
                        <a:latin typeface="Times New Roman" pitchFamily="18" charset="0"/>
                        <a:cs typeface="Times New Roman" pitchFamily="18" charset="0"/>
                      </a:endParaRPr>
                    </a:p>
                  </a:txBody>
                  <a:tcPr/>
                </a:tc>
                <a:tc>
                  <a:txBody>
                    <a:bodyPr/>
                    <a:lstStyle/>
                    <a:p>
                      <a:pPr algn="just"/>
                      <a:r>
                        <a:rPr lang="en-US" sz="2000" b="1" i="0" kern="1200" dirty="0" smtClean="0">
                          <a:solidFill>
                            <a:schemeClr val="dk1"/>
                          </a:solidFill>
                          <a:latin typeface="Times New Roman" pitchFamily="18" charset="0"/>
                          <a:ea typeface="+mn-ea"/>
                          <a:cs typeface="Times New Roman" pitchFamily="18" charset="0"/>
                        </a:rPr>
                        <a:t>EXPN</a:t>
                      </a:r>
                      <a:endParaRPr lang="en-US" sz="2000" dirty="0">
                        <a:latin typeface="Times New Roman" pitchFamily="18" charset="0"/>
                        <a:cs typeface="Times New Roman" pitchFamily="18" charset="0"/>
                      </a:endParaRPr>
                    </a:p>
                  </a:txBody>
                  <a:tcPr/>
                </a:tc>
                <a:tc>
                  <a:txBody>
                    <a:bodyPr/>
                    <a:lstStyle/>
                    <a:p>
                      <a:pPr algn="just"/>
                      <a:r>
                        <a:rPr lang="en-US" sz="2000" b="0" i="0" kern="1200" dirty="0" smtClean="0">
                          <a:solidFill>
                            <a:schemeClr val="dk1"/>
                          </a:solidFill>
                          <a:latin typeface="Times New Roman" pitchFamily="18" charset="0"/>
                          <a:ea typeface="+mn-ea"/>
                          <a:cs typeface="Times New Roman" pitchFamily="18" charset="0"/>
                        </a:rPr>
                        <a:t>It is same as VRFY, except it will list all the users name when it used with a distribution list.</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656106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바닥글 개체 틀 5"/>
          <p:cNvSpPr>
            <a:spLocks noGrp="1"/>
          </p:cNvSpPr>
          <p:nvPr>
            <p:ph type="ftr" sz="quarter" idx="11"/>
          </p:nvPr>
        </p:nvSpPr>
        <p:spPr>
          <a:noFill/>
        </p:spPr>
        <p:txBody>
          <a:bodyPr/>
          <a:lstStyle/>
          <a:p>
            <a:r>
              <a:rPr lang="en-US" altLang="ko-KR" smtClean="0">
                <a:ea typeface="굴림" charset="-127"/>
              </a:rPr>
              <a:t>Computer Networks</a:t>
            </a:r>
          </a:p>
        </p:txBody>
      </p:sp>
      <p:sp>
        <p:nvSpPr>
          <p:cNvPr id="91139" name="슬라이드 번호 개체 틀 6"/>
          <p:cNvSpPr>
            <a:spLocks noGrp="1"/>
          </p:cNvSpPr>
          <p:nvPr>
            <p:ph type="sldNum" sz="quarter" idx="12"/>
          </p:nvPr>
        </p:nvSpPr>
        <p:spPr>
          <a:noFill/>
        </p:spPr>
        <p:txBody>
          <a:bodyPr/>
          <a:lstStyle/>
          <a:p>
            <a:r>
              <a:rPr lang="en-US" altLang="ko-KR" smtClean="0">
                <a:ea typeface="굴림" charset="-127"/>
              </a:rPr>
              <a:t>26-</a:t>
            </a:r>
            <a:fld id="{4916F9C0-E1F5-4818-9F9F-4DFAB0A84534}" type="slidenum">
              <a:rPr lang="en-US" altLang="ko-KR" smtClean="0">
                <a:ea typeface="굴림" charset="-127"/>
              </a:rPr>
              <a:pPr/>
              <a:t>67</a:t>
            </a:fld>
            <a:endParaRPr lang="en-US" altLang="ko-KR" smtClean="0">
              <a:ea typeface="굴림" charset="-127"/>
            </a:endParaRPr>
          </a:p>
        </p:txBody>
      </p:sp>
      <p:sp>
        <p:nvSpPr>
          <p:cNvPr id="91140" name="Rectangle 2"/>
          <p:cNvSpPr>
            <a:spLocks noGrp="1" noChangeArrowheads="1"/>
          </p:cNvSpPr>
          <p:nvPr>
            <p:ph type="title"/>
          </p:nvPr>
        </p:nvSpPr>
        <p:spPr/>
        <p:txBody>
          <a:bodyPr/>
          <a:lstStyle/>
          <a:p>
            <a:pPr eaLnBrk="1" hangingPunct="1"/>
            <a:r>
              <a:rPr lang="en-US" altLang="ko-KR" smtClean="0">
                <a:ea typeface="굴림" charset="-127"/>
              </a:rPr>
              <a:t>File Transfer</a:t>
            </a:r>
          </a:p>
        </p:txBody>
      </p:sp>
      <p:sp>
        <p:nvSpPr>
          <p:cNvPr id="91141" name="Rectangle 4"/>
          <p:cNvSpPr>
            <a:spLocks noGrp="1" noChangeArrowheads="1"/>
          </p:cNvSpPr>
          <p:nvPr>
            <p:ph type="body" sz="half" idx="1"/>
          </p:nvPr>
        </p:nvSpPr>
        <p:spPr/>
        <p:txBody>
          <a:bodyPr/>
          <a:lstStyle/>
          <a:p>
            <a:pPr marL="0" indent="0" eaLnBrk="1" hangingPunct="1">
              <a:spcBef>
                <a:spcPts val="1200"/>
              </a:spcBef>
              <a:spcAft>
                <a:spcPts val="1000"/>
              </a:spcAft>
              <a:buFont typeface="Times New Roman" pitchFamily="18" charset="0"/>
              <a:buNone/>
            </a:pPr>
            <a:r>
              <a:rPr lang="en-US" altLang="ko-KR" sz="1800" smtClean="0">
                <a:ea typeface="굴림" charset="-127"/>
              </a:rPr>
              <a:t>FTP uses the services of TCP. It needs two TCP connections. The well-known port 21 is used for the control connection, and the well-known port 20 is used for the data connection</a:t>
            </a:r>
            <a:r>
              <a:rPr lang="en-US" altLang="ko-KR" sz="1800" b="1" i="1" smtClean="0">
                <a:ea typeface="굴림" charset="-127"/>
              </a:rPr>
              <a:t>.</a:t>
            </a:r>
          </a:p>
          <a:p>
            <a:pPr marL="0" indent="0" eaLnBrk="1" hangingPunct="1">
              <a:buFont typeface="Times New Roman" pitchFamily="18" charset="0"/>
              <a:buNone/>
            </a:pPr>
            <a:endParaRPr lang="en-US" altLang="ko-KR" sz="1800" smtClean="0">
              <a:ea typeface="굴림" charset="-127"/>
            </a:endParaRPr>
          </a:p>
        </p:txBody>
      </p:sp>
      <p:pic>
        <p:nvPicPr>
          <p:cNvPr id="91142" name="Picture 8"/>
          <p:cNvPicPr>
            <a:picLocks noGrp="1" noChangeAspect="1" noChangeArrowheads="1"/>
          </p:cNvPicPr>
          <p:nvPr>
            <p:ph sz="half" idx="2"/>
          </p:nvPr>
        </p:nvPicPr>
        <p:blipFill>
          <a:blip r:embed="rId2" cstate="print"/>
          <a:srcRect/>
          <a:stretch>
            <a:fillRect/>
          </a:stretch>
        </p:blipFill>
        <p:spPr>
          <a:xfrm>
            <a:off x="1403350" y="2924175"/>
            <a:ext cx="6480175" cy="2671763"/>
          </a:xfrm>
          <a:noFill/>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바닥글 개체 틀 5"/>
          <p:cNvSpPr>
            <a:spLocks noGrp="1"/>
          </p:cNvSpPr>
          <p:nvPr>
            <p:ph type="ftr" sz="quarter" idx="11"/>
          </p:nvPr>
        </p:nvSpPr>
        <p:spPr>
          <a:noFill/>
        </p:spPr>
        <p:txBody>
          <a:bodyPr/>
          <a:lstStyle/>
          <a:p>
            <a:r>
              <a:rPr lang="en-US" altLang="ko-KR" smtClean="0">
                <a:ea typeface="굴림" charset="-127"/>
              </a:rPr>
              <a:t>Computer Networks</a:t>
            </a:r>
          </a:p>
        </p:txBody>
      </p:sp>
      <p:sp>
        <p:nvSpPr>
          <p:cNvPr id="92163" name="슬라이드 번호 개체 틀 6"/>
          <p:cNvSpPr>
            <a:spLocks noGrp="1"/>
          </p:cNvSpPr>
          <p:nvPr>
            <p:ph type="sldNum" sz="quarter" idx="12"/>
          </p:nvPr>
        </p:nvSpPr>
        <p:spPr>
          <a:noFill/>
        </p:spPr>
        <p:txBody>
          <a:bodyPr/>
          <a:lstStyle/>
          <a:p>
            <a:r>
              <a:rPr lang="en-US" altLang="ko-KR" smtClean="0">
                <a:ea typeface="굴림" charset="-127"/>
              </a:rPr>
              <a:t>26-</a:t>
            </a:r>
            <a:fld id="{46F71F84-FF0D-4452-AC11-FF67D4DEBB5C}" type="slidenum">
              <a:rPr lang="en-US" altLang="ko-KR" smtClean="0">
                <a:ea typeface="굴림" charset="-127"/>
              </a:rPr>
              <a:pPr/>
              <a:t>68</a:t>
            </a:fld>
            <a:endParaRPr lang="en-US" altLang="ko-KR" smtClean="0">
              <a:ea typeface="굴림" charset="-127"/>
            </a:endParaRPr>
          </a:p>
        </p:txBody>
      </p:sp>
      <p:sp>
        <p:nvSpPr>
          <p:cNvPr id="92164" name="Rectangle 2"/>
          <p:cNvSpPr>
            <a:spLocks noGrp="1" noChangeArrowheads="1"/>
          </p:cNvSpPr>
          <p:nvPr>
            <p:ph type="title"/>
          </p:nvPr>
        </p:nvSpPr>
        <p:spPr/>
        <p:txBody>
          <a:bodyPr/>
          <a:lstStyle/>
          <a:p>
            <a:pPr eaLnBrk="1" hangingPunct="1"/>
            <a:r>
              <a:rPr lang="en-US" altLang="ko-KR" smtClean="0">
                <a:ea typeface="굴림" charset="-127"/>
              </a:rPr>
              <a:t>Communication over Two Connections</a:t>
            </a:r>
          </a:p>
        </p:txBody>
      </p:sp>
      <p:pic>
        <p:nvPicPr>
          <p:cNvPr id="92165" name="Picture 6"/>
          <p:cNvPicPr>
            <a:picLocks noChangeAspect="1" noChangeArrowheads="1"/>
          </p:cNvPicPr>
          <p:nvPr/>
        </p:nvPicPr>
        <p:blipFill>
          <a:blip r:embed="rId2" cstate="print"/>
          <a:srcRect/>
          <a:stretch>
            <a:fillRect/>
          </a:stretch>
        </p:blipFill>
        <p:spPr bwMode="auto">
          <a:xfrm>
            <a:off x="1776413" y="1755775"/>
            <a:ext cx="5438775" cy="1673225"/>
          </a:xfrm>
          <a:prstGeom prst="rect">
            <a:avLst/>
          </a:prstGeom>
          <a:noFill/>
          <a:ln w="9525">
            <a:noFill/>
            <a:miter lim="800000"/>
            <a:headEnd/>
            <a:tailEnd/>
          </a:ln>
        </p:spPr>
      </p:pic>
      <p:pic>
        <p:nvPicPr>
          <p:cNvPr id="92166" name="Picture 6"/>
          <p:cNvPicPr>
            <a:picLocks noChangeAspect="1" noChangeArrowheads="1"/>
          </p:cNvPicPr>
          <p:nvPr/>
        </p:nvPicPr>
        <p:blipFill>
          <a:blip r:embed="rId3" cstate="print"/>
          <a:srcRect/>
          <a:stretch>
            <a:fillRect/>
          </a:stretch>
        </p:blipFill>
        <p:spPr bwMode="auto">
          <a:xfrm>
            <a:off x="1500188" y="3903663"/>
            <a:ext cx="6129337" cy="13827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WenQuanYi Micro Hei"/>
        <a:cs typeface="WenQuanYi Micro Hei"/>
      </a:majorFont>
      <a:minorFont>
        <a:latin typeface="Times New Roman"/>
        <a:ea typeface="WenQuanYi Micro Hei"/>
        <a:cs typeface="WenQuanYi Micro 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1711</TotalTime>
  <Words>2111</Words>
  <Application>Microsoft Office PowerPoint</Application>
  <PresentationFormat>On-screen Show (4:3)</PresentationFormat>
  <Paragraphs>311</Paragraphs>
  <Slides>68</Slides>
  <Notes>41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6" baseType="lpstr">
      <vt:lpstr>Arial</vt:lpstr>
      <vt:lpstr>DejaVu Sans</vt:lpstr>
      <vt:lpstr>굴림</vt:lpstr>
      <vt:lpstr>Times New Roman</vt:lpstr>
      <vt:lpstr>WenQuanYi Micro Hei</vt:lpstr>
      <vt:lpstr>Wingdings</vt:lpstr>
      <vt:lpstr>Office Theme</vt:lpstr>
      <vt:lpstr>Presentation</vt:lpstr>
      <vt:lpstr>The Transport Layer</vt:lpstr>
      <vt:lpstr>The Transport Service</vt:lpstr>
      <vt:lpstr>Services Provided to the Upper Layers</vt:lpstr>
      <vt:lpstr>Transport Service Primitives</vt:lpstr>
      <vt:lpstr>Transport Service Primitives (2)</vt:lpstr>
      <vt:lpstr>Transport Service Primitives (3)</vt:lpstr>
      <vt:lpstr>Berkeley Sockets</vt:lpstr>
      <vt:lpstr>Elements of Transport Protocols</vt:lpstr>
      <vt:lpstr>Transport Protocol</vt:lpstr>
      <vt:lpstr>Addressing</vt:lpstr>
      <vt:lpstr>Connection Establishment</vt:lpstr>
      <vt:lpstr>Connection Establishment (3)</vt:lpstr>
      <vt:lpstr>Connection Release</vt:lpstr>
      <vt:lpstr>Connection Release (2)</vt:lpstr>
      <vt:lpstr>PowerPoint Presentation</vt:lpstr>
      <vt:lpstr>Connection Release (3)</vt:lpstr>
      <vt:lpstr>Connection Release (4)</vt:lpstr>
      <vt:lpstr>The Internet Transport Protocols: UDP User Datagram Protocol</vt:lpstr>
      <vt:lpstr>Introduction to UDP</vt:lpstr>
      <vt:lpstr>Source Port: Source Port is a 2 Byte long field used to identify the port number of the source.   Destination Port: It is a 2 Byte long field, used to identify the port of the destined packet.   Length: Length is the length of UDP including the header and the data. It is a 16-bits field. Checksum: Checksum is 2 Bytes long field. It is the 16-bit one’s complement of the one’s complement sum of the UDP header, the pseudo-header of information from the IP header, and the data, padded with zero octets at the end (if necessary) to make a multiple of two octets. </vt:lpstr>
      <vt:lpstr>    Applications   Used for simple request-response communication when the size of data is less and hence there is lesser concern about flow and error control.  It is a suitable protocol for multicasting as UDP supports packet switching.  UDP is widely used in online gaming   Streaming media applications  VoIP (Voice over Internet Protocol) services, such as Skype and WhatsApp, use UDP for real-time voice communication.   DNS (Domain Name System) also uses UDP for its query/response messages. </vt:lpstr>
      <vt:lpstr>The Internet Transport Protocols: TCP</vt:lpstr>
      <vt:lpstr>PowerPoint Presentation</vt:lpstr>
      <vt:lpstr>The TCP Service Model</vt:lpstr>
      <vt:lpstr>The TCP Service Model (2)</vt:lpstr>
      <vt:lpstr>The TCP Segment Header</vt:lpstr>
      <vt:lpstr>The TCP Segment Header (2)</vt:lpstr>
      <vt:lpstr>The TCP Segment Header</vt:lpstr>
      <vt:lpstr>PowerPoint Presentation</vt:lpstr>
      <vt:lpstr>PowerPoint Presentation</vt:lpstr>
      <vt:lpstr>PowerPoint Presentation</vt:lpstr>
      <vt:lpstr>TCP Connection Establishment</vt:lpstr>
      <vt:lpstr>TCP Connection Release</vt:lpstr>
      <vt:lpstr>PowerPoint Presentation</vt:lpstr>
      <vt:lpstr>The Application Layer</vt:lpstr>
      <vt:lpstr>DNS – The Domain Name System</vt:lpstr>
      <vt:lpstr>DNS</vt:lpstr>
      <vt:lpstr>The DNS Name Space</vt:lpstr>
      <vt:lpstr>DNS Name Space</vt:lpstr>
      <vt:lpstr>DNS(contd..)</vt:lpstr>
      <vt:lpstr>Resource Records</vt:lpstr>
      <vt:lpstr>Resource Records Type: This field tells what kind of record this is. The important types are listed below</vt:lpstr>
      <vt:lpstr>Resource Records (2)</vt:lpstr>
      <vt:lpstr>Name Servers</vt:lpstr>
      <vt:lpstr>Name Servers (2)</vt:lpstr>
      <vt:lpstr>The World Wide Web</vt:lpstr>
      <vt:lpstr>Architecture of WWW</vt:lpstr>
      <vt:lpstr>Browser and URL</vt:lpstr>
      <vt:lpstr>URLs – Uniform Resource Locaters</vt:lpstr>
      <vt:lpstr>Statelessness and Cookies</vt:lpstr>
      <vt:lpstr>Static Documents: HTML</vt:lpstr>
      <vt:lpstr>Dynamic Documents: CGI and  Scripting</vt:lpstr>
      <vt:lpstr>Active Documents: Java Applets and JavaScript</vt:lpstr>
      <vt:lpstr>Dynamic Web Documents (2)</vt:lpstr>
      <vt:lpstr>Dynamic Web Documents (3)</vt:lpstr>
      <vt:lpstr>Client-Side Dynamic Web Page Generation</vt:lpstr>
      <vt:lpstr>Hypertext Transfer Protocol (HTTP)</vt:lpstr>
      <vt:lpstr>Request and Response Message</vt:lpstr>
      <vt:lpstr>Example 1</vt:lpstr>
      <vt:lpstr>Example 2</vt:lpstr>
      <vt:lpstr>HTTP Methods</vt:lpstr>
      <vt:lpstr>HTTP Methods (2)</vt:lpstr>
      <vt:lpstr>HTTP Message Headers</vt:lpstr>
      <vt:lpstr>Mail Transfer Agent (MTA): SMTP</vt:lpstr>
      <vt:lpstr>Application Layer</vt:lpstr>
      <vt:lpstr>Application Layer</vt:lpstr>
      <vt:lpstr>File Transfer</vt:lpstr>
      <vt:lpstr>Communication over Two Connections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Transport Layer</dc:title>
  <dc:creator>Steve Armstrong</dc:creator>
  <cp:lastModifiedBy>Admin</cp:lastModifiedBy>
  <cp:revision>92</cp:revision>
  <cp:lastPrinted>1601-01-01T00:00:00Z</cp:lastPrinted>
  <dcterms:created xsi:type="dcterms:W3CDTF">2002-07-29T13:02:35Z</dcterms:created>
  <dcterms:modified xsi:type="dcterms:W3CDTF">2025-11-24T09:19:11Z</dcterms:modified>
</cp:coreProperties>
</file>