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57"/>
  </p:notesMasterIdLst>
  <p:sldIdLst>
    <p:sldId id="257" r:id="rId4"/>
    <p:sldId id="258" r:id="rId5"/>
    <p:sldId id="265" r:id="rId6"/>
    <p:sldId id="259" r:id="rId7"/>
    <p:sldId id="266" r:id="rId8"/>
    <p:sldId id="260" r:id="rId9"/>
    <p:sldId id="261" r:id="rId10"/>
    <p:sldId id="307" r:id="rId11"/>
    <p:sldId id="262" r:id="rId12"/>
    <p:sldId id="263" r:id="rId13"/>
    <p:sldId id="264" r:id="rId14"/>
    <p:sldId id="267" r:id="rId15"/>
    <p:sldId id="268" r:id="rId16"/>
    <p:sldId id="308" r:id="rId17"/>
    <p:sldId id="309" r:id="rId18"/>
    <p:sldId id="269" r:id="rId19"/>
    <p:sldId id="270" r:id="rId20"/>
    <p:sldId id="271" r:id="rId21"/>
    <p:sldId id="272" r:id="rId22"/>
    <p:sldId id="273" r:id="rId23"/>
    <p:sldId id="274" r:id="rId24"/>
    <p:sldId id="275" r:id="rId25"/>
    <p:sldId id="297" r:id="rId26"/>
    <p:sldId id="298" r:id="rId27"/>
    <p:sldId id="276" r:id="rId28"/>
    <p:sldId id="291" r:id="rId29"/>
    <p:sldId id="290" r:id="rId30"/>
    <p:sldId id="292" r:id="rId31"/>
    <p:sldId id="277" r:id="rId32"/>
    <p:sldId id="295" r:id="rId33"/>
    <p:sldId id="296" r:id="rId34"/>
    <p:sldId id="294" r:id="rId35"/>
    <p:sldId id="293" r:id="rId36"/>
    <p:sldId id="300" r:id="rId37"/>
    <p:sldId id="306" r:id="rId38"/>
    <p:sldId id="301" r:id="rId39"/>
    <p:sldId id="302" r:id="rId40"/>
    <p:sldId id="303" r:id="rId41"/>
    <p:sldId id="304" r:id="rId42"/>
    <p:sldId id="305" r:id="rId43"/>
    <p:sldId id="299" r:id="rId44"/>
    <p:sldId id="278" r:id="rId45"/>
    <p:sldId id="279" r:id="rId46"/>
    <p:sldId id="281" r:id="rId47"/>
    <p:sldId id="282" r:id="rId48"/>
    <p:sldId id="280" r:id="rId49"/>
    <p:sldId id="283" r:id="rId50"/>
    <p:sldId id="284" r:id="rId51"/>
    <p:sldId id="285" r:id="rId52"/>
    <p:sldId id="286" r:id="rId53"/>
    <p:sldId id="288" r:id="rId54"/>
    <p:sldId id="287" r:id="rId55"/>
    <p:sldId id="289"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7" d="100"/>
          <a:sy n="107" d="100"/>
        </p:scale>
        <p:origin x="-8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90879E-8945-477F-B8CB-BB9A31A7C21B}" type="datetimeFigureOut">
              <a:rPr lang="en-IN" smtClean="0"/>
              <a:pPr/>
              <a:t>05-09-2023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61CDE7-D572-4F1A-A5B9-EDBECB4C679E}" type="slidenum">
              <a:rPr lang="en-IN" smtClean="0"/>
              <a:pPr/>
              <a:t>‹#›</a:t>
            </a:fld>
            <a:endParaRPr lang="en-IN"/>
          </a:p>
        </p:txBody>
      </p:sp>
    </p:spTree>
    <p:extLst>
      <p:ext uri="{BB962C8B-B14F-4D97-AF65-F5344CB8AC3E}">
        <p14:creationId xmlns:p14="http://schemas.microsoft.com/office/powerpoint/2010/main" val="77361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313477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769597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652444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2261617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183007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2292933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1857281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203187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72679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208951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extLst>
      <p:ext uri="{BB962C8B-B14F-4D97-AF65-F5344CB8AC3E}">
        <p14:creationId xmlns:p14="http://schemas.microsoft.com/office/powerpoint/2010/main" val="2702813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F96E2A39-E721-42B3-A401-4C8E4484B9A9}" type="slidenum">
              <a:rPr lang="en-IN" smtClean="0"/>
              <a:pPr/>
              <a:t>‹#›</a:t>
            </a:fld>
            <a:endParaRPr lang="en-IN"/>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fld id="{F96E2A39-E721-42B3-A401-4C8E4484B9A9}" type="slidenum">
              <a:rPr lang="en-IN" smtClean="0"/>
              <a:pPr/>
              <a:t>‹#›</a:t>
            </a:fld>
            <a:endParaRPr lang="en-IN"/>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F96E2A39-E721-42B3-A401-4C8E4484B9A9}" type="slidenum">
              <a:rPr lang="en-IN" smtClean="0"/>
              <a:pPr/>
              <a:t>‹#›</a:t>
            </a:fld>
            <a:endParaRPr lang="en-IN"/>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6E2A39-E721-42B3-A401-4C8E4484B9A9}" type="slidenum">
              <a:rPr lang="en-IN" smtClean="0"/>
              <a:pPr/>
              <a:t>‹#›</a:t>
            </a:fld>
            <a:endParaRPr lang="en-IN"/>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8" name="Footer Placeholder 7"/>
          <p:cNvSpPr>
            <a:spLocks noGrp="1"/>
          </p:cNvSpPr>
          <p:nvPr>
            <p:ph type="ftr" sz="quarter" idx="11"/>
          </p:nvPr>
        </p:nvSpPr>
        <p:spPr>
          <a:xfrm>
            <a:off x="304800" y="6409944"/>
            <a:ext cx="3581400" cy="365760"/>
          </a:xfrm>
        </p:spPr>
        <p:txBody>
          <a:bodyPr/>
          <a:lstStyle/>
          <a:p>
            <a:endParaRPr lang="en-IN"/>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F96E2A39-E721-42B3-A401-4C8E4484B9A9}" type="slidenum">
              <a:rPr lang="en-IN" smtClean="0"/>
              <a:pPr/>
              <a:t>‹#›</a:t>
            </a:fld>
            <a:endParaRPr lang="en-IN"/>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4343400" y="1036020"/>
            <a:ext cx="457200" cy="441325"/>
          </a:xfrm>
        </p:spPr>
        <p:txBody>
          <a:bodyPr/>
          <a:lstStyle/>
          <a:p>
            <a:fld id="{F96E2A39-E721-42B3-A401-4C8E4484B9A9}" type="slidenum">
              <a:rPr lang="en-IN" smtClean="0"/>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F96E2A39-E721-42B3-A401-4C8E4484B9A9}" type="slidenum">
              <a:rPr lang="en-IN" smtClean="0"/>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F96E2A39-E721-42B3-A401-4C8E4484B9A9}" type="slidenum">
              <a:rPr lang="en-IN" smtClean="0"/>
              <a:pPr/>
              <a:t>‹#›</a:t>
            </a:fld>
            <a:endParaRPr lang="en-IN"/>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a:xfrm>
            <a:off x="301752" y="6410848"/>
            <a:ext cx="338328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F96E2A39-E721-42B3-A401-4C8E4484B9A9}" type="slidenum">
              <a:rPr lang="en-IN" smtClean="0"/>
              <a:pPr/>
              <a:t>‹#›</a:t>
            </a:fld>
            <a:endParaRPr lang="en-IN"/>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C79CC3E3-AF16-4DE6-B343-A77A429E3A19}" type="datetimeFigureOut">
              <a:rPr lang="en-IN" smtClean="0"/>
              <a:pPr/>
              <a:t>05-09-2023</a:t>
            </a:fld>
            <a:endParaRPr lang="en-IN"/>
          </a:p>
        </p:txBody>
      </p:sp>
      <p:sp>
        <p:nvSpPr>
          <p:cNvPr id="6" name="Footer Placeholder 5"/>
          <p:cNvSpPr>
            <a:spLocks noGrp="1"/>
          </p:cNvSpPr>
          <p:nvPr>
            <p:ph type="ftr" sz="quarter" idx="11"/>
          </p:nvPr>
        </p:nvSpPr>
        <p:spPr>
          <a:xfrm>
            <a:off x="301752" y="6410848"/>
            <a:ext cx="3584448" cy="365760"/>
          </a:xfrm>
        </p:spPr>
        <p:txBody>
          <a:bodyPr/>
          <a:lstStyle/>
          <a:p>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6E2A39-E721-42B3-A401-4C8E4484B9A9}"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F96E2A39-E721-42B3-A401-4C8E4484B9A9}" type="slidenum">
              <a:rPr lang="en-IN" smtClean="0"/>
              <a:pPr/>
              <a:t>‹#›</a:t>
            </a:fld>
            <a:endParaRPr lang="en-IN"/>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79CC3E3-AF16-4DE6-B343-A77A429E3A19}" type="datetimeFigureOut">
              <a:rPr lang="en-IN" smtClean="0"/>
              <a:pPr/>
              <a:t>05-09-2023</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5" name="Holder 5"/>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6" name="Holder 6"/>
          <p:cNvSpPr>
            <a:spLocks noGrp="1"/>
          </p:cNvSpPr>
          <p:nvPr>
            <p:ph type="sldNum" sz="quarter" idx="7"/>
          </p:nvPr>
        </p:nvSpPr>
        <p:spPr/>
        <p:txBody>
          <a:bodyPr lIns="0" tIns="0" rIns="0" bIns="0"/>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32424353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5" name="Holder 5"/>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6" name="Holder 6"/>
          <p:cNvSpPr>
            <a:spLocks noGrp="1"/>
          </p:cNvSpPr>
          <p:nvPr>
            <p:ph type="sldNum" sz="quarter" idx="7"/>
          </p:nvPr>
        </p:nvSpPr>
        <p:spPr/>
        <p:txBody>
          <a:bodyPr lIns="0" tIns="0" rIns="0" bIns="0"/>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3892510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Black"/>
                <a:cs typeface="Arial Black"/>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6" name="Holder 6"/>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7" name="Holder 7"/>
          <p:cNvSpPr>
            <a:spLocks noGrp="1"/>
          </p:cNvSpPr>
          <p:nvPr>
            <p:ph type="sldNum" sz="quarter" idx="7"/>
          </p:nvPr>
        </p:nvSpPr>
        <p:spPr/>
        <p:txBody>
          <a:bodyPr lIns="0" tIns="0" rIns="0" bIns="0"/>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4231498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4" name="Holder 4"/>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5" name="Holder 5"/>
          <p:cNvSpPr>
            <a:spLocks noGrp="1"/>
          </p:cNvSpPr>
          <p:nvPr>
            <p:ph type="sldNum" sz="quarter" idx="7"/>
          </p:nvPr>
        </p:nvSpPr>
        <p:spPr/>
        <p:txBody>
          <a:bodyPr lIns="0" tIns="0" rIns="0" bIns="0"/>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2321491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3" name="Holder 3"/>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4" name="Holder 4"/>
          <p:cNvSpPr>
            <a:spLocks noGrp="1"/>
          </p:cNvSpPr>
          <p:nvPr>
            <p:ph type="sldNum" sz="quarter" idx="7"/>
          </p:nvPr>
        </p:nvSpPr>
        <p:spPr/>
        <p:txBody>
          <a:bodyPr lIns="0" tIns="0" rIns="0" bIns="0"/>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2414569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3.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9CC3E3-AF16-4DE6-B343-A77A429E3A19}" type="datetimeFigureOut">
              <a:rPr lang="en-IN" smtClean="0"/>
              <a:pPr/>
              <a:t>05-09-2023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E2A39-E721-42B3-A401-4C8E4484B9A9}" type="slidenum">
              <a:rPr lang="en-IN" smtClean="0"/>
              <a:pPr/>
              <a:t>‹#›</a:t>
            </a:fld>
            <a:endParaRPr lang="en-IN"/>
          </a:p>
        </p:txBody>
      </p:sp>
    </p:spTree>
    <p:extLst>
      <p:ext uri="{BB962C8B-B14F-4D97-AF65-F5344CB8AC3E}">
        <p14:creationId xmlns:p14="http://schemas.microsoft.com/office/powerpoint/2010/main" val="3004234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C79CC3E3-AF16-4DE6-B343-A77A429E3A19}" type="datetimeFigureOut">
              <a:rPr lang="en-IN" smtClean="0"/>
              <a:pPr/>
              <a:t>05-09-2023</a:t>
            </a:fld>
            <a:endParaRPr lang="en-IN"/>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F96E2A39-E721-42B3-A401-4C8E4484B9A9}" type="slidenum">
              <a:rPr lang="en-IN" smtClean="0"/>
              <a:pPr/>
              <a:t>‹#›</a:t>
            </a:fld>
            <a:endParaRPr lang="en-IN"/>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0160" y="0"/>
            <a:ext cx="0" cy="534670"/>
          </a:xfrm>
          <a:custGeom>
            <a:avLst/>
            <a:gdLst/>
            <a:ahLst/>
            <a:cxnLst/>
            <a:rect l="l" t="t" r="r" b="b"/>
            <a:pathLst>
              <a:path h="534670">
                <a:moveTo>
                  <a:pt x="0" y="1270"/>
                </a:moveTo>
                <a:lnTo>
                  <a:pt x="0" y="535940"/>
                </a:lnTo>
              </a:path>
            </a:pathLst>
          </a:custGeom>
          <a:ln w="8890">
            <a:solidFill>
              <a:srgbClr val="FEFEFF"/>
            </a:solidFill>
          </a:ln>
        </p:spPr>
        <p:txBody>
          <a:bodyPr wrap="square" lIns="0" tIns="0" rIns="0" bIns="0" rtlCol="0"/>
          <a:lstStyle/>
          <a:p>
            <a:endParaRPr>
              <a:solidFill>
                <a:prstClr val="black"/>
              </a:solidFill>
            </a:endParaRPr>
          </a:p>
        </p:txBody>
      </p:sp>
      <p:sp>
        <p:nvSpPr>
          <p:cNvPr id="17" name="bk object 17"/>
          <p:cNvSpPr/>
          <p:nvPr/>
        </p:nvSpPr>
        <p:spPr>
          <a:xfrm>
            <a:off x="17145" y="0"/>
            <a:ext cx="0" cy="534670"/>
          </a:xfrm>
          <a:custGeom>
            <a:avLst/>
            <a:gdLst/>
            <a:ahLst/>
            <a:cxnLst/>
            <a:rect l="l" t="t" r="r" b="b"/>
            <a:pathLst>
              <a:path h="534670">
                <a:moveTo>
                  <a:pt x="0" y="1270"/>
                </a:moveTo>
                <a:lnTo>
                  <a:pt x="0" y="535940"/>
                </a:lnTo>
              </a:path>
            </a:pathLst>
          </a:custGeom>
          <a:ln w="10160">
            <a:solidFill>
              <a:srgbClr val="FDFDFE"/>
            </a:solidFill>
          </a:ln>
        </p:spPr>
        <p:txBody>
          <a:bodyPr wrap="square" lIns="0" tIns="0" rIns="0" bIns="0" rtlCol="0"/>
          <a:lstStyle/>
          <a:p>
            <a:endParaRPr>
              <a:solidFill>
                <a:prstClr val="black"/>
              </a:solidFill>
            </a:endParaRPr>
          </a:p>
        </p:txBody>
      </p:sp>
      <p:sp>
        <p:nvSpPr>
          <p:cNvPr id="18" name="bk object 18"/>
          <p:cNvSpPr/>
          <p:nvPr/>
        </p:nvSpPr>
        <p:spPr>
          <a:xfrm>
            <a:off x="24129" y="0"/>
            <a:ext cx="0" cy="534670"/>
          </a:xfrm>
          <a:custGeom>
            <a:avLst/>
            <a:gdLst/>
            <a:ahLst/>
            <a:cxnLst/>
            <a:rect l="l" t="t" r="r" b="b"/>
            <a:pathLst>
              <a:path h="534670">
                <a:moveTo>
                  <a:pt x="0" y="1270"/>
                </a:moveTo>
                <a:lnTo>
                  <a:pt x="0" y="535940"/>
                </a:lnTo>
              </a:path>
            </a:pathLst>
          </a:custGeom>
          <a:ln w="8890">
            <a:solidFill>
              <a:srgbClr val="FCFCFE"/>
            </a:solidFill>
          </a:ln>
        </p:spPr>
        <p:txBody>
          <a:bodyPr wrap="square" lIns="0" tIns="0" rIns="0" bIns="0" rtlCol="0"/>
          <a:lstStyle/>
          <a:p>
            <a:endParaRPr>
              <a:solidFill>
                <a:prstClr val="black"/>
              </a:solidFill>
            </a:endParaRPr>
          </a:p>
        </p:txBody>
      </p:sp>
      <p:sp>
        <p:nvSpPr>
          <p:cNvPr id="19" name="bk object 19"/>
          <p:cNvSpPr/>
          <p:nvPr/>
        </p:nvSpPr>
        <p:spPr>
          <a:xfrm>
            <a:off x="31750" y="0"/>
            <a:ext cx="0" cy="534670"/>
          </a:xfrm>
          <a:custGeom>
            <a:avLst/>
            <a:gdLst/>
            <a:ahLst/>
            <a:cxnLst/>
            <a:rect l="l" t="t" r="r" b="b"/>
            <a:pathLst>
              <a:path h="534670">
                <a:moveTo>
                  <a:pt x="0" y="1270"/>
                </a:moveTo>
                <a:lnTo>
                  <a:pt x="0" y="535940"/>
                </a:lnTo>
              </a:path>
            </a:pathLst>
          </a:custGeom>
          <a:ln w="8890">
            <a:solidFill>
              <a:srgbClr val="FBFBFD"/>
            </a:solidFill>
          </a:ln>
        </p:spPr>
        <p:txBody>
          <a:bodyPr wrap="square" lIns="0" tIns="0" rIns="0" bIns="0" rtlCol="0"/>
          <a:lstStyle/>
          <a:p>
            <a:endParaRPr>
              <a:solidFill>
                <a:prstClr val="black"/>
              </a:solidFill>
            </a:endParaRPr>
          </a:p>
        </p:txBody>
      </p:sp>
      <p:sp>
        <p:nvSpPr>
          <p:cNvPr id="20" name="bk object 20"/>
          <p:cNvSpPr/>
          <p:nvPr/>
        </p:nvSpPr>
        <p:spPr>
          <a:xfrm>
            <a:off x="38734" y="0"/>
            <a:ext cx="0" cy="534670"/>
          </a:xfrm>
          <a:custGeom>
            <a:avLst/>
            <a:gdLst/>
            <a:ahLst/>
            <a:cxnLst/>
            <a:rect l="l" t="t" r="r" b="b"/>
            <a:pathLst>
              <a:path h="534670">
                <a:moveTo>
                  <a:pt x="0" y="1270"/>
                </a:moveTo>
                <a:lnTo>
                  <a:pt x="0" y="535940"/>
                </a:lnTo>
              </a:path>
            </a:pathLst>
          </a:custGeom>
          <a:ln w="10160">
            <a:solidFill>
              <a:srgbClr val="F9F9FC"/>
            </a:solidFill>
          </a:ln>
        </p:spPr>
        <p:txBody>
          <a:bodyPr wrap="square" lIns="0" tIns="0" rIns="0" bIns="0" rtlCol="0"/>
          <a:lstStyle/>
          <a:p>
            <a:endParaRPr>
              <a:solidFill>
                <a:prstClr val="black"/>
              </a:solidFill>
            </a:endParaRPr>
          </a:p>
        </p:txBody>
      </p:sp>
      <p:sp>
        <p:nvSpPr>
          <p:cNvPr id="21" name="bk object 21"/>
          <p:cNvSpPr/>
          <p:nvPr/>
        </p:nvSpPr>
        <p:spPr>
          <a:xfrm>
            <a:off x="45720" y="0"/>
            <a:ext cx="0" cy="534670"/>
          </a:xfrm>
          <a:custGeom>
            <a:avLst/>
            <a:gdLst/>
            <a:ahLst/>
            <a:cxnLst/>
            <a:rect l="l" t="t" r="r" b="b"/>
            <a:pathLst>
              <a:path h="534670">
                <a:moveTo>
                  <a:pt x="0" y="1270"/>
                </a:moveTo>
                <a:lnTo>
                  <a:pt x="0" y="535940"/>
                </a:lnTo>
              </a:path>
            </a:pathLst>
          </a:custGeom>
          <a:ln w="8890">
            <a:solidFill>
              <a:srgbClr val="F8F8FC"/>
            </a:solidFill>
          </a:ln>
        </p:spPr>
        <p:txBody>
          <a:bodyPr wrap="square" lIns="0" tIns="0" rIns="0" bIns="0" rtlCol="0"/>
          <a:lstStyle/>
          <a:p>
            <a:endParaRPr>
              <a:solidFill>
                <a:prstClr val="black"/>
              </a:solidFill>
            </a:endParaRPr>
          </a:p>
        </p:txBody>
      </p:sp>
      <p:sp>
        <p:nvSpPr>
          <p:cNvPr id="22" name="bk object 22"/>
          <p:cNvSpPr/>
          <p:nvPr/>
        </p:nvSpPr>
        <p:spPr>
          <a:xfrm>
            <a:off x="53340" y="0"/>
            <a:ext cx="0" cy="534670"/>
          </a:xfrm>
          <a:custGeom>
            <a:avLst/>
            <a:gdLst/>
            <a:ahLst/>
            <a:cxnLst/>
            <a:rect l="l" t="t" r="r" b="b"/>
            <a:pathLst>
              <a:path h="534670">
                <a:moveTo>
                  <a:pt x="0" y="1270"/>
                </a:moveTo>
                <a:lnTo>
                  <a:pt x="0" y="535940"/>
                </a:lnTo>
              </a:path>
            </a:pathLst>
          </a:custGeom>
          <a:ln w="8890">
            <a:solidFill>
              <a:srgbClr val="F7F7FB"/>
            </a:solidFill>
          </a:ln>
        </p:spPr>
        <p:txBody>
          <a:bodyPr wrap="square" lIns="0" tIns="0" rIns="0" bIns="0" rtlCol="0"/>
          <a:lstStyle/>
          <a:p>
            <a:endParaRPr>
              <a:solidFill>
                <a:prstClr val="black"/>
              </a:solidFill>
            </a:endParaRPr>
          </a:p>
        </p:txBody>
      </p:sp>
      <p:sp>
        <p:nvSpPr>
          <p:cNvPr id="23" name="bk object 23"/>
          <p:cNvSpPr/>
          <p:nvPr/>
        </p:nvSpPr>
        <p:spPr>
          <a:xfrm>
            <a:off x="60960" y="0"/>
            <a:ext cx="0" cy="534670"/>
          </a:xfrm>
          <a:custGeom>
            <a:avLst/>
            <a:gdLst/>
            <a:ahLst/>
            <a:cxnLst/>
            <a:rect l="l" t="t" r="r" b="b"/>
            <a:pathLst>
              <a:path h="534670">
                <a:moveTo>
                  <a:pt x="0" y="1270"/>
                </a:moveTo>
                <a:lnTo>
                  <a:pt x="0" y="535940"/>
                </a:lnTo>
              </a:path>
            </a:pathLst>
          </a:custGeom>
          <a:ln w="8890">
            <a:solidFill>
              <a:srgbClr val="F6F6FB"/>
            </a:solidFill>
          </a:ln>
        </p:spPr>
        <p:txBody>
          <a:bodyPr wrap="square" lIns="0" tIns="0" rIns="0" bIns="0" rtlCol="0"/>
          <a:lstStyle/>
          <a:p>
            <a:endParaRPr>
              <a:solidFill>
                <a:prstClr val="black"/>
              </a:solidFill>
            </a:endParaRPr>
          </a:p>
        </p:txBody>
      </p:sp>
      <p:sp>
        <p:nvSpPr>
          <p:cNvPr id="24" name="bk object 24"/>
          <p:cNvSpPr/>
          <p:nvPr/>
        </p:nvSpPr>
        <p:spPr>
          <a:xfrm>
            <a:off x="67310" y="0"/>
            <a:ext cx="0" cy="534670"/>
          </a:xfrm>
          <a:custGeom>
            <a:avLst/>
            <a:gdLst/>
            <a:ahLst/>
            <a:cxnLst/>
            <a:rect l="l" t="t" r="r" b="b"/>
            <a:pathLst>
              <a:path h="534670">
                <a:moveTo>
                  <a:pt x="0" y="1270"/>
                </a:moveTo>
                <a:lnTo>
                  <a:pt x="0" y="535940"/>
                </a:lnTo>
              </a:path>
            </a:pathLst>
          </a:custGeom>
          <a:ln w="8890">
            <a:solidFill>
              <a:srgbClr val="F4F4FA"/>
            </a:solidFill>
          </a:ln>
        </p:spPr>
        <p:txBody>
          <a:bodyPr wrap="square" lIns="0" tIns="0" rIns="0" bIns="0" rtlCol="0"/>
          <a:lstStyle/>
          <a:p>
            <a:endParaRPr>
              <a:solidFill>
                <a:prstClr val="black"/>
              </a:solidFill>
            </a:endParaRPr>
          </a:p>
        </p:txBody>
      </p:sp>
      <p:sp>
        <p:nvSpPr>
          <p:cNvPr id="25" name="bk object 25"/>
          <p:cNvSpPr/>
          <p:nvPr/>
        </p:nvSpPr>
        <p:spPr>
          <a:xfrm>
            <a:off x="74930" y="0"/>
            <a:ext cx="0" cy="534670"/>
          </a:xfrm>
          <a:custGeom>
            <a:avLst/>
            <a:gdLst/>
            <a:ahLst/>
            <a:cxnLst/>
            <a:rect l="l" t="t" r="r" b="b"/>
            <a:pathLst>
              <a:path h="534670">
                <a:moveTo>
                  <a:pt x="0" y="1270"/>
                </a:moveTo>
                <a:lnTo>
                  <a:pt x="0" y="535940"/>
                </a:lnTo>
              </a:path>
            </a:pathLst>
          </a:custGeom>
          <a:ln w="8890">
            <a:solidFill>
              <a:srgbClr val="F3F3F9"/>
            </a:solidFill>
          </a:ln>
        </p:spPr>
        <p:txBody>
          <a:bodyPr wrap="square" lIns="0" tIns="0" rIns="0" bIns="0" rtlCol="0"/>
          <a:lstStyle/>
          <a:p>
            <a:endParaRPr>
              <a:solidFill>
                <a:prstClr val="black"/>
              </a:solidFill>
            </a:endParaRPr>
          </a:p>
        </p:txBody>
      </p:sp>
      <p:sp>
        <p:nvSpPr>
          <p:cNvPr id="26" name="bk object 26"/>
          <p:cNvSpPr/>
          <p:nvPr/>
        </p:nvSpPr>
        <p:spPr>
          <a:xfrm>
            <a:off x="82550" y="0"/>
            <a:ext cx="0" cy="534670"/>
          </a:xfrm>
          <a:custGeom>
            <a:avLst/>
            <a:gdLst/>
            <a:ahLst/>
            <a:cxnLst/>
            <a:rect l="l" t="t" r="r" b="b"/>
            <a:pathLst>
              <a:path h="534670">
                <a:moveTo>
                  <a:pt x="0" y="1270"/>
                </a:moveTo>
                <a:lnTo>
                  <a:pt x="0" y="535940"/>
                </a:lnTo>
              </a:path>
            </a:pathLst>
          </a:custGeom>
          <a:ln w="8890">
            <a:solidFill>
              <a:srgbClr val="F2F2F9"/>
            </a:solidFill>
          </a:ln>
        </p:spPr>
        <p:txBody>
          <a:bodyPr wrap="square" lIns="0" tIns="0" rIns="0" bIns="0" rtlCol="0"/>
          <a:lstStyle/>
          <a:p>
            <a:endParaRPr>
              <a:solidFill>
                <a:prstClr val="black"/>
              </a:solidFill>
            </a:endParaRPr>
          </a:p>
        </p:txBody>
      </p:sp>
      <p:sp>
        <p:nvSpPr>
          <p:cNvPr id="27" name="bk object 27"/>
          <p:cNvSpPr/>
          <p:nvPr/>
        </p:nvSpPr>
        <p:spPr>
          <a:xfrm>
            <a:off x="88900" y="0"/>
            <a:ext cx="0" cy="534670"/>
          </a:xfrm>
          <a:custGeom>
            <a:avLst/>
            <a:gdLst/>
            <a:ahLst/>
            <a:cxnLst/>
            <a:rect l="l" t="t" r="r" b="b"/>
            <a:pathLst>
              <a:path h="534670">
                <a:moveTo>
                  <a:pt x="0" y="1270"/>
                </a:moveTo>
                <a:lnTo>
                  <a:pt x="0" y="535940"/>
                </a:lnTo>
              </a:path>
            </a:pathLst>
          </a:custGeom>
          <a:ln w="8890">
            <a:solidFill>
              <a:srgbClr val="F1F1F8"/>
            </a:solidFill>
          </a:ln>
        </p:spPr>
        <p:txBody>
          <a:bodyPr wrap="square" lIns="0" tIns="0" rIns="0" bIns="0" rtlCol="0"/>
          <a:lstStyle/>
          <a:p>
            <a:endParaRPr>
              <a:solidFill>
                <a:prstClr val="black"/>
              </a:solidFill>
            </a:endParaRPr>
          </a:p>
        </p:txBody>
      </p:sp>
      <p:sp>
        <p:nvSpPr>
          <p:cNvPr id="28" name="bk object 28"/>
          <p:cNvSpPr/>
          <p:nvPr/>
        </p:nvSpPr>
        <p:spPr>
          <a:xfrm>
            <a:off x="96519" y="0"/>
            <a:ext cx="0" cy="534670"/>
          </a:xfrm>
          <a:custGeom>
            <a:avLst/>
            <a:gdLst/>
            <a:ahLst/>
            <a:cxnLst/>
            <a:rect l="l" t="t" r="r" b="b"/>
            <a:pathLst>
              <a:path h="534670">
                <a:moveTo>
                  <a:pt x="0" y="1270"/>
                </a:moveTo>
                <a:lnTo>
                  <a:pt x="0" y="535940"/>
                </a:lnTo>
              </a:path>
            </a:pathLst>
          </a:custGeom>
          <a:ln w="8890">
            <a:solidFill>
              <a:srgbClr val="EFEFF8"/>
            </a:solidFill>
          </a:ln>
        </p:spPr>
        <p:txBody>
          <a:bodyPr wrap="square" lIns="0" tIns="0" rIns="0" bIns="0" rtlCol="0"/>
          <a:lstStyle/>
          <a:p>
            <a:endParaRPr>
              <a:solidFill>
                <a:prstClr val="black"/>
              </a:solidFill>
            </a:endParaRPr>
          </a:p>
        </p:txBody>
      </p:sp>
      <p:sp>
        <p:nvSpPr>
          <p:cNvPr id="29" name="bk object 29"/>
          <p:cNvSpPr/>
          <p:nvPr/>
        </p:nvSpPr>
        <p:spPr>
          <a:xfrm>
            <a:off x="104139" y="0"/>
            <a:ext cx="0" cy="534670"/>
          </a:xfrm>
          <a:custGeom>
            <a:avLst/>
            <a:gdLst/>
            <a:ahLst/>
            <a:cxnLst/>
            <a:rect l="l" t="t" r="r" b="b"/>
            <a:pathLst>
              <a:path h="534670">
                <a:moveTo>
                  <a:pt x="0" y="1270"/>
                </a:moveTo>
                <a:lnTo>
                  <a:pt x="0" y="535940"/>
                </a:lnTo>
              </a:path>
            </a:pathLst>
          </a:custGeom>
          <a:ln w="8890">
            <a:solidFill>
              <a:srgbClr val="EEEEF7"/>
            </a:solidFill>
          </a:ln>
        </p:spPr>
        <p:txBody>
          <a:bodyPr wrap="square" lIns="0" tIns="0" rIns="0" bIns="0" rtlCol="0"/>
          <a:lstStyle/>
          <a:p>
            <a:endParaRPr>
              <a:solidFill>
                <a:prstClr val="black"/>
              </a:solidFill>
            </a:endParaRPr>
          </a:p>
        </p:txBody>
      </p:sp>
      <p:sp>
        <p:nvSpPr>
          <p:cNvPr id="30" name="bk object 30"/>
          <p:cNvSpPr/>
          <p:nvPr/>
        </p:nvSpPr>
        <p:spPr>
          <a:xfrm>
            <a:off x="110489" y="0"/>
            <a:ext cx="0" cy="534670"/>
          </a:xfrm>
          <a:custGeom>
            <a:avLst/>
            <a:gdLst/>
            <a:ahLst/>
            <a:cxnLst/>
            <a:rect l="l" t="t" r="r" b="b"/>
            <a:pathLst>
              <a:path h="534670">
                <a:moveTo>
                  <a:pt x="0" y="1270"/>
                </a:moveTo>
                <a:lnTo>
                  <a:pt x="0" y="535940"/>
                </a:lnTo>
              </a:path>
            </a:pathLst>
          </a:custGeom>
          <a:ln w="8890">
            <a:solidFill>
              <a:srgbClr val="EDEDF6"/>
            </a:solidFill>
          </a:ln>
        </p:spPr>
        <p:txBody>
          <a:bodyPr wrap="square" lIns="0" tIns="0" rIns="0" bIns="0" rtlCol="0"/>
          <a:lstStyle/>
          <a:p>
            <a:endParaRPr>
              <a:solidFill>
                <a:prstClr val="black"/>
              </a:solidFill>
            </a:endParaRPr>
          </a:p>
        </p:txBody>
      </p:sp>
      <p:sp>
        <p:nvSpPr>
          <p:cNvPr id="31" name="bk object 31"/>
          <p:cNvSpPr/>
          <p:nvPr/>
        </p:nvSpPr>
        <p:spPr>
          <a:xfrm>
            <a:off x="118110" y="0"/>
            <a:ext cx="0" cy="534670"/>
          </a:xfrm>
          <a:custGeom>
            <a:avLst/>
            <a:gdLst/>
            <a:ahLst/>
            <a:cxnLst/>
            <a:rect l="l" t="t" r="r" b="b"/>
            <a:pathLst>
              <a:path h="534670">
                <a:moveTo>
                  <a:pt x="0" y="1270"/>
                </a:moveTo>
                <a:lnTo>
                  <a:pt x="0" y="535940"/>
                </a:lnTo>
              </a:path>
            </a:pathLst>
          </a:custGeom>
          <a:ln w="8890">
            <a:solidFill>
              <a:srgbClr val="ECECF6"/>
            </a:solidFill>
          </a:ln>
        </p:spPr>
        <p:txBody>
          <a:bodyPr wrap="square" lIns="0" tIns="0" rIns="0" bIns="0" rtlCol="0"/>
          <a:lstStyle/>
          <a:p>
            <a:endParaRPr>
              <a:solidFill>
                <a:prstClr val="black"/>
              </a:solidFill>
            </a:endParaRPr>
          </a:p>
        </p:txBody>
      </p:sp>
      <p:sp>
        <p:nvSpPr>
          <p:cNvPr id="32" name="bk object 32"/>
          <p:cNvSpPr/>
          <p:nvPr/>
        </p:nvSpPr>
        <p:spPr>
          <a:xfrm>
            <a:off x="125730" y="0"/>
            <a:ext cx="0" cy="534670"/>
          </a:xfrm>
          <a:custGeom>
            <a:avLst/>
            <a:gdLst/>
            <a:ahLst/>
            <a:cxnLst/>
            <a:rect l="l" t="t" r="r" b="b"/>
            <a:pathLst>
              <a:path h="534670">
                <a:moveTo>
                  <a:pt x="0" y="1270"/>
                </a:moveTo>
                <a:lnTo>
                  <a:pt x="0" y="535940"/>
                </a:lnTo>
              </a:path>
            </a:pathLst>
          </a:custGeom>
          <a:ln w="8890">
            <a:solidFill>
              <a:srgbClr val="EAEAF5"/>
            </a:solidFill>
          </a:ln>
        </p:spPr>
        <p:txBody>
          <a:bodyPr wrap="square" lIns="0" tIns="0" rIns="0" bIns="0" rtlCol="0"/>
          <a:lstStyle/>
          <a:p>
            <a:endParaRPr>
              <a:solidFill>
                <a:prstClr val="black"/>
              </a:solidFill>
            </a:endParaRPr>
          </a:p>
        </p:txBody>
      </p:sp>
      <p:sp>
        <p:nvSpPr>
          <p:cNvPr id="33" name="bk object 33"/>
          <p:cNvSpPr/>
          <p:nvPr/>
        </p:nvSpPr>
        <p:spPr>
          <a:xfrm>
            <a:off x="132080" y="0"/>
            <a:ext cx="0" cy="534670"/>
          </a:xfrm>
          <a:custGeom>
            <a:avLst/>
            <a:gdLst/>
            <a:ahLst/>
            <a:cxnLst/>
            <a:rect l="l" t="t" r="r" b="b"/>
            <a:pathLst>
              <a:path h="534670">
                <a:moveTo>
                  <a:pt x="0" y="1270"/>
                </a:moveTo>
                <a:lnTo>
                  <a:pt x="0" y="535940"/>
                </a:lnTo>
              </a:path>
            </a:pathLst>
          </a:custGeom>
          <a:ln w="8890">
            <a:solidFill>
              <a:srgbClr val="E9E9F5"/>
            </a:solidFill>
          </a:ln>
        </p:spPr>
        <p:txBody>
          <a:bodyPr wrap="square" lIns="0" tIns="0" rIns="0" bIns="0" rtlCol="0"/>
          <a:lstStyle/>
          <a:p>
            <a:endParaRPr>
              <a:solidFill>
                <a:prstClr val="black"/>
              </a:solidFill>
            </a:endParaRPr>
          </a:p>
        </p:txBody>
      </p:sp>
      <p:sp>
        <p:nvSpPr>
          <p:cNvPr id="34" name="bk object 34"/>
          <p:cNvSpPr/>
          <p:nvPr/>
        </p:nvSpPr>
        <p:spPr>
          <a:xfrm>
            <a:off x="139700" y="0"/>
            <a:ext cx="0" cy="534670"/>
          </a:xfrm>
          <a:custGeom>
            <a:avLst/>
            <a:gdLst/>
            <a:ahLst/>
            <a:cxnLst/>
            <a:rect l="l" t="t" r="r" b="b"/>
            <a:pathLst>
              <a:path h="534670">
                <a:moveTo>
                  <a:pt x="0" y="1270"/>
                </a:moveTo>
                <a:lnTo>
                  <a:pt x="0" y="535940"/>
                </a:lnTo>
              </a:path>
            </a:pathLst>
          </a:custGeom>
          <a:ln w="8890">
            <a:solidFill>
              <a:srgbClr val="E8E8F4"/>
            </a:solidFill>
          </a:ln>
        </p:spPr>
        <p:txBody>
          <a:bodyPr wrap="square" lIns="0" tIns="0" rIns="0" bIns="0" rtlCol="0"/>
          <a:lstStyle/>
          <a:p>
            <a:endParaRPr>
              <a:solidFill>
                <a:prstClr val="black"/>
              </a:solidFill>
            </a:endParaRPr>
          </a:p>
        </p:txBody>
      </p:sp>
      <p:sp>
        <p:nvSpPr>
          <p:cNvPr id="35" name="bk object 35"/>
          <p:cNvSpPr/>
          <p:nvPr/>
        </p:nvSpPr>
        <p:spPr>
          <a:xfrm>
            <a:off x="147320" y="0"/>
            <a:ext cx="0" cy="135890"/>
          </a:xfrm>
          <a:custGeom>
            <a:avLst/>
            <a:gdLst/>
            <a:ahLst/>
            <a:cxnLst/>
            <a:rect l="l" t="t" r="r" b="b"/>
            <a:pathLst>
              <a:path h="135890">
                <a:moveTo>
                  <a:pt x="0" y="0"/>
                </a:moveTo>
                <a:lnTo>
                  <a:pt x="0" y="135889"/>
                </a:lnTo>
              </a:path>
            </a:pathLst>
          </a:custGeom>
          <a:ln w="8890">
            <a:solidFill>
              <a:srgbClr val="E7E7F3"/>
            </a:solidFill>
          </a:ln>
        </p:spPr>
        <p:txBody>
          <a:bodyPr wrap="square" lIns="0" tIns="0" rIns="0" bIns="0" rtlCol="0"/>
          <a:lstStyle/>
          <a:p>
            <a:endParaRPr>
              <a:solidFill>
                <a:prstClr val="black"/>
              </a:solidFill>
            </a:endParaRPr>
          </a:p>
        </p:txBody>
      </p:sp>
      <p:sp>
        <p:nvSpPr>
          <p:cNvPr id="36" name="bk object 36"/>
          <p:cNvSpPr/>
          <p:nvPr/>
        </p:nvSpPr>
        <p:spPr>
          <a:xfrm>
            <a:off x="147320" y="274319"/>
            <a:ext cx="0" cy="260350"/>
          </a:xfrm>
          <a:custGeom>
            <a:avLst/>
            <a:gdLst/>
            <a:ahLst/>
            <a:cxnLst/>
            <a:rect l="l" t="t" r="r" b="b"/>
            <a:pathLst>
              <a:path h="260350">
                <a:moveTo>
                  <a:pt x="0" y="0"/>
                </a:moveTo>
                <a:lnTo>
                  <a:pt x="0" y="260350"/>
                </a:lnTo>
              </a:path>
            </a:pathLst>
          </a:custGeom>
          <a:ln w="8890">
            <a:solidFill>
              <a:srgbClr val="E7E7F3"/>
            </a:solidFill>
          </a:ln>
        </p:spPr>
        <p:txBody>
          <a:bodyPr wrap="square" lIns="0" tIns="0" rIns="0" bIns="0" rtlCol="0"/>
          <a:lstStyle/>
          <a:p>
            <a:endParaRPr>
              <a:solidFill>
                <a:prstClr val="black"/>
              </a:solidFill>
            </a:endParaRPr>
          </a:p>
        </p:txBody>
      </p:sp>
      <p:sp>
        <p:nvSpPr>
          <p:cNvPr id="37" name="bk object 37"/>
          <p:cNvSpPr/>
          <p:nvPr/>
        </p:nvSpPr>
        <p:spPr>
          <a:xfrm>
            <a:off x="153670" y="0"/>
            <a:ext cx="0" cy="135890"/>
          </a:xfrm>
          <a:custGeom>
            <a:avLst/>
            <a:gdLst/>
            <a:ahLst/>
            <a:cxnLst/>
            <a:rect l="l" t="t" r="r" b="b"/>
            <a:pathLst>
              <a:path h="135890">
                <a:moveTo>
                  <a:pt x="0" y="0"/>
                </a:moveTo>
                <a:lnTo>
                  <a:pt x="0" y="135889"/>
                </a:lnTo>
              </a:path>
            </a:pathLst>
          </a:custGeom>
          <a:ln w="8890">
            <a:solidFill>
              <a:srgbClr val="E5E5F3"/>
            </a:solidFill>
          </a:ln>
        </p:spPr>
        <p:txBody>
          <a:bodyPr wrap="square" lIns="0" tIns="0" rIns="0" bIns="0" rtlCol="0"/>
          <a:lstStyle/>
          <a:p>
            <a:endParaRPr>
              <a:solidFill>
                <a:prstClr val="black"/>
              </a:solidFill>
            </a:endParaRPr>
          </a:p>
        </p:txBody>
      </p:sp>
      <p:sp>
        <p:nvSpPr>
          <p:cNvPr id="38" name="bk object 38"/>
          <p:cNvSpPr/>
          <p:nvPr/>
        </p:nvSpPr>
        <p:spPr>
          <a:xfrm>
            <a:off x="153670" y="274319"/>
            <a:ext cx="0" cy="260350"/>
          </a:xfrm>
          <a:custGeom>
            <a:avLst/>
            <a:gdLst/>
            <a:ahLst/>
            <a:cxnLst/>
            <a:rect l="l" t="t" r="r" b="b"/>
            <a:pathLst>
              <a:path h="260350">
                <a:moveTo>
                  <a:pt x="0" y="0"/>
                </a:moveTo>
                <a:lnTo>
                  <a:pt x="0" y="260350"/>
                </a:lnTo>
              </a:path>
            </a:pathLst>
          </a:custGeom>
          <a:ln w="8890">
            <a:solidFill>
              <a:srgbClr val="E5E5F3"/>
            </a:solidFill>
          </a:ln>
        </p:spPr>
        <p:txBody>
          <a:bodyPr wrap="square" lIns="0" tIns="0" rIns="0" bIns="0" rtlCol="0"/>
          <a:lstStyle/>
          <a:p>
            <a:endParaRPr>
              <a:solidFill>
                <a:prstClr val="black"/>
              </a:solidFill>
            </a:endParaRPr>
          </a:p>
        </p:txBody>
      </p:sp>
      <p:sp>
        <p:nvSpPr>
          <p:cNvPr id="39" name="bk object 39"/>
          <p:cNvSpPr/>
          <p:nvPr/>
        </p:nvSpPr>
        <p:spPr>
          <a:xfrm>
            <a:off x="161289" y="0"/>
            <a:ext cx="0" cy="135890"/>
          </a:xfrm>
          <a:custGeom>
            <a:avLst/>
            <a:gdLst/>
            <a:ahLst/>
            <a:cxnLst/>
            <a:rect l="l" t="t" r="r" b="b"/>
            <a:pathLst>
              <a:path h="135890">
                <a:moveTo>
                  <a:pt x="0" y="0"/>
                </a:moveTo>
                <a:lnTo>
                  <a:pt x="0" y="135889"/>
                </a:lnTo>
              </a:path>
            </a:pathLst>
          </a:custGeom>
          <a:ln w="8890">
            <a:solidFill>
              <a:srgbClr val="E4E4F2"/>
            </a:solidFill>
          </a:ln>
        </p:spPr>
        <p:txBody>
          <a:bodyPr wrap="square" lIns="0" tIns="0" rIns="0" bIns="0" rtlCol="0"/>
          <a:lstStyle/>
          <a:p>
            <a:endParaRPr>
              <a:solidFill>
                <a:prstClr val="black"/>
              </a:solidFill>
            </a:endParaRPr>
          </a:p>
        </p:txBody>
      </p:sp>
      <p:sp>
        <p:nvSpPr>
          <p:cNvPr id="40" name="bk object 40"/>
          <p:cNvSpPr/>
          <p:nvPr/>
        </p:nvSpPr>
        <p:spPr>
          <a:xfrm>
            <a:off x="161289" y="274319"/>
            <a:ext cx="0" cy="260350"/>
          </a:xfrm>
          <a:custGeom>
            <a:avLst/>
            <a:gdLst/>
            <a:ahLst/>
            <a:cxnLst/>
            <a:rect l="l" t="t" r="r" b="b"/>
            <a:pathLst>
              <a:path h="260350">
                <a:moveTo>
                  <a:pt x="0" y="0"/>
                </a:moveTo>
                <a:lnTo>
                  <a:pt x="0" y="260350"/>
                </a:lnTo>
              </a:path>
            </a:pathLst>
          </a:custGeom>
          <a:ln w="8890">
            <a:solidFill>
              <a:srgbClr val="E4E4F2"/>
            </a:solidFill>
          </a:ln>
        </p:spPr>
        <p:txBody>
          <a:bodyPr wrap="square" lIns="0" tIns="0" rIns="0" bIns="0" rtlCol="0"/>
          <a:lstStyle/>
          <a:p>
            <a:endParaRPr>
              <a:solidFill>
                <a:prstClr val="black"/>
              </a:solidFill>
            </a:endParaRPr>
          </a:p>
        </p:txBody>
      </p:sp>
      <p:sp>
        <p:nvSpPr>
          <p:cNvPr id="41" name="bk object 41"/>
          <p:cNvSpPr/>
          <p:nvPr/>
        </p:nvSpPr>
        <p:spPr>
          <a:xfrm>
            <a:off x="168910" y="0"/>
            <a:ext cx="0" cy="135890"/>
          </a:xfrm>
          <a:custGeom>
            <a:avLst/>
            <a:gdLst/>
            <a:ahLst/>
            <a:cxnLst/>
            <a:rect l="l" t="t" r="r" b="b"/>
            <a:pathLst>
              <a:path h="135890">
                <a:moveTo>
                  <a:pt x="0" y="0"/>
                </a:moveTo>
                <a:lnTo>
                  <a:pt x="0" y="135889"/>
                </a:lnTo>
              </a:path>
            </a:pathLst>
          </a:custGeom>
          <a:ln w="8890">
            <a:solidFill>
              <a:srgbClr val="E3E3F1"/>
            </a:solidFill>
          </a:ln>
        </p:spPr>
        <p:txBody>
          <a:bodyPr wrap="square" lIns="0" tIns="0" rIns="0" bIns="0" rtlCol="0"/>
          <a:lstStyle/>
          <a:p>
            <a:endParaRPr>
              <a:solidFill>
                <a:prstClr val="black"/>
              </a:solidFill>
            </a:endParaRPr>
          </a:p>
        </p:txBody>
      </p:sp>
      <p:sp>
        <p:nvSpPr>
          <p:cNvPr id="42" name="bk object 42"/>
          <p:cNvSpPr/>
          <p:nvPr/>
        </p:nvSpPr>
        <p:spPr>
          <a:xfrm>
            <a:off x="168910" y="274319"/>
            <a:ext cx="0" cy="260350"/>
          </a:xfrm>
          <a:custGeom>
            <a:avLst/>
            <a:gdLst/>
            <a:ahLst/>
            <a:cxnLst/>
            <a:rect l="l" t="t" r="r" b="b"/>
            <a:pathLst>
              <a:path h="260350">
                <a:moveTo>
                  <a:pt x="0" y="0"/>
                </a:moveTo>
                <a:lnTo>
                  <a:pt x="0" y="260350"/>
                </a:lnTo>
              </a:path>
            </a:pathLst>
          </a:custGeom>
          <a:ln w="8890">
            <a:solidFill>
              <a:srgbClr val="E3E3F1"/>
            </a:solidFill>
          </a:ln>
        </p:spPr>
        <p:txBody>
          <a:bodyPr wrap="square" lIns="0" tIns="0" rIns="0" bIns="0" rtlCol="0"/>
          <a:lstStyle/>
          <a:p>
            <a:endParaRPr>
              <a:solidFill>
                <a:prstClr val="black"/>
              </a:solidFill>
            </a:endParaRPr>
          </a:p>
        </p:txBody>
      </p:sp>
      <p:sp>
        <p:nvSpPr>
          <p:cNvPr id="43" name="bk object 43"/>
          <p:cNvSpPr/>
          <p:nvPr/>
        </p:nvSpPr>
        <p:spPr>
          <a:xfrm>
            <a:off x="175260" y="0"/>
            <a:ext cx="0" cy="135890"/>
          </a:xfrm>
          <a:custGeom>
            <a:avLst/>
            <a:gdLst/>
            <a:ahLst/>
            <a:cxnLst/>
            <a:rect l="l" t="t" r="r" b="b"/>
            <a:pathLst>
              <a:path h="135890">
                <a:moveTo>
                  <a:pt x="0" y="0"/>
                </a:moveTo>
                <a:lnTo>
                  <a:pt x="0" y="135889"/>
                </a:lnTo>
              </a:path>
            </a:pathLst>
          </a:custGeom>
          <a:ln w="8890">
            <a:solidFill>
              <a:srgbClr val="E2E2F1"/>
            </a:solidFill>
          </a:ln>
        </p:spPr>
        <p:txBody>
          <a:bodyPr wrap="square" lIns="0" tIns="0" rIns="0" bIns="0" rtlCol="0"/>
          <a:lstStyle/>
          <a:p>
            <a:endParaRPr>
              <a:solidFill>
                <a:prstClr val="black"/>
              </a:solidFill>
            </a:endParaRPr>
          </a:p>
        </p:txBody>
      </p:sp>
      <p:sp>
        <p:nvSpPr>
          <p:cNvPr id="44" name="bk object 44"/>
          <p:cNvSpPr/>
          <p:nvPr/>
        </p:nvSpPr>
        <p:spPr>
          <a:xfrm>
            <a:off x="175260" y="274319"/>
            <a:ext cx="0" cy="260350"/>
          </a:xfrm>
          <a:custGeom>
            <a:avLst/>
            <a:gdLst/>
            <a:ahLst/>
            <a:cxnLst/>
            <a:rect l="l" t="t" r="r" b="b"/>
            <a:pathLst>
              <a:path h="260350">
                <a:moveTo>
                  <a:pt x="0" y="0"/>
                </a:moveTo>
                <a:lnTo>
                  <a:pt x="0" y="260350"/>
                </a:lnTo>
              </a:path>
            </a:pathLst>
          </a:custGeom>
          <a:ln w="8890">
            <a:solidFill>
              <a:srgbClr val="E2E2F1"/>
            </a:solidFill>
          </a:ln>
        </p:spPr>
        <p:txBody>
          <a:bodyPr wrap="square" lIns="0" tIns="0" rIns="0" bIns="0" rtlCol="0"/>
          <a:lstStyle/>
          <a:p>
            <a:endParaRPr>
              <a:solidFill>
                <a:prstClr val="black"/>
              </a:solidFill>
            </a:endParaRPr>
          </a:p>
        </p:txBody>
      </p:sp>
      <p:sp>
        <p:nvSpPr>
          <p:cNvPr id="45" name="bk object 45"/>
          <p:cNvSpPr/>
          <p:nvPr/>
        </p:nvSpPr>
        <p:spPr>
          <a:xfrm>
            <a:off x="182880" y="0"/>
            <a:ext cx="0" cy="135890"/>
          </a:xfrm>
          <a:custGeom>
            <a:avLst/>
            <a:gdLst/>
            <a:ahLst/>
            <a:cxnLst/>
            <a:rect l="l" t="t" r="r" b="b"/>
            <a:pathLst>
              <a:path h="135890">
                <a:moveTo>
                  <a:pt x="0" y="0"/>
                </a:moveTo>
                <a:lnTo>
                  <a:pt x="0" y="135889"/>
                </a:lnTo>
              </a:path>
            </a:pathLst>
          </a:custGeom>
          <a:ln w="8890">
            <a:solidFill>
              <a:srgbClr val="E0E0F0"/>
            </a:solidFill>
          </a:ln>
        </p:spPr>
        <p:txBody>
          <a:bodyPr wrap="square" lIns="0" tIns="0" rIns="0" bIns="0" rtlCol="0"/>
          <a:lstStyle/>
          <a:p>
            <a:endParaRPr>
              <a:solidFill>
                <a:prstClr val="black"/>
              </a:solidFill>
            </a:endParaRPr>
          </a:p>
        </p:txBody>
      </p:sp>
      <p:sp>
        <p:nvSpPr>
          <p:cNvPr id="46" name="bk object 46"/>
          <p:cNvSpPr/>
          <p:nvPr/>
        </p:nvSpPr>
        <p:spPr>
          <a:xfrm>
            <a:off x="182880" y="274319"/>
            <a:ext cx="0" cy="260350"/>
          </a:xfrm>
          <a:custGeom>
            <a:avLst/>
            <a:gdLst/>
            <a:ahLst/>
            <a:cxnLst/>
            <a:rect l="l" t="t" r="r" b="b"/>
            <a:pathLst>
              <a:path h="260350">
                <a:moveTo>
                  <a:pt x="0" y="0"/>
                </a:moveTo>
                <a:lnTo>
                  <a:pt x="0" y="260350"/>
                </a:lnTo>
              </a:path>
            </a:pathLst>
          </a:custGeom>
          <a:ln w="8890">
            <a:solidFill>
              <a:srgbClr val="E0E0F0"/>
            </a:solidFill>
          </a:ln>
        </p:spPr>
        <p:txBody>
          <a:bodyPr wrap="square" lIns="0" tIns="0" rIns="0" bIns="0" rtlCol="0"/>
          <a:lstStyle/>
          <a:p>
            <a:endParaRPr>
              <a:solidFill>
                <a:prstClr val="black"/>
              </a:solidFill>
            </a:endParaRPr>
          </a:p>
        </p:txBody>
      </p:sp>
      <p:sp>
        <p:nvSpPr>
          <p:cNvPr id="47" name="bk object 47"/>
          <p:cNvSpPr/>
          <p:nvPr/>
        </p:nvSpPr>
        <p:spPr>
          <a:xfrm>
            <a:off x="190500" y="0"/>
            <a:ext cx="0" cy="135890"/>
          </a:xfrm>
          <a:custGeom>
            <a:avLst/>
            <a:gdLst/>
            <a:ahLst/>
            <a:cxnLst/>
            <a:rect l="l" t="t" r="r" b="b"/>
            <a:pathLst>
              <a:path h="135890">
                <a:moveTo>
                  <a:pt x="0" y="0"/>
                </a:moveTo>
                <a:lnTo>
                  <a:pt x="0" y="135889"/>
                </a:lnTo>
              </a:path>
            </a:pathLst>
          </a:custGeom>
          <a:ln w="8890">
            <a:solidFill>
              <a:srgbClr val="DFDFF0"/>
            </a:solidFill>
          </a:ln>
        </p:spPr>
        <p:txBody>
          <a:bodyPr wrap="square" lIns="0" tIns="0" rIns="0" bIns="0" rtlCol="0"/>
          <a:lstStyle/>
          <a:p>
            <a:endParaRPr>
              <a:solidFill>
                <a:prstClr val="black"/>
              </a:solidFill>
            </a:endParaRPr>
          </a:p>
        </p:txBody>
      </p:sp>
      <p:sp>
        <p:nvSpPr>
          <p:cNvPr id="48" name="bk object 48"/>
          <p:cNvSpPr/>
          <p:nvPr/>
        </p:nvSpPr>
        <p:spPr>
          <a:xfrm>
            <a:off x="190500" y="274319"/>
            <a:ext cx="0" cy="260350"/>
          </a:xfrm>
          <a:custGeom>
            <a:avLst/>
            <a:gdLst/>
            <a:ahLst/>
            <a:cxnLst/>
            <a:rect l="l" t="t" r="r" b="b"/>
            <a:pathLst>
              <a:path h="260350">
                <a:moveTo>
                  <a:pt x="0" y="0"/>
                </a:moveTo>
                <a:lnTo>
                  <a:pt x="0" y="260350"/>
                </a:lnTo>
              </a:path>
            </a:pathLst>
          </a:custGeom>
          <a:ln w="8890">
            <a:solidFill>
              <a:srgbClr val="DFDFF0"/>
            </a:solidFill>
          </a:ln>
        </p:spPr>
        <p:txBody>
          <a:bodyPr wrap="square" lIns="0" tIns="0" rIns="0" bIns="0" rtlCol="0"/>
          <a:lstStyle/>
          <a:p>
            <a:endParaRPr>
              <a:solidFill>
                <a:prstClr val="black"/>
              </a:solidFill>
            </a:endParaRPr>
          </a:p>
        </p:txBody>
      </p:sp>
      <p:sp>
        <p:nvSpPr>
          <p:cNvPr id="49" name="bk object 49"/>
          <p:cNvSpPr/>
          <p:nvPr/>
        </p:nvSpPr>
        <p:spPr>
          <a:xfrm>
            <a:off x="196850" y="0"/>
            <a:ext cx="0" cy="135890"/>
          </a:xfrm>
          <a:custGeom>
            <a:avLst/>
            <a:gdLst/>
            <a:ahLst/>
            <a:cxnLst/>
            <a:rect l="l" t="t" r="r" b="b"/>
            <a:pathLst>
              <a:path h="135890">
                <a:moveTo>
                  <a:pt x="0" y="0"/>
                </a:moveTo>
                <a:lnTo>
                  <a:pt x="0" y="135889"/>
                </a:lnTo>
              </a:path>
            </a:pathLst>
          </a:custGeom>
          <a:ln w="8890">
            <a:solidFill>
              <a:srgbClr val="DEDEEF"/>
            </a:solidFill>
          </a:ln>
        </p:spPr>
        <p:txBody>
          <a:bodyPr wrap="square" lIns="0" tIns="0" rIns="0" bIns="0" rtlCol="0"/>
          <a:lstStyle/>
          <a:p>
            <a:endParaRPr>
              <a:solidFill>
                <a:prstClr val="black"/>
              </a:solidFill>
            </a:endParaRPr>
          </a:p>
        </p:txBody>
      </p:sp>
      <p:sp>
        <p:nvSpPr>
          <p:cNvPr id="50" name="bk object 50"/>
          <p:cNvSpPr/>
          <p:nvPr/>
        </p:nvSpPr>
        <p:spPr>
          <a:xfrm>
            <a:off x="196850" y="274319"/>
            <a:ext cx="0" cy="260350"/>
          </a:xfrm>
          <a:custGeom>
            <a:avLst/>
            <a:gdLst/>
            <a:ahLst/>
            <a:cxnLst/>
            <a:rect l="l" t="t" r="r" b="b"/>
            <a:pathLst>
              <a:path h="260350">
                <a:moveTo>
                  <a:pt x="0" y="0"/>
                </a:moveTo>
                <a:lnTo>
                  <a:pt x="0" y="260350"/>
                </a:lnTo>
              </a:path>
            </a:pathLst>
          </a:custGeom>
          <a:ln w="8890">
            <a:solidFill>
              <a:srgbClr val="DEDEEF"/>
            </a:solidFill>
          </a:ln>
        </p:spPr>
        <p:txBody>
          <a:bodyPr wrap="square" lIns="0" tIns="0" rIns="0" bIns="0" rtlCol="0"/>
          <a:lstStyle/>
          <a:p>
            <a:endParaRPr>
              <a:solidFill>
                <a:prstClr val="black"/>
              </a:solidFill>
            </a:endParaRPr>
          </a:p>
        </p:txBody>
      </p:sp>
      <p:sp>
        <p:nvSpPr>
          <p:cNvPr id="51" name="bk object 51"/>
          <p:cNvSpPr/>
          <p:nvPr/>
        </p:nvSpPr>
        <p:spPr>
          <a:xfrm>
            <a:off x="204470" y="0"/>
            <a:ext cx="0" cy="135890"/>
          </a:xfrm>
          <a:custGeom>
            <a:avLst/>
            <a:gdLst/>
            <a:ahLst/>
            <a:cxnLst/>
            <a:rect l="l" t="t" r="r" b="b"/>
            <a:pathLst>
              <a:path h="135890">
                <a:moveTo>
                  <a:pt x="0" y="0"/>
                </a:moveTo>
                <a:lnTo>
                  <a:pt x="0" y="135889"/>
                </a:lnTo>
              </a:path>
            </a:pathLst>
          </a:custGeom>
          <a:ln w="8890">
            <a:solidFill>
              <a:srgbClr val="DDDDEE"/>
            </a:solidFill>
          </a:ln>
        </p:spPr>
        <p:txBody>
          <a:bodyPr wrap="square" lIns="0" tIns="0" rIns="0" bIns="0" rtlCol="0"/>
          <a:lstStyle/>
          <a:p>
            <a:endParaRPr>
              <a:solidFill>
                <a:prstClr val="black"/>
              </a:solidFill>
            </a:endParaRPr>
          </a:p>
        </p:txBody>
      </p:sp>
      <p:sp>
        <p:nvSpPr>
          <p:cNvPr id="52" name="bk object 52"/>
          <p:cNvSpPr/>
          <p:nvPr/>
        </p:nvSpPr>
        <p:spPr>
          <a:xfrm>
            <a:off x="204470" y="274319"/>
            <a:ext cx="0" cy="260350"/>
          </a:xfrm>
          <a:custGeom>
            <a:avLst/>
            <a:gdLst/>
            <a:ahLst/>
            <a:cxnLst/>
            <a:rect l="l" t="t" r="r" b="b"/>
            <a:pathLst>
              <a:path h="260350">
                <a:moveTo>
                  <a:pt x="0" y="0"/>
                </a:moveTo>
                <a:lnTo>
                  <a:pt x="0" y="260350"/>
                </a:lnTo>
              </a:path>
            </a:pathLst>
          </a:custGeom>
          <a:ln w="8890">
            <a:solidFill>
              <a:srgbClr val="DDDDEE"/>
            </a:solidFill>
          </a:ln>
        </p:spPr>
        <p:txBody>
          <a:bodyPr wrap="square" lIns="0" tIns="0" rIns="0" bIns="0" rtlCol="0"/>
          <a:lstStyle/>
          <a:p>
            <a:endParaRPr>
              <a:solidFill>
                <a:prstClr val="black"/>
              </a:solidFill>
            </a:endParaRPr>
          </a:p>
        </p:txBody>
      </p:sp>
      <p:sp>
        <p:nvSpPr>
          <p:cNvPr id="53" name="bk object 53"/>
          <p:cNvSpPr/>
          <p:nvPr/>
        </p:nvSpPr>
        <p:spPr>
          <a:xfrm>
            <a:off x="212090" y="0"/>
            <a:ext cx="0" cy="135890"/>
          </a:xfrm>
          <a:custGeom>
            <a:avLst/>
            <a:gdLst/>
            <a:ahLst/>
            <a:cxnLst/>
            <a:rect l="l" t="t" r="r" b="b"/>
            <a:pathLst>
              <a:path h="135890">
                <a:moveTo>
                  <a:pt x="0" y="0"/>
                </a:moveTo>
                <a:lnTo>
                  <a:pt x="0" y="135889"/>
                </a:lnTo>
              </a:path>
            </a:pathLst>
          </a:custGeom>
          <a:ln w="8890">
            <a:solidFill>
              <a:srgbClr val="DBDBEE"/>
            </a:solidFill>
          </a:ln>
        </p:spPr>
        <p:txBody>
          <a:bodyPr wrap="square" lIns="0" tIns="0" rIns="0" bIns="0" rtlCol="0"/>
          <a:lstStyle/>
          <a:p>
            <a:endParaRPr>
              <a:solidFill>
                <a:prstClr val="black"/>
              </a:solidFill>
            </a:endParaRPr>
          </a:p>
        </p:txBody>
      </p:sp>
      <p:sp>
        <p:nvSpPr>
          <p:cNvPr id="54" name="bk object 54"/>
          <p:cNvSpPr/>
          <p:nvPr/>
        </p:nvSpPr>
        <p:spPr>
          <a:xfrm>
            <a:off x="212090" y="274319"/>
            <a:ext cx="0" cy="260350"/>
          </a:xfrm>
          <a:custGeom>
            <a:avLst/>
            <a:gdLst/>
            <a:ahLst/>
            <a:cxnLst/>
            <a:rect l="l" t="t" r="r" b="b"/>
            <a:pathLst>
              <a:path h="260350">
                <a:moveTo>
                  <a:pt x="0" y="0"/>
                </a:moveTo>
                <a:lnTo>
                  <a:pt x="0" y="260350"/>
                </a:lnTo>
              </a:path>
            </a:pathLst>
          </a:custGeom>
          <a:ln w="8890">
            <a:solidFill>
              <a:srgbClr val="DBDBEE"/>
            </a:solidFill>
          </a:ln>
        </p:spPr>
        <p:txBody>
          <a:bodyPr wrap="square" lIns="0" tIns="0" rIns="0" bIns="0" rtlCol="0"/>
          <a:lstStyle/>
          <a:p>
            <a:endParaRPr>
              <a:solidFill>
                <a:prstClr val="black"/>
              </a:solidFill>
            </a:endParaRPr>
          </a:p>
        </p:txBody>
      </p:sp>
      <p:sp>
        <p:nvSpPr>
          <p:cNvPr id="55" name="bk object 55"/>
          <p:cNvSpPr/>
          <p:nvPr/>
        </p:nvSpPr>
        <p:spPr>
          <a:xfrm>
            <a:off x="218440" y="0"/>
            <a:ext cx="0" cy="135890"/>
          </a:xfrm>
          <a:custGeom>
            <a:avLst/>
            <a:gdLst/>
            <a:ahLst/>
            <a:cxnLst/>
            <a:rect l="l" t="t" r="r" b="b"/>
            <a:pathLst>
              <a:path h="135890">
                <a:moveTo>
                  <a:pt x="0" y="0"/>
                </a:moveTo>
                <a:lnTo>
                  <a:pt x="0" y="135889"/>
                </a:lnTo>
              </a:path>
            </a:pathLst>
          </a:custGeom>
          <a:ln w="8890">
            <a:solidFill>
              <a:srgbClr val="DADAED"/>
            </a:solidFill>
          </a:ln>
        </p:spPr>
        <p:txBody>
          <a:bodyPr wrap="square" lIns="0" tIns="0" rIns="0" bIns="0" rtlCol="0"/>
          <a:lstStyle/>
          <a:p>
            <a:endParaRPr>
              <a:solidFill>
                <a:prstClr val="black"/>
              </a:solidFill>
            </a:endParaRPr>
          </a:p>
        </p:txBody>
      </p:sp>
      <p:sp>
        <p:nvSpPr>
          <p:cNvPr id="56" name="bk object 56"/>
          <p:cNvSpPr/>
          <p:nvPr/>
        </p:nvSpPr>
        <p:spPr>
          <a:xfrm>
            <a:off x="218440" y="274319"/>
            <a:ext cx="0" cy="260350"/>
          </a:xfrm>
          <a:custGeom>
            <a:avLst/>
            <a:gdLst/>
            <a:ahLst/>
            <a:cxnLst/>
            <a:rect l="l" t="t" r="r" b="b"/>
            <a:pathLst>
              <a:path h="260350">
                <a:moveTo>
                  <a:pt x="0" y="0"/>
                </a:moveTo>
                <a:lnTo>
                  <a:pt x="0" y="260350"/>
                </a:lnTo>
              </a:path>
            </a:pathLst>
          </a:custGeom>
          <a:ln w="8890">
            <a:solidFill>
              <a:srgbClr val="DADAED"/>
            </a:solidFill>
          </a:ln>
        </p:spPr>
        <p:txBody>
          <a:bodyPr wrap="square" lIns="0" tIns="0" rIns="0" bIns="0" rtlCol="0"/>
          <a:lstStyle/>
          <a:p>
            <a:endParaRPr>
              <a:solidFill>
                <a:prstClr val="black"/>
              </a:solidFill>
            </a:endParaRPr>
          </a:p>
        </p:txBody>
      </p:sp>
      <p:sp>
        <p:nvSpPr>
          <p:cNvPr id="57" name="bk object 57"/>
          <p:cNvSpPr/>
          <p:nvPr/>
        </p:nvSpPr>
        <p:spPr>
          <a:xfrm>
            <a:off x="226060" y="0"/>
            <a:ext cx="0" cy="135890"/>
          </a:xfrm>
          <a:custGeom>
            <a:avLst/>
            <a:gdLst/>
            <a:ahLst/>
            <a:cxnLst/>
            <a:rect l="l" t="t" r="r" b="b"/>
            <a:pathLst>
              <a:path h="135890">
                <a:moveTo>
                  <a:pt x="0" y="0"/>
                </a:moveTo>
                <a:lnTo>
                  <a:pt x="0" y="135889"/>
                </a:lnTo>
              </a:path>
            </a:pathLst>
          </a:custGeom>
          <a:ln w="8890">
            <a:solidFill>
              <a:srgbClr val="D9D9ED"/>
            </a:solidFill>
          </a:ln>
        </p:spPr>
        <p:txBody>
          <a:bodyPr wrap="square" lIns="0" tIns="0" rIns="0" bIns="0" rtlCol="0"/>
          <a:lstStyle/>
          <a:p>
            <a:endParaRPr>
              <a:solidFill>
                <a:prstClr val="black"/>
              </a:solidFill>
            </a:endParaRPr>
          </a:p>
        </p:txBody>
      </p:sp>
      <p:sp>
        <p:nvSpPr>
          <p:cNvPr id="58" name="bk object 58"/>
          <p:cNvSpPr/>
          <p:nvPr/>
        </p:nvSpPr>
        <p:spPr>
          <a:xfrm>
            <a:off x="226060" y="274319"/>
            <a:ext cx="0" cy="260350"/>
          </a:xfrm>
          <a:custGeom>
            <a:avLst/>
            <a:gdLst/>
            <a:ahLst/>
            <a:cxnLst/>
            <a:rect l="l" t="t" r="r" b="b"/>
            <a:pathLst>
              <a:path h="260350">
                <a:moveTo>
                  <a:pt x="0" y="0"/>
                </a:moveTo>
                <a:lnTo>
                  <a:pt x="0" y="260350"/>
                </a:lnTo>
              </a:path>
            </a:pathLst>
          </a:custGeom>
          <a:ln w="8890">
            <a:solidFill>
              <a:srgbClr val="D9D9ED"/>
            </a:solidFill>
          </a:ln>
        </p:spPr>
        <p:txBody>
          <a:bodyPr wrap="square" lIns="0" tIns="0" rIns="0" bIns="0" rtlCol="0"/>
          <a:lstStyle/>
          <a:p>
            <a:endParaRPr>
              <a:solidFill>
                <a:prstClr val="black"/>
              </a:solidFill>
            </a:endParaRPr>
          </a:p>
        </p:txBody>
      </p:sp>
      <p:sp>
        <p:nvSpPr>
          <p:cNvPr id="59" name="bk object 59"/>
          <p:cNvSpPr/>
          <p:nvPr/>
        </p:nvSpPr>
        <p:spPr>
          <a:xfrm>
            <a:off x="233679" y="0"/>
            <a:ext cx="0" cy="135890"/>
          </a:xfrm>
          <a:custGeom>
            <a:avLst/>
            <a:gdLst/>
            <a:ahLst/>
            <a:cxnLst/>
            <a:rect l="l" t="t" r="r" b="b"/>
            <a:pathLst>
              <a:path h="135890">
                <a:moveTo>
                  <a:pt x="0" y="0"/>
                </a:moveTo>
                <a:lnTo>
                  <a:pt x="0" y="135889"/>
                </a:lnTo>
              </a:path>
            </a:pathLst>
          </a:custGeom>
          <a:ln w="8890">
            <a:solidFill>
              <a:srgbClr val="D8D8EC"/>
            </a:solidFill>
          </a:ln>
        </p:spPr>
        <p:txBody>
          <a:bodyPr wrap="square" lIns="0" tIns="0" rIns="0" bIns="0" rtlCol="0"/>
          <a:lstStyle/>
          <a:p>
            <a:endParaRPr>
              <a:solidFill>
                <a:prstClr val="black"/>
              </a:solidFill>
            </a:endParaRPr>
          </a:p>
        </p:txBody>
      </p:sp>
      <p:sp>
        <p:nvSpPr>
          <p:cNvPr id="60" name="bk object 60"/>
          <p:cNvSpPr/>
          <p:nvPr/>
        </p:nvSpPr>
        <p:spPr>
          <a:xfrm>
            <a:off x="233679" y="274319"/>
            <a:ext cx="0" cy="260350"/>
          </a:xfrm>
          <a:custGeom>
            <a:avLst/>
            <a:gdLst/>
            <a:ahLst/>
            <a:cxnLst/>
            <a:rect l="l" t="t" r="r" b="b"/>
            <a:pathLst>
              <a:path h="260350">
                <a:moveTo>
                  <a:pt x="0" y="0"/>
                </a:moveTo>
                <a:lnTo>
                  <a:pt x="0" y="260350"/>
                </a:lnTo>
              </a:path>
            </a:pathLst>
          </a:custGeom>
          <a:ln w="8890">
            <a:solidFill>
              <a:srgbClr val="D8D8EC"/>
            </a:solidFill>
          </a:ln>
        </p:spPr>
        <p:txBody>
          <a:bodyPr wrap="square" lIns="0" tIns="0" rIns="0" bIns="0" rtlCol="0"/>
          <a:lstStyle/>
          <a:p>
            <a:endParaRPr>
              <a:solidFill>
                <a:prstClr val="black"/>
              </a:solidFill>
            </a:endParaRPr>
          </a:p>
        </p:txBody>
      </p:sp>
      <p:sp>
        <p:nvSpPr>
          <p:cNvPr id="61" name="bk object 61"/>
          <p:cNvSpPr/>
          <p:nvPr/>
        </p:nvSpPr>
        <p:spPr>
          <a:xfrm>
            <a:off x="240029" y="0"/>
            <a:ext cx="0" cy="135890"/>
          </a:xfrm>
          <a:custGeom>
            <a:avLst/>
            <a:gdLst/>
            <a:ahLst/>
            <a:cxnLst/>
            <a:rect l="l" t="t" r="r" b="b"/>
            <a:pathLst>
              <a:path h="135890">
                <a:moveTo>
                  <a:pt x="0" y="0"/>
                </a:moveTo>
                <a:lnTo>
                  <a:pt x="0" y="135889"/>
                </a:lnTo>
              </a:path>
            </a:pathLst>
          </a:custGeom>
          <a:ln w="8890">
            <a:solidFill>
              <a:srgbClr val="D6D6EB"/>
            </a:solidFill>
          </a:ln>
        </p:spPr>
        <p:txBody>
          <a:bodyPr wrap="square" lIns="0" tIns="0" rIns="0" bIns="0" rtlCol="0"/>
          <a:lstStyle/>
          <a:p>
            <a:endParaRPr>
              <a:solidFill>
                <a:prstClr val="black"/>
              </a:solidFill>
            </a:endParaRPr>
          </a:p>
        </p:txBody>
      </p:sp>
      <p:sp>
        <p:nvSpPr>
          <p:cNvPr id="62" name="bk object 62"/>
          <p:cNvSpPr/>
          <p:nvPr/>
        </p:nvSpPr>
        <p:spPr>
          <a:xfrm>
            <a:off x="240029" y="274319"/>
            <a:ext cx="0" cy="260350"/>
          </a:xfrm>
          <a:custGeom>
            <a:avLst/>
            <a:gdLst/>
            <a:ahLst/>
            <a:cxnLst/>
            <a:rect l="l" t="t" r="r" b="b"/>
            <a:pathLst>
              <a:path h="260350">
                <a:moveTo>
                  <a:pt x="0" y="0"/>
                </a:moveTo>
                <a:lnTo>
                  <a:pt x="0" y="260350"/>
                </a:lnTo>
              </a:path>
            </a:pathLst>
          </a:custGeom>
          <a:ln w="8890">
            <a:solidFill>
              <a:srgbClr val="D6D6EB"/>
            </a:solidFill>
          </a:ln>
        </p:spPr>
        <p:txBody>
          <a:bodyPr wrap="square" lIns="0" tIns="0" rIns="0" bIns="0" rtlCol="0"/>
          <a:lstStyle/>
          <a:p>
            <a:endParaRPr>
              <a:solidFill>
                <a:prstClr val="black"/>
              </a:solidFill>
            </a:endParaRPr>
          </a:p>
        </p:txBody>
      </p:sp>
      <p:sp>
        <p:nvSpPr>
          <p:cNvPr id="63" name="bk object 63"/>
          <p:cNvSpPr/>
          <p:nvPr/>
        </p:nvSpPr>
        <p:spPr>
          <a:xfrm>
            <a:off x="247650" y="0"/>
            <a:ext cx="0" cy="135890"/>
          </a:xfrm>
          <a:custGeom>
            <a:avLst/>
            <a:gdLst/>
            <a:ahLst/>
            <a:cxnLst/>
            <a:rect l="l" t="t" r="r" b="b"/>
            <a:pathLst>
              <a:path h="135890">
                <a:moveTo>
                  <a:pt x="0" y="0"/>
                </a:moveTo>
                <a:lnTo>
                  <a:pt x="0" y="135889"/>
                </a:lnTo>
              </a:path>
            </a:pathLst>
          </a:custGeom>
          <a:ln w="8890">
            <a:solidFill>
              <a:srgbClr val="D5D5EB"/>
            </a:solidFill>
          </a:ln>
        </p:spPr>
        <p:txBody>
          <a:bodyPr wrap="square" lIns="0" tIns="0" rIns="0" bIns="0" rtlCol="0"/>
          <a:lstStyle/>
          <a:p>
            <a:endParaRPr>
              <a:solidFill>
                <a:prstClr val="black"/>
              </a:solidFill>
            </a:endParaRPr>
          </a:p>
        </p:txBody>
      </p:sp>
      <p:sp>
        <p:nvSpPr>
          <p:cNvPr id="64" name="bk object 64"/>
          <p:cNvSpPr/>
          <p:nvPr/>
        </p:nvSpPr>
        <p:spPr>
          <a:xfrm>
            <a:off x="247650" y="274319"/>
            <a:ext cx="0" cy="260350"/>
          </a:xfrm>
          <a:custGeom>
            <a:avLst/>
            <a:gdLst/>
            <a:ahLst/>
            <a:cxnLst/>
            <a:rect l="l" t="t" r="r" b="b"/>
            <a:pathLst>
              <a:path h="260350">
                <a:moveTo>
                  <a:pt x="0" y="0"/>
                </a:moveTo>
                <a:lnTo>
                  <a:pt x="0" y="260350"/>
                </a:lnTo>
              </a:path>
            </a:pathLst>
          </a:custGeom>
          <a:ln w="8890">
            <a:solidFill>
              <a:srgbClr val="D5D5EB"/>
            </a:solidFill>
          </a:ln>
        </p:spPr>
        <p:txBody>
          <a:bodyPr wrap="square" lIns="0" tIns="0" rIns="0" bIns="0" rtlCol="0"/>
          <a:lstStyle/>
          <a:p>
            <a:endParaRPr>
              <a:solidFill>
                <a:prstClr val="black"/>
              </a:solidFill>
            </a:endParaRPr>
          </a:p>
        </p:txBody>
      </p:sp>
      <p:sp>
        <p:nvSpPr>
          <p:cNvPr id="65" name="bk object 65"/>
          <p:cNvSpPr/>
          <p:nvPr/>
        </p:nvSpPr>
        <p:spPr>
          <a:xfrm>
            <a:off x="255270" y="0"/>
            <a:ext cx="0" cy="135890"/>
          </a:xfrm>
          <a:custGeom>
            <a:avLst/>
            <a:gdLst/>
            <a:ahLst/>
            <a:cxnLst/>
            <a:rect l="l" t="t" r="r" b="b"/>
            <a:pathLst>
              <a:path h="135890">
                <a:moveTo>
                  <a:pt x="0" y="0"/>
                </a:moveTo>
                <a:lnTo>
                  <a:pt x="0" y="135889"/>
                </a:lnTo>
              </a:path>
            </a:pathLst>
          </a:custGeom>
          <a:ln w="8890">
            <a:solidFill>
              <a:srgbClr val="D4D4EA"/>
            </a:solidFill>
          </a:ln>
        </p:spPr>
        <p:txBody>
          <a:bodyPr wrap="square" lIns="0" tIns="0" rIns="0" bIns="0" rtlCol="0"/>
          <a:lstStyle/>
          <a:p>
            <a:endParaRPr>
              <a:solidFill>
                <a:prstClr val="black"/>
              </a:solidFill>
            </a:endParaRPr>
          </a:p>
        </p:txBody>
      </p:sp>
      <p:sp>
        <p:nvSpPr>
          <p:cNvPr id="66" name="bk object 66"/>
          <p:cNvSpPr/>
          <p:nvPr/>
        </p:nvSpPr>
        <p:spPr>
          <a:xfrm>
            <a:off x="255270" y="274319"/>
            <a:ext cx="0" cy="260350"/>
          </a:xfrm>
          <a:custGeom>
            <a:avLst/>
            <a:gdLst/>
            <a:ahLst/>
            <a:cxnLst/>
            <a:rect l="l" t="t" r="r" b="b"/>
            <a:pathLst>
              <a:path h="260350">
                <a:moveTo>
                  <a:pt x="0" y="0"/>
                </a:moveTo>
                <a:lnTo>
                  <a:pt x="0" y="260350"/>
                </a:lnTo>
              </a:path>
            </a:pathLst>
          </a:custGeom>
          <a:ln w="8890">
            <a:solidFill>
              <a:srgbClr val="D4D4EA"/>
            </a:solidFill>
          </a:ln>
        </p:spPr>
        <p:txBody>
          <a:bodyPr wrap="square" lIns="0" tIns="0" rIns="0" bIns="0" rtlCol="0"/>
          <a:lstStyle/>
          <a:p>
            <a:endParaRPr>
              <a:solidFill>
                <a:prstClr val="black"/>
              </a:solidFill>
            </a:endParaRPr>
          </a:p>
        </p:txBody>
      </p:sp>
      <p:sp>
        <p:nvSpPr>
          <p:cNvPr id="67" name="bk object 67"/>
          <p:cNvSpPr/>
          <p:nvPr/>
        </p:nvSpPr>
        <p:spPr>
          <a:xfrm>
            <a:off x="261620" y="0"/>
            <a:ext cx="0" cy="534670"/>
          </a:xfrm>
          <a:custGeom>
            <a:avLst/>
            <a:gdLst/>
            <a:ahLst/>
            <a:cxnLst/>
            <a:rect l="l" t="t" r="r" b="b"/>
            <a:pathLst>
              <a:path h="534670">
                <a:moveTo>
                  <a:pt x="0" y="1270"/>
                </a:moveTo>
                <a:lnTo>
                  <a:pt x="0" y="535940"/>
                </a:lnTo>
              </a:path>
            </a:pathLst>
          </a:custGeom>
          <a:ln w="8890">
            <a:solidFill>
              <a:srgbClr val="D3D3EA"/>
            </a:solidFill>
          </a:ln>
        </p:spPr>
        <p:txBody>
          <a:bodyPr wrap="square" lIns="0" tIns="0" rIns="0" bIns="0" rtlCol="0"/>
          <a:lstStyle/>
          <a:p>
            <a:endParaRPr>
              <a:solidFill>
                <a:prstClr val="black"/>
              </a:solidFill>
            </a:endParaRPr>
          </a:p>
        </p:txBody>
      </p:sp>
      <p:sp>
        <p:nvSpPr>
          <p:cNvPr id="68" name="bk object 68"/>
          <p:cNvSpPr/>
          <p:nvPr/>
        </p:nvSpPr>
        <p:spPr>
          <a:xfrm>
            <a:off x="269240" y="0"/>
            <a:ext cx="0" cy="534670"/>
          </a:xfrm>
          <a:custGeom>
            <a:avLst/>
            <a:gdLst/>
            <a:ahLst/>
            <a:cxnLst/>
            <a:rect l="l" t="t" r="r" b="b"/>
            <a:pathLst>
              <a:path h="534670">
                <a:moveTo>
                  <a:pt x="0" y="1270"/>
                </a:moveTo>
                <a:lnTo>
                  <a:pt x="0" y="535940"/>
                </a:lnTo>
              </a:path>
            </a:pathLst>
          </a:custGeom>
          <a:ln w="8890">
            <a:solidFill>
              <a:srgbClr val="D1D1E9"/>
            </a:solidFill>
          </a:ln>
        </p:spPr>
        <p:txBody>
          <a:bodyPr wrap="square" lIns="0" tIns="0" rIns="0" bIns="0" rtlCol="0"/>
          <a:lstStyle/>
          <a:p>
            <a:endParaRPr>
              <a:solidFill>
                <a:prstClr val="black"/>
              </a:solidFill>
            </a:endParaRPr>
          </a:p>
        </p:txBody>
      </p:sp>
      <p:sp>
        <p:nvSpPr>
          <p:cNvPr id="69" name="bk object 69"/>
          <p:cNvSpPr/>
          <p:nvPr/>
        </p:nvSpPr>
        <p:spPr>
          <a:xfrm>
            <a:off x="276860" y="0"/>
            <a:ext cx="0" cy="534670"/>
          </a:xfrm>
          <a:custGeom>
            <a:avLst/>
            <a:gdLst/>
            <a:ahLst/>
            <a:cxnLst/>
            <a:rect l="l" t="t" r="r" b="b"/>
            <a:pathLst>
              <a:path h="534670">
                <a:moveTo>
                  <a:pt x="0" y="1270"/>
                </a:moveTo>
                <a:lnTo>
                  <a:pt x="0" y="535940"/>
                </a:lnTo>
              </a:path>
            </a:pathLst>
          </a:custGeom>
          <a:ln w="8890">
            <a:solidFill>
              <a:srgbClr val="D0D0E8"/>
            </a:solidFill>
          </a:ln>
        </p:spPr>
        <p:txBody>
          <a:bodyPr wrap="square" lIns="0" tIns="0" rIns="0" bIns="0" rtlCol="0"/>
          <a:lstStyle/>
          <a:p>
            <a:endParaRPr>
              <a:solidFill>
                <a:prstClr val="black"/>
              </a:solidFill>
            </a:endParaRPr>
          </a:p>
        </p:txBody>
      </p:sp>
      <p:sp>
        <p:nvSpPr>
          <p:cNvPr id="70" name="bk object 70"/>
          <p:cNvSpPr/>
          <p:nvPr/>
        </p:nvSpPr>
        <p:spPr>
          <a:xfrm>
            <a:off x="283210" y="0"/>
            <a:ext cx="0" cy="534670"/>
          </a:xfrm>
          <a:custGeom>
            <a:avLst/>
            <a:gdLst/>
            <a:ahLst/>
            <a:cxnLst/>
            <a:rect l="l" t="t" r="r" b="b"/>
            <a:pathLst>
              <a:path h="534670">
                <a:moveTo>
                  <a:pt x="0" y="1270"/>
                </a:moveTo>
                <a:lnTo>
                  <a:pt x="0" y="535940"/>
                </a:lnTo>
              </a:path>
            </a:pathLst>
          </a:custGeom>
          <a:ln w="8890">
            <a:solidFill>
              <a:srgbClr val="CFCFE8"/>
            </a:solidFill>
          </a:ln>
        </p:spPr>
        <p:txBody>
          <a:bodyPr wrap="square" lIns="0" tIns="0" rIns="0" bIns="0" rtlCol="0"/>
          <a:lstStyle/>
          <a:p>
            <a:endParaRPr>
              <a:solidFill>
                <a:prstClr val="black"/>
              </a:solidFill>
            </a:endParaRPr>
          </a:p>
        </p:txBody>
      </p:sp>
      <p:sp>
        <p:nvSpPr>
          <p:cNvPr id="71" name="bk object 71"/>
          <p:cNvSpPr/>
          <p:nvPr/>
        </p:nvSpPr>
        <p:spPr>
          <a:xfrm>
            <a:off x="533400" y="135889"/>
            <a:ext cx="0" cy="274320"/>
          </a:xfrm>
          <a:custGeom>
            <a:avLst/>
            <a:gdLst/>
            <a:ahLst/>
            <a:cxnLst/>
            <a:rect l="l" t="t" r="r" b="b"/>
            <a:pathLst>
              <a:path h="274320">
                <a:moveTo>
                  <a:pt x="0" y="0"/>
                </a:moveTo>
                <a:lnTo>
                  <a:pt x="0" y="274320"/>
                </a:lnTo>
              </a:path>
            </a:pathLst>
          </a:custGeom>
          <a:ln w="39370">
            <a:solidFill>
              <a:srgbClr val="FDFDFE"/>
            </a:solidFill>
          </a:ln>
        </p:spPr>
        <p:txBody>
          <a:bodyPr wrap="square" lIns="0" tIns="0" rIns="0" bIns="0" rtlCol="0"/>
          <a:lstStyle/>
          <a:p>
            <a:endParaRPr>
              <a:solidFill>
                <a:prstClr val="black"/>
              </a:solidFill>
            </a:endParaRPr>
          </a:p>
        </p:txBody>
      </p:sp>
      <p:sp>
        <p:nvSpPr>
          <p:cNvPr id="72" name="bk object 72"/>
          <p:cNvSpPr/>
          <p:nvPr/>
        </p:nvSpPr>
        <p:spPr>
          <a:xfrm>
            <a:off x="548005" y="275589"/>
            <a:ext cx="39370" cy="134620"/>
          </a:xfrm>
          <a:custGeom>
            <a:avLst/>
            <a:gdLst/>
            <a:ahLst/>
            <a:cxnLst/>
            <a:rect l="l" t="t" r="r" b="b"/>
            <a:pathLst>
              <a:path w="39370" h="134620">
                <a:moveTo>
                  <a:pt x="0" y="134619"/>
                </a:moveTo>
                <a:lnTo>
                  <a:pt x="39370" y="134619"/>
                </a:lnTo>
                <a:lnTo>
                  <a:pt x="39370" y="0"/>
                </a:lnTo>
                <a:lnTo>
                  <a:pt x="0" y="0"/>
                </a:lnTo>
                <a:lnTo>
                  <a:pt x="0" y="134619"/>
                </a:lnTo>
                <a:close/>
              </a:path>
            </a:pathLst>
          </a:custGeom>
          <a:solidFill>
            <a:srgbClr val="FCFCFE"/>
          </a:solidFill>
        </p:spPr>
        <p:txBody>
          <a:bodyPr wrap="square" lIns="0" tIns="0" rIns="0" bIns="0" rtlCol="0"/>
          <a:lstStyle/>
          <a:p>
            <a:endParaRPr>
              <a:solidFill>
                <a:prstClr val="black"/>
              </a:solidFill>
            </a:endParaRPr>
          </a:p>
        </p:txBody>
      </p:sp>
      <p:sp>
        <p:nvSpPr>
          <p:cNvPr id="73" name="bk object 73"/>
          <p:cNvSpPr/>
          <p:nvPr/>
        </p:nvSpPr>
        <p:spPr>
          <a:xfrm>
            <a:off x="582295" y="275589"/>
            <a:ext cx="39370" cy="134620"/>
          </a:xfrm>
          <a:custGeom>
            <a:avLst/>
            <a:gdLst/>
            <a:ahLst/>
            <a:cxnLst/>
            <a:rect l="l" t="t" r="r" b="b"/>
            <a:pathLst>
              <a:path w="39370" h="134620">
                <a:moveTo>
                  <a:pt x="0" y="134619"/>
                </a:moveTo>
                <a:lnTo>
                  <a:pt x="39370" y="134619"/>
                </a:lnTo>
                <a:lnTo>
                  <a:pt x="39370" y="0"/>
                </a:lnTo>
                <a:lnTo>
                  <a:pt x="0" y="0"/>
                </a:lnTo>
                <a:lnTo>
                  <a:pt x="0" y="134619"/>
                </a:lnTo>
                <a:close/>
              </a:path>
            </a:pathLst>
          </a:custGeom>
          <a:solidFill>
            <a:srgbClr val="FBFBFD"/>
          </a:solidFill>
        </p:spPr>
        <p:txBody>
          <a:bodyPr wrap="square" lIns="0" tIns="0" rIns="0" bIns="0" rtlCol="0"/>
          <a:lstStyle/>
          <a:p>
            <a:endParaRPr>
              <a:solidFill>
                <a:prstClr val="black"/>
              </a:solidFill>
            </a:endParaRPr>
          </a:p>
        </p:txBody>
      </p:sp>
      <p:sp>
        <p:nvSpPr>
          <p:cNvPr id="74" name="bk object 74"/>
          <p:cNvSpPr/>
          <p:nvPr/>
        </p:nvSpPr>
        <p:spPr>
          <a:xfrm>
            <a:off x="616584" y="275589"/>
            <a:ext cx="39370" cy="134620"/>
          </a:xfrm>
          <a:custGeom>
            <a:avLst/>
            <a:gdLst/>
            <a:ahLst/>
            <a:cxnLst/>
            <a:rect l="l" t="t" r="r" b="b"/>
            <a:pathLst>
              <a:path w="39370" h="134620">
                <a:moveTo>
                  <a:pt x="0" y="134619"/>
                </a:moveTo>
                <a:lnTo>
                  <a:pt x="39370" y="134619"/>
                </a:lnTo>
                <a:lnTo>
                  <a:pt x="39370" y="0"/>
                </a:lnTo>
                <a:lnTo>
                  <a:pt x="0" y="0"/>
                </a:lnTo>
                <a:lnTo>
                  <a:pt x="0" y="134619"/>
                </a:lnTo>
                <a:close/>
              </a:path>
            </a:pathLst>
          </a:custGeom>
          <a:solidFill>
            <a:srgbClr val="FAFAFD"/>
          </a:solidFill>
        </p:spPr>
        <p:txBody>
          <a:bodyPr wrap="square" lIns="0" tIns="0" rIns="0" bIns="0" rtlCol="0"/>
          <a:lstStyle/>
          <a:p>
            <a:endParaRPr>
              <a:solidFill>
                <a:prstClr val="black"/>
              </a:solidFill>
            </a:endParaRPr>
          </a:p>
        </p:txBody>
      </p:sp>
      <p:sp>
        <p:nvSpPr>
          <p:cNvPr id="75" name="bk object 75"/>
          <p:cNvSpPr/>
          <p:nvPr/>
        </p:nvSpPr>
        <p:spPr>
          <a:xfrm>
            <a:off x="6508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F9F9FC"/>
          </a:solidFill>
        </p:spPr>
        <p:txBody>
          <a:bodyPr wrap="square" lIns="0" tIns="0" rIns="0" bIns="0" rtlCol="0"/>
          <a:lstStyle/>
          <a:p>
            <a:endParaRPr>
              <a:solidFill>
                <a:prstClr val="black"/>
              </a:solidFill>
            </a:endParaRPr>
          </a:p>
        </p:txBody>
      </p:sp>
      <p:sp>
        <p:nvSpPr>
          <p:cNvPr id="76" name="bk object 76"/>
          <p:cNvSpPr/>
          <p:nvPr/>
        </p:nvSpPr>
        <p:spPr>
          <a:xfrm>
            <a:off x="6851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F8F8FC"/>
          </a:solidFill>
        </p:spPr>
        <p:txBody>
          <a:bodyPr wrap="square" lIns="0" tIns="0" rIns="0" bIns="0" rtlCol="0"/>
          <a:lstStyle/>
          <a:p>
            <a:endParaRPr>
              <a:solidFill>
                <a:prstClr val="black"/>
              </a:solidFill>
            </a:endParaRPr>
          </a:p>
        </p:txBody>
      </p:sp>
      <p:sp>
        <p:nvSpPr>
          <p:cNvPr id="77" name="bk object 77"/>
          <p:cNvSpPr/>
          <p:nvPr/>
        </p:nvSpPr>
        <p:spPr>
          <a:xfrm>
            <a:off x="71945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F7F7FB"/>
          </a:solidFill>
        </p:spPr>
        <p:txBody>
          <a:bodyPr wrap="square" lIns="0" tIns="0" rIns="0" bIns="0" rtlCol="0"/>
          <a:lstStyle/>
          <a:p>
            <a:endParaRPr>
              <a:solidFill>
                <a:prstClr val="black"/>
              </a:solidFill>
            </a:endParaRPr>
          </a:p>
        </p:txBody>
      </p:sp>
      <p:sp>
        <p:nvSpPr>
          <p:cNvPr id="78" name="bk object 78"/>
          <p:cNvSpPr/>
          <p:nvPr/>
        </p:nvSpPr>
        <p:spPr>
          <a:xfrm>
            <a:off x="7537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F6F6FB"/>
          </a:solidFill>
        </p:spPr>
        <p:txBody>
          <a:bodyPr wrap="square" lIns="0" tIns="0" rIns="0" bIns="0" rtlCol="0"/>
          <a:lstStyle/>
          <a:p>
            <a:endParaRPr>
              <a:solidFill>
                <a:prstClr val="black"/>
              </a:solidFill>
            </a:endParaRPr>
          </a:p>
        </p:txBody>
      </p:sp>
      <p:sp>
        <p:nvSpPr>
          <p:cNvPr id="79" name="bk object 79"/>
          <p:cNvSpPr/>
          <p:nvPr/>
        </p:nvSpPr>
        <p:spPr>
          <a:xfrm>
            <a:off x="78803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F5F5FA"/>
          </a:solidFill>
        </p:spPr>
        <p:txBody>
          <a:bodyPr wrap="square" lIns="0" tIns="0" rIns="0" bIns="0" rtlCol="0"/>
          <a:lstStyle/>
          <a:p>
            <a:endParaRPr>
              <a:solidFill>
                <a:prstClr val="black"/>
              </a:solidFill>
            </a:endParaRPr>
          </a:p>
        </p:txBody>
      </p:sp>
      <p:sp>
        <p:nvSpPr>
          <p:cNvPr id="80" name="bk object 80"/>
          <p:cNvSpPr/>
          <p:nvPr/>
        </p:nvSpPr>
        <p:spPr>
          <a:xfrm>
            <a:off x="8223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F4F4FA"/>
          </a:solidFill>
        </p:spPr>
        <p:txBody>
          <a:bodyPr wrap="square" lIns="0" tIns="0" rIns="0" bIns="0" rtlCol="0"/>
          <a:lstStyle/>
          <a:p>
            <a:endParaRPr>
              <a:solidFill>
                <a:prstClr val="black"/>
              </a:solidFill>
            </a:endParaRPr>
          </a:p>
        </p:txBody>
      </p:sp>
      <p:sp>
        <p:nvSpPr>
          <p:cNvPr id="81" name="bk object 81"/>
          <p:cNvSpPr/>
          <p:nvPr/>
        </p:nvSpPr>
        <p:spPr>
          <a:xfrm>
            <a:off x="8566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F3F3F9"/>
          </a:solidFill>
        </p:spPr>
        <p:txBody>
          <a:bodyPr wrap="square" lIns="0" tIns="0" rIns="0" bIns="0" rtlCol="0"/>
          <a:lstStyle/>
          <a:p>
            <a:endParaRPr>
              <a:solidFill>
                <a:prstClr val="black"/>
              </a:solidFill>
            </a:endParaRPr>
          </a:p>
        </p:txBody>
      </p:sp>
      <p:sp>
        <p:nvSpPr>
          <p:cNvPr id="82" name="bk object 82"/>
          <p:cNvSpPr/>
          <p:nvPr/>
        </p:nvSpPr>
        <p:spPr>
          <a:xfrm>
            <a:off x="8909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F2F2F9"/>
          </a:solidFill>
        </p:spPr>
        <p:txBody>
          <a:bodyPr wrap="square" lIns="0" tIns="0" rIns="0" bIns="0" rtlCol="0"/>
          <a:lstStyle/>
          <a:p>
            <a:endParaRPr>
              <a:solidFill>
                <a:prstClr val="black"/>
              </a:solidFill>
            </a:endParaRPr>
          </a:p>
        </p:txBody>
      </p:sp>
      <p:sp>
        <p:nvSpPr>
          <p:cNvPr id="83" name="bk object 83"/>
          <p:cNvSpPr/>
          <p:nvPr/>
        </p:nvSpPr>
        <p:spPr>
          <a:xfrm>
            <a:off x="92519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F1F1F8"/>
          </a:solidFill>
        </p:spPr>
        <p:txBody>
          <a:bodyPr wrap="square" lIns="0" tIns="0" rIns="0" bIns="0" rtlCol="0"/>
          <a:lstStyle/>
          <a:p>
            <a:endParaRPr>
              <a:solidFill>
                <a:prstClr val="black"/>
              </a:solidFill>
            </a:endParaRPr>
          </a:p>
        </p:txBody>
      </p:sp>
      <p:sp>
        <p:nvSpPr>
          <p:cNvPr id="84" name="bk object 84"/>
          <p:cNvSpPr/>
          <p:nvPr/>
        </p:nvSpPr>
        <p:spPr>
          <a:xfrm>
            <a:off x="9594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F0F0F8"/>
          </a:solidFill>
        </p:spPr>
        <p:txBody>
          <a:bodyPr wrap="square" lIns="0" tIns="0" rIns="0" bIns="0" rtlCol="0"/>
          <a:lstStyle/>
          <a:p>
            <a:endParaRPr>
              <a:solidFill>
                <a:prstClr val="black"/>
              </a:solidFill>
            </a:endParaRPr>
          </a:p>
        </p:txBody>
      </p:sp>
      <p:sp>
        <p:nvSpPr>
          <p:cNvPr id="85" name="bk object 85"/>
          <p:cNvSpPr/>
          <p:nvPr/>
        </p:nvSpPr>
        <p:spPr>
          <a:xfrm>
            <a:off x="9937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FEFF7"/>
          </a:solidFill>
        </p:spPr>
        <p:txBody>
          <a:bodyPr wrap="square" lIns="0" tIns="0" rIns="0" bIns="0" rtlCol="0"/>
          <a:lstStyle/>
          <a:p>
            <a:endParaRPr>
              <a:solidFill>
                <a:prstClr val="black"/>
              </a:solidFill>
            </a:endParaRPr>
          </a:p>
        </p:txBody>
      </p:sp>
      <p:sp>
        <p:nvSpPr>
          <p:cNvPr id="86" name="bk object 86"/>
          <p:cNvSpPr/>
          <p:nvPr/>
        </p:nvSpPr>
        <p:spPr>
          <a:xfrm>
            <a:off x="10280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EEEF7"/>
          </a:solidFill>
        </p:spPr>
        <p:txBody>
          <a:bodyPr wrap="square" lIns="0" tIns="0" rIns="0" bIns="0" rtlCol="0"/>
          <a:lstStyle/>
          <a:p>
            <a:endParaRPr>
              <a:solidFill>
                <a:prstClr val="black"/>
              </a:solidFill>
            </a:endParaRPr>
          </a:p>
        </p:txBody>
      </p:sp>
      <p:sp>
        <p:nvSpPr>
          <p:cNvPr id="87" name="bk object 87"/>
          <p:cNvSpPr/>
          <p:nvPr/>
        </p:nvSpPr>
        <p:spPr>
          <a:xfrm>
            <a:off x="10623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DEDF6"/>
          </a:solidFill>
        </p:spPr>
        <p:txBody>
          <a:bodyPr wrap="square" lIns="0" tIns="0" rIns="0" bIns="0" rtlCol="0"/>
          <a:lstStyle/>
          <a:p>
            <a:endParaRPr>
              <a:solidFill>
                <a:prstClr val="black"/>
              </a:solidFill>
            </a:endParaRPr>
          </a:p>
        </p:txBody>
      </p:sp>
      <p:sp>
        <p:nvSpPr>
          <p:cNvPr id="88" name="bk object 88"/>
          <p:cNvSpPr/>
          <p:nvPr/>
        </p:nvSpPr>
        <p:spPr>
          <a:xfrm>
            <a:off x="109664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CECF6"/>
          </a:solidFill>
        </p:spPr>
        <p:txBody>
          <a:bodyPr wrap="square" lIns="0" tIns="0" rIns="0" bIns="0" rtlCol="0"/>
          <a:lstStyle/>
          <a:p>
            <a:endParaRPr>
              <a:solidFill>
                <a:prstClr val="black"/>
              </a:solidFill>
            </a:endParaRPr>
          </a:p>
        </p:txBody>
      </p:sp>
      <p:sp>
        <p:nvSpPr>
          <p:cNvPr id="89" name="bk object 89"/>
          <p:cNvSpPr/>
          <p:nvPr/>
        </p:nvSpPr>
        <p:spPr>
          <a:xfrm>
            <a:off x="11309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BEBF5"/>
          </a:solidFill>
        </p:spPr>
        <p:txBody>
          <a:bodyPr wrap="square" lIns="0" tIns="0" rIns="0" bIns="0" rtlCol="0"/>
          <a:lstStyle/>
          <a:p>
            <a:endParaRPr>
              <a:solidFill>
                <a:prstClr val="black"/>
              </a:solidFill>
            </a:endParaRPr>
          </a:p>
        </p:txBody>
      </p:sp>
      <p:sp>
        <p:nvSpPr>
          <p:cNvPr id="90" name="bk object 90"/>
          <p:cNvSpPr/>
          <p:nvPr/>
        </p:nvSpPr>
        <p:spPr>
          <a:xfrm>
            <a:off x="11652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AEAF5"/>
          </a:solidFill>
        </p:spPr>
        <p:txBody>
          <a:bodyPr wrap="square" lIns="0" tIns="0" rIns="0" bIns="0" rtlCol="0"/>
          <a:lstStyle/>
          <a:p>
            <a:endParaRPr>
              <a:solidFill>
                <a:prstClr val="black"/>
              </a:solidFill>
            </a:endParaRPr>
          </a:p>
        </p:txBody>
      </p:sp>
      <p:sp>
        <p:nvSpPr>
          <p:cNvPr id="91" name="bk object 91"/>
          <p:cNvSpPr/>
          <p:nvPr/>
        </p:nvSpPr>
        <p:spPr>
          <a:xfrm>
            <a:off x="11995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9E9F4"/>
          </a:solidFill>
        </p:spPr>
        <p:txBody>
          <a:bodyPr wrap="square" lIns="0" tIns="0" rIns="0" bIns="0" rtlCol="0"/>
          <a:lstStyle/>
          <a:p>
            <a:endParaRPr>
              <a:solidFill>
                <a:prstClr val="black"/>
              </a:solidFill>
            </a:endParaRPr>
          </a:p>
        </p:txBody>
      </p:sp>
      <p:sp>
        <p:nvSpPr>
          <p:cNvPr id="92" name="bk object 92"/>
          <p:cNvSpPr/>
          <p:nvPr/>
        </p:nvSpPr>
        <p:spPr>
          <a:xfrm>
            <a:off x="12338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8E8F4"/>
          </a:solidFill>
        </p:spPr>
        <p:txBody>
          <a:bodyPr wrap="square" lIns="0" tIns="0" rIns="0" bIns="0" rtlCol="0"/>
          <a:lstStyle/>
          <a:p>
            <a:endParaRPr>
              <a:solidFill>
                <a:prstClr val="black"/>
              </a:solidFill>
            </a:endParaRPr>
          </a:p>
        </p:txBody>
      </p:sp>
      <p:sp>
        <p:nvSpPr>
          <p:cNvPr id="93" name="bk object 93"/>
          <p:cNvSpPr/>
          <p:nvPr/>
        </p:nvSpPr>
        <p:spPr>
          <a:xfrm>
            <a:off x="126809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7E7F3"/>
          </a:solidFill>
        </p:spPr>
        <p:txBody>
          <a:bodyPr wrap="square" lIns="0" tIns="0" rIns="0" bIns="0" rtlCol="0"/>
          <a:lstStyle/>
          <a:p>
            <a:endParaRPr>
              <a:solidFill>
                <a:prstClr val="black"/>
              </a:solidFill>
            </a:endParaRPr>
          </a:p>
        </p:txBody>
      </p:sp>
      <p:sp>
        <p:nvSpPr>
          <p:cNvPr id="94" name="bk object 94"/>
          <p:cNvSpPr/>
          <p:nvPr/>
        </p:nvSpPr>
        <p:spPr>
          <a:xfrm>
            <a:off x="13023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6E6F3"/>
          </a:solidFill>
        </p:spPr>
        <p:txBody>
          <a:bodyPr wrap="square" lIns="0" tIns="0" rIns="0" bIns="0" rtlCol="0"/>
          <a:lstStyle/>
          <a:p>
            <a:endParaRPr>
              <a:solidFill>
                <a:prstClr val="black"/>
              </a:solidFill>
            </a:endParaRPr>
          </a:p>
        </p:txBody>
      </p:sp>
      <p:sp>
        <p:nvSpPr>
          <p:cNvPr id="95" name="bk object 95"/>
          <p:cNvSpPr/>
          <p:nvPr/>
        </p:nvSpPr>
        <p:spPr>
          <a:xfrm>
            <a:off x="13366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5E5F2"/>
          </a:solidFill>
        </p:spPr>
        <p:txBody>
          <a:bodyPr wrap="square" lIns="0" tIns="0" rIns="0" bIns="0" rtlCol="0"/>
          <a:lstStyle/>
          <a:p>
            <a:endParaRPr>
              <a:solidFill>
                <a:prstClr val="black"/>
              </a:solidFill>
            </a:endParaRPr>
          </a:p>
        </p:txBody>
      </p:sp>
      <p:sp>
        <p:nvSpPr>
          <p:cNvPr id="96" name="bk object 96"/>
          <p:cNvSpPr/>
          <p:nvPr/>
        </p:nvSpPr>
        <p:spPr>
          <a:xfrm>
            <a:off x="136969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E4E4F2"/>
          </a:solidFill>
        </p:spPr>
        <p:txBody>
          <a:bodyPr wrap="square" lIns="0" tIns="0" rIns="0" bIns="0" rtlCol="0"/>
          <a:lstStyle/>
          <a:p>
            <a:endParaRPr>
              <a:solidFill>
                <a:prstClr val="black"/>
              </a:solidFill>
            </a:endParaRPr>
          </a:p>
        </p:txBody>
      </p:sp>
      <p:sp>
        <p:nvSpPr>
          <p:cNvPr id="97" name="bk object 97"/>
          <p:cNvSpPr/>
          <p:nvPr/>
        </p:nvSpPr>
        <p:spPr>
          <a:xfrm>
            <a:off x="140398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E3E3F1"/>
          </a:solidFill>
        </p:spPr>
        <p:txBody>
          <a:bodyPr wrap="square" lIns="0" tIns="0" rIns="0" bIns="0" rtlCol="0"/>
          <a:lstStyle/>
          <a:p>
            <a:endParaRPr>
              <a:solidFill>
                <a:prstClr val="black"/>
              </a:solidFill>
            </a:endParaRPr>
          </a:p>
        </p:txBody>
      </p:sp>
      <p:sp>
        <p:nvSpPr>
          <p:cNvPr id="98" name="bk object 98"/>
          <p:cNvSpPr/>
          <p:nvPr/>
        </p:nvSpPr>
        <p:spPr>
          <a:xfrm>
            <a:off x="143827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E2E2F1"/>
          </a:solidFill>
        </p:spPr>
        <p:txBody>
          <a:bodyPr wrap="square" lIns="0" tIns="0" rIns="0" bIns="0" rtlCol="0"/>
          <a:lstStyle/>
          <a:p>
            <a:endParaRPr>
              <a:solidFill>
                <a:prstClr val="black"/>
              </a:solidFill>
            </a:endParaRPr>
          </a:p>
        </p:txBody>
      </p:sp>
      <p:sp>
        <p:nvSpPr>
          <p:cNvPr id="99" name="bk object 99"/>
          <p:cNvSpPr/>
          <p:nvPr/>
        </p:nvSpPr>
        <p:spPr>
          <a:xfrm>
            <a:off x="14738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E1E1F0"/>
          </a:solidFill>
        </p:spPr>
        <p:txBody>
          <a:bodyPr wrap="square" lIns="0" tIns="0" rIns="0" bIns="0" rtlCol="0"/>
          <a:lstStyle/>
          <a:p>
            <a:endParaRPr>
              <a:solidFill>
                <a:prstClr val="black"/>
              </a:solidFill>
            </a:endParaRPr>
          </a:p>
        </p:txBody>
      </p:sp>
      <p:sp>
        <p:nvSpPr>
          <p:cNvPr id="100" name="bk object 100"/>
          <p:cNvSpPr/>
          <p:nvPr/>
        </p:nvSpPr>
        <p:spPr>
          <a:xfrm>
            <a:off x="150685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E0E0F0"/>
          </a:solidFill>
        </p:spPr>
        <p:txBody>
          <a:bodyPr wrap="square" lIns="0" tIns="0" rIns="0" bIns="0" rtlCol="0"/>
          <a:lstStyle/>
          <a:p>
            <a:endParaRPr>
              <a:solidFill>
                <a:prstClr val="black"/>
              </a:solidFill>
            </a:endParaRPr>
          </a:p>
        </p:txBody>
      </p:sp>
      <p:sp>
        <p:nvSpPr>
          <p:cNvPr id="101" name="bk object 101"/>
          <p:cNvSpPr/>
          <p:nvPr/>
        </p:nvSpPr>
        <p:spPr>
          <a:xfrm>
            <a:off x="154114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FDFEF"/>
          </a:solidFill>
        </p:spPr>
        <p:txBody>
          <a:bodyPr wrap="square" lIns="0" tIns="0" rIns="0" bIns="0" rtlCol="0"/>
          <a:lstStyle/>
          <a:p>
            <a:endParaRPr>
              <a:solidFill>
                <a:prstClr val="black"/>
              </a:solidFill>
            </a:endParaRPr>
          </a:p>
        </p:txBody>
      </p:sp>
      <p:sp>
        <p:nvSpPr>
          <p:cNvPr id="102" name="bk object 102"/>
          <p:cNvSpPr/>
          <p:nvPr/>
        </p:nvSpPr>
        <p:spPr>
          <a:xfrm>
            <a:off x="157543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EDEEF"/>
          </a:solidFill>
        </p:spPr>
        <p:txBody>
          <a:bodyPr wrap="square" lIns="0" tIns="0" rIns="0" bIns="0" rtlCol="0"/>
          <a:lstStyle/>
          <a:p>
            <a:endParaRPr>
              <a:solidFill>
                <a:prstClr val="black"/>
              </a:solidFill>
            </a:endParaRPr>
          </a:p>
        </p:txBody>
      </p:sp>
      <p:sp>
        <p:nvSpPr>
          <p:cNvPr id="103" name="bk object 103"/>
          <p:cNvSpPr/>
          <p:nvPr/>
        </p:nvSpPr>
        <p:spPr>
          <a:xfrm>
            <a:off x="160972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DDDEE"/>
          </a:solidFill>
        </p:spPr>
        <p:txBody>
          <a:bodyPr wrap="square" lIns="0" tIns="0" rIns="0" bIns="0" rtlCol="0"/>
          <a:lstStyle/>
          <a:p>
            <a:endParaRPr>
              <a:solidFill>
                <a:prstClr val="black"/>
              </a:solidFill>
            </a:endParaRPr>
          </a:p>
        </p:txBody>
      </p:sp>
      <p:sp>
        <p:nvSpPr>
          <p:cNvPr id="104" name="bk object 104"/>
          <p:cNvSpPr/>
          <p:nvPr/>
        </p:nvSpPr>
        <p:spPr>
          <a:xfrm>
            <a:off x="164401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CDCEE"/>
          </a:solidFill>
        </p:spPr>
        <p:txBody>
          <a:bodyPr wrap="square" lIns="0" tIns="0" rIns="0" bIns="0" rtlCol="0"/>
          <a:lstStyle/>
          <a:p>
            <a:endParaRPr>
              <a:solidFill>
                <a:prstClr val="black"/>
              </a:solidFill>
            </a:endParaRPr>
          </a:p>
        </p:txBody>
      </p:sp>
      <p:sp>
        <p:nvSpPr>
          <p:cNvPr id="105" name="bk object 105"/>
          <p:cNvSpPr/>
          <p:nvPr/>
        </p:nvSpPr>
        <p:spPr>
          <a:xfrm>
            <a:off x="167830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BDBED"/>
          </a:solidFill>
        </p:spPr>
        <p:txBody>
          <a:bodyPr wrap="square" lIns="0" tIns="0" rIns="0" bIns="0" rtlCol="0"/>
          <a:lstStyle/>
          <a:p>
            <a:endParaRPr>
              <a:solidFill>
                <a:prstClr val="black"/>
              </a:solidFill>
            </a:endParaRPr>
          </a:p>
        </p:txBody>
      </p:sp>
      <p:sp>
        <p:nvSpPr>
          <p:cNvPr id="106" name="bk object 106"/>
          <p:cNvSpPr/>
          <p:nvPr/>
        </p:nvSpPr>
        <p:spPr>
          <a:xfrm>
            <a:off x="171259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ADAED"/>
          </a:solidFill>
        </p:spPr>
        <p:txBody>
          <a:bodyPr wrap="square" lIns="0" tIns="0" rIns="0" bIns="0" rtlCol="0"/>
          <a:lstStyle/>
          <a:p>
            <a:endParaRPr>
              <a:solidFill>
                <a:prstClr val="black"/>
              </a:solidFill>
            </a:endParaRPr>
          </a:p>
        </p:txBody>
      </p:sp>
      <p:sp>
        <p:nvSpPr>
          <p:cNvPr id="107" name="bk object 107"/>
          <p:cNvSpPr/>
          <p:nvPr/>
        </p:nvSpPr>
        <p:spPr>
          <a:xfrm>
            <a:off x="174688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9D9EC"/>
          </a:solidFill>
        </p:spPr>
        <p:txBody>
          <a:bodyPr wrap="square" lIns="0" tIns="0" rIns="0" bIns="0" rtlCol="0"/>
          <a:lstStyle/>
          <a:p>
            <a:endParaRPr>
              <a:solidFill>
                <a:prstClr val="black"/>
              </a:solidFill>
            </a:endParaRPr>
          </a:p>
        </p:txBody>
      </p:sp>
      <p:sp>
        <p:nvSpPr>
          <p:cNvPr id="108" name="bk object 108"/>
          <p:cNvSpPr/>
          <p:nvPr/>
        </p:nvSpPr>
        <p:spPr>
          <a:xfrm>
            <a:off x="178117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8D8EC"/>
          </a:solidFill>
        </p:spPr>
        <p:txBody>
          <a:bodyPr wrap="square" lIns="0" tIns="0" rIns="0" bIns="0" rtlCol="0"/>
          <a:lstStyle/>
          <a:p>
            <a:endParaRPr>
              <a:solidFill>
                <a:prstClr val="black"/>
              </a:solidFill>
            </a:endParaRPr>
          </a:p>
        </p:txBody>
      </p:sp>
      <p:sp>
        <p:nvSpPr>
          <p:cNvPr id="109" name="bk object 109"/>
          <p:cNvSpPr/>
          <p:nvPr/>
        </p:nvSpPr>
        <p:spPr>
          <a:xfrm>
            <a:off x="181546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D7D7EB"/>
          </a:solidFill>
        </p:spPr>
        <p:txBody>
          <a:bodyPr wrap="square" lIns="0" tIns="0" rIns="0" bIns="0" rtlCol="0"/>
          <a:lstStyle/>
          <a:p>
            <a:endParaRPr>
              <a:solidFill>
                <a:prstClr val="black"/>
              </a:solidFill>
            </a:endParaRPr>
          </a:p>
        </p:txBody>
      </p:sp>
      <p:sp>
        <p:nvSpPr>
          <p:cNvPr id="110" name="bk object 110"/>
          <p:cNvSpPr/>
          <p:nvPr/>
        </p:nvSpPr>
        <p:spPr>
          <a:xfrm>
            <a:off x="18497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6D6EB"/>
          </a:solidFill>
        </p:spPr>
        <p:txBody>
          <a:bodyPr wrap="square" lIns="0" tIns="0" rIns="0" bIns="0" rtlCol="0"/>
          <a:lstStyle/>
          <a:p>
            <a:endParaRPr>
              <a:solidFill>
                <a:prstClr val="black"/>
              </a:solidFill>
            </a:endParaRPr>
          </a:p>
        </p:txBody>
      </p:sp>
      <p:sp>
        <p:nvSpPr>
          <p:cNvPr id="111" name="bk object 111"/>
          <p:cNvSpPr/>
          <p:nvPr/>
        </p:nvSpPr>
        <p:spPr>
          <a:xfrm>
            <a:off x="18840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5D5EA"/>
          </a:solidFill>
        </p:spPr>
        <p:txBody>
          <a:bodyPr wrap="square" lIns="0" tIns="0" rIns="0" bIns="0" rtlCol="0"/>
          <a:lstStyle/>
          <a:p>
            <a:endParaRPr>
              <a:solidFill>
                <a:prstClr val="black"/>
              </a:solidFill>
            </a:endParaRPr>
          </a:p>
        </p:txBody>
      </p:sp>
      <p:sp>
        <p:nvSpPr>
          <p:cNvPr id="112" name="bk object 112"/>
          <p:cNvSpPr/>
          <p:nvPr/>
        </p:nvSpPr>
        <p:spPr>
          <a:xfrm>
            <a:off x="19183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4D4EA"/>
          </a:solidFill>
        </p:spPr>
        <p:txBody>
          <a:bodyPr wrap="square" lIns="0" tIns="0" rIns="0" bIns="0" rtlCol="0"/>
          <a:lstStyle/>
          <a:p>
            <a:endParaRPr>
              <a:solidFill>
                <a:prstClr val="black"/>
              </a:solidFill>
            </a:endParaRPr>
          </a:p>
        </p:txBody>
      </p:sp>
      <p:sp>
        <p:nvSpPr>
          <p:cNvPr id="113" name="bk object 113"/>
          <p:cNvSpPr/>
          <p:nvPr/>
        </p:nvSpPr>
        <p:spPr>
          <a:xfrm>
            <a:off x="19526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3D3E9"/>
          </a:solidFill>
        </p:spPr>
        <p:txBody>
          <a:bodyPr wrap="square" lIns="0" tIns="0" rIns="0" bIns="0" rtlCol="0"/>
          <a:lstStyle/>
          <a:p>
            <a:endParaRPr>
              <a:solidFill>
                <a:prstClr val="black"/>
              </a:solidFill>
            </a:endParaRPr>
          </a:p>
        </p:txBody>
      </p:sp>
      <p:sp>
        <p:nvSpPr>
          <p:cNvPr id="114" name="bk object 114"/>
          <p:cNvSpPr/>
          <p:nvPr/>
        </p:nvSpPr>
        <p:spPr>
          <a:xfrm>
            <a:off x="198691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2D2E9"/>
          </a:solidFill>
        </p:spPr>
        <p:txBody>
          <a:bodyPr wrap="square" lIns="0" tIns="0" rIns="0" bIns="0" rtlCol="0"/>
          <a:lstStyle/>
          <a:p>
            <a:endParaRPr>
              <a:solidFill>
                <a:prstClr val="black"/>
              </a:solidFill>
            </a:endParaRPr>
          </a:p>
        </p:txBody>
      </p:sp>
      <p:sp>
        <p:nvSpPr>
          <p:cNvPr id="115" name="bk object 115"/>
          <p:cNvSpPr/>
          <p:nvPr/>
        </p:nvSpPr>
        <p:spPr>
          <a:xfrm>
            <a:off x="20212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1D1E8"/>
          </a:solidFill>
        </p:spPr>
        <p:txBody>
          <a:bodyPr wrap="square" lIns="0" tIns="0" rIns="0" bIns="0" rtlCol="0"/>
          <a:lstStyle/>
          <a:p>
            <a:endParaRPr>
              <a:solidFill>
                <a:prstClr val="black"/>
              </a:solidFill>
            </a:endParaRPr>
          </a:p>
        </p:txBody>
      </p:sp>
      <p:sp>
        <p:nvSpPr>
          <p:cNvPr id="116" name="bk object 116"/>
          <p:cNvSpPr/>
          <p:nvPr/>
        </p:nvSpPr>
        <p:spPr>
          <a:xfrm>
            <a:off x="20554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D0D0E8"/>
          </a:solidFill>
        </p:spPr>
        <p:txBody>
          <a:bodyPr wrap="square" lIns="0" tIns="0" rIns="0" bIns="0" rtlCol="0"/>
          <a:lstStyle/>
          <a:p>
            <a:endParaRPr>
              <a:solidFill>
                <a:prstClr val="black"/>
              </a:solidFill>
            </a:endParaRPr>
          </a:p>
        </p:txBody>
      </p:sp>
      <p:sp>
        <p:nvSpPr>
          <p:cNvPr id="117" name="bk object 117"/>
          <p:cNvSpPr/>
          <p:nvPr/>
        </p:nvSpPr>
        <p:spPr>
          <a:xfrm>
            <a:off x="20897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FCFE7"/>
          </a:solidFill>
        </p:spPr>
        <p:txBody>
          <a:bodyPr wrap="square" lIns="0" tIns="0" rIns="0" bIns="0" rtlCol="0"/>
          <a:lstStyle/>
          <a:p>
            <a:endParaRPr>
              <a:solidFill>
                <a:prstClr val="black"/>
              </a:solidFill>
            </a:endParaRPr>
          </a:p>
        </p:txBody>
      </p:sp>
      <p:sp>
        <p:nvSpPr>
          <p:cNvPr id="118" name="bk object 118"/>
          <p:cNvSpPr/>
          <p:nvPr/>
        </p:nvSpPr>
        <p:spPr>
          <a:xfrm>
            <a:off x="21240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ECEE7"/>
          </a:solidFill>
        </p:spPr>
        <p:txBody>
          <a:bodyPr wrap="square" lIns="0" tIns="0" rIns="0" bIns="0" rtlCol="0"/>
          <a:lstStyle/>
          <a:p>
            <a:endParaRPr>
              <a:solidFill>
                <a:prstClr val="black"/>
              </a:solidFill>
            </a:endParaRPr>
          </a:p>
        </p:txBody>
      </p:sp>
      <p:sp>
        <p:nvSpPr>
          <p:cNvPr id="119" name="bk object 119"/>
          <p:cNvSpPr/>
          <p:nvPr/>
        </p:nvSpPr>
        <p:spPr>
          <a:xfrm>
            <a:off x="215836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DCDE6"/>
          </a:solidFill>
        </p:spPr>
        <p:txBody>
          <a:bodyPr wrap="square" lIns="0" tIns="0" rIns="0" bIns="0" rtlCol="0"/>
          <a:lstStyle/>
          <a:p>
            <a:endParaRPr>
              <a:solidFill>
                <a:prstClr val="black"/>
              </a:solidFill>
            </a:endParaRPr>
          </a:p>
        </p:txBody>
      </p:sp>
      <p:sp>
        <p:nvSpPr>
          <p:cNvPr id="120" name="bk object 120"/>
          <p:cNvSpPr/>
          <p:nvPr/>
        </p:nvSpPr>
        <p:spPr>
          <a:xfrm>
            <a:off x="21926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CCCE6"/>
          </a:solidFill>
        </p:spPr>
        <p:txBody>
          <a:bodyPr wrap="square" lIns="0" tIns="0" rIns="0" bIns="0" rtlCol="0"/>
          <a:lstStyle/>
          <a:p>
            <a:endParaRPr>
              <a:solidFill>
                <a:prstClr val="black"/>
              </a:solidFill>
            </a:endParaRPr>
          </a:p>
        </p:txBody>
      </p:sp>
      <p:sp>
        <p:nvSpPr>
          <p:cNvPr id="121" name="bk object 121"/>
          <p:cNvSpPr/>
          <p:nvPr/>
        </p:nvSpPr>
        <p:spPr>
          <a:xfrm>
            <a:off x="22269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BCBE5"/>
          </a:solidFill>
        </p:spPr>
        <p:txBody>
          <a:bodyPr wrap="square" lIns="0" tIns="0" rIns="0" bIns="0" rtlCol="0"/>
          <a:lstStyle/>
          <a:p>
            <a:endParaRPr>
              <a:solidFill>
                <a:prstClr val="black"/>
              </a:solidFill>
            </a:endParaRPr>
          </a:p>
        </p:txBody>
      </p:sp>
      <p:sp>
        <p:nvSpPr>
          <p:cNvPr id="122" name="bk object 122"/>
          <p:cNvSpPr/>
          <p:nvPr/>
        </p:nvSpPr>
        <p:spPr>
          <a:xfrm>
            <a:off x="225996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ACAE5"/>
          </a:solidFill>
        </p:spPr>
        <p:txBody>
          <a:bodyPr wrap="square" lIns="0" tIns="0" rIns="0" bIns="0" rtlCol="0"/>
          <a:lstStyle/>
          <a:p>
            <a:endParaRPr>
              <a:solidFill>
                <a:prstClr val="black"/>
              </a:solidFill>
            </a:endParaRPr>
          </a:p>
        </p:txBody>
      </p:sp>
      <p:sp>
        <p:nvSpPr>
          <p:cNvPr id="123" name="bk object 123"/>
          <p:cNvSpPr/>
          <p:nvPr/>
        </p:nvSpPr>
        <p:spPr>
          <a:xfrm>
            <a:off x="22955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9C9E4"/>
          </a:solidFill>
        </p:spPr>
        <p:txBody>
          <a:bodyPr wrap="square" lIns="0" tIns="0" rIns="0" bIns="0" rtlCol="0"/>
          <a:lstStyle/>
          <a:p>
            <a:endParaRPr>
              <a:solidFill>
                <a:prstClr val="black"/>
              </a:solidFill>
            </a:endParaRPr>
          </a:p>
        </p:txBody>
      </p:sp>
      <p:sp>
        <p:nvSpPr>
          <p:cNvPr id="124" name="bk object 124"/>
          <p:cNvSpPr/>
          <p:nvPr/>
        </p:nvSpPr>
        <p:spPr>
          <a:xfrm>
            <a:off x="232981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8C8E4"/>
          </a:solidFill>
        </p:spPr>
        <p:txBody>
          <a:bodyPr wrap="square" lIns="0" tIns="0" rIns="0" bIns="0" rtlCol="0"/>
          <a:lstStyle/>
          <a:p>
            <a:endParaRPr>
              <a:solidFill>
                <a:prstClr val="black"/>
              </a:solidFill>
            </a:endParaRPr>
          </a:p>
        </p:txBody>
      </p:sp>
      <p:sp>
        <p:nvSpPr>
          <p:cNvPr id="125" name="bk object 125"/>
          <p:cNvSpPr/>
          <p:nvPr/>
        </p:nvSpPr>
        <p:spPr>
          <a:xfrm>
            <a:off x="23641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C7C7E3"/>
          </a:solidFill>
        </p:spPr>
        <p:txBody>
          <a:bodyPr wrap="square" lIns="0" tIns="0" rIns="0" bIns="0" rtlCol="0"/>
          <a:lstStyle/>
          <a:p>
            <a:endParaRPr>
              <a:solidFill>
                <a:prstClr val="black"/>
              </a:solidFill>
            </a:endParaRPr>
          </a:p>
        </p:txBody>
      </p:sp>
      <p:sp>
        <p:nvSpPr>
          <p:cNvPr id="126" name="bk object 126"/>
          <p:cNvSpPr/>
          <p:nvPr/>
        </p:nvSpPr>
        <p:spPr>
          <a:xfrm>
            <a:off x="239712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6C6E3"/>
          </a:solidFill>
        </p:spPr>
        <p:txBody>
          <a:bodyPr wrap="square" lIns="0" tIns="0" rIns="0" bIns="0" rtlCol="0"/>
          <a:lstStyle/>
          <a:p>
            <a:endParaRPr>
              <a:solidFill>
                <a:prstClr val="black"/>
              </a:solidFill>
            </a:endParaRPr>
          </a:p>
        </p:txBody>
      </p:sp>
      <p:sp>
        <p:nvSpPr>
          <p:cNvPr id="127" name="bk object 127"/>
          <p:cNvSpPr/>
          <p:nvPr/>
        </p:nvSpPr>
        <p:spPr>
          <a:xfrm>
            <a:off x="243141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5C5E2"/>
          </a:solidFill>
        </p:spPr>
        <p:txBody>
          <a:bodyPr wrap="square" lIns="0" tIns="0" rIns="0" bIns="0" rtlCol="0"/>
          <a:lstStyle/>
          <a:p>
            <a:endParaRPr>
              <a:solidFill>
                <a:prstClr val="black"/>
              </a:solidFill>
            </a:endParaRPr>
          </a:p>
        </p:txBody>
      </p:sp>
      <p:sp>
        <p:nvSpPr>
          <p:cNvPr id="128" name="bk object 128"/>
          <p:cNvSpPr/>
          <p:nvPr/>
        </p:nvSpPr>
        <p:spPr>
          <a:xfrm>
            <a:off x="246570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4C4E2"/>
          </a:solidFill>
        </p:spPr>
        <p:txBody>
          <a:bodyPr wrap="square" lIns="0" tIns="0" rIns="0" bIns="0" rtlCol="0"/>
          <a:lstStyle/>
          <a:p>
            <a:endParaRPr>
              <a:solidFill>
                <a:prstClr val="black"/>
              </a:solidFill>
            </a:endParaRPr>
          </a:p>
        </p:txBody>
      </p:sp>
      <p:sp>
        <p:nvSpPr>
          <p:cNvPr id="129" name="bk object 129"/>
          <p:cNvSpPr/>
          <p:nvPr/>
        </p:nvSpPr>
        <p:spPr>
          <a:xfrm>
            <a:off x="249999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3C3E1"/>
          </a:solidFill>
        </p:spPr>
        <p:txBody>
          <a:bodyPr wrap="square" lIns="0" tIns="0" rIns="0" bIns="0" rtlCol="0"/>
          <a:lstStyle/>
          <a:p>
            <a:endParaRPr>
              <a:solidFill>
                <a:prstClr val="black"/>
              </a:solidFill>
            </a:endParaRPr>
          </a:p>
        </p:txBody>
      </p:sp>
      <p:sp>
        <p:nvSpPr>
          <p:cNvPr id="130" name="bk object 130"/>
          <p:cNvSpPr/>
          <p:nvPr/>
        </p:nvSpPr>
        <p:spPr>
          <a:xfrm>
            <a:off x="253428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2C2E1"/>
          </a:solidFill>
        </p:spPr>
        <p:txBody>
          <a:bodyPr wrap="square" lIns="0" tIns="0" rIns="0" bIns="0" rtlCol="0"/>
          <a:lstStyle/>
          <a:p>
            <a:endParaRPr>
              <a:solidFill>
                <a:prstClr val="black"/>
              </a:solidFill>
            </a:endParaRPr>
          </a:p>
        </p:txBody>
      </p:sp>
      <p:sp>
        <p:nvSpPr>
          <p:cNvPr id="131" name="bk object 131"/>
          <p:cNvSpPr/>
          <p:nvPr/>
        </p:nvSpPr>
        <p:spPr>
          <a:xfrm>
            <a:off x="256857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1C1E0"/>
          </a:solidFill>
        </p:spPr>
        <p:txBody>
          <a:bodyPr wrap="square" lIns="0" tIns="0" rIns="0" bIns="0" rtlCol="0"/>
          <a:lstStyle/>
          <a:p>
            <a:endParaRPr>
              <a:solidFill>
                <a:prstClr val="black"/>
              </a:solidFill>
            </a:endParaRPr>
          </a:p>
        </p:txBody>
      </p:sp>
      <p:sp>
        <p:nvSpPr>
          <p:cNvPr id="132" name="bk object 132"/>
          <p:cNvSpPr/>
          <p:nvPr/>
        </p:nvSpPr>
        <p:spPr>
          <a:xfrm>
            <a:off x="260286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C0C0E0"/>
          </a:solidFill>
        </p:spPr>
        <p:txBody>
          <a:bodyPr wrap="square" lIns="0" tIns="0" rIns="0" bIns="0" rtlCol="0"/>
          <a:lstStyle/>
          <a:p>
            <a:endParaRPr>
              <a:solidFill>
                <a:prstClr val="black"/>
              </a:solidFill>
            </a:endParaRPr>
          </a:p>
        </p:txBody>
      </p:sp>
      <p:sp>
        <p:nvSpPr>
          <p:cNvPr id="133" name="bk object 133"/>
          <p:cNvSpPr/>
          <p:nvPr/>
        </p:nvSpPr>
        <p:spPr>
          <a:xfrm>
            <a:off x="263715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EBEDF"/>
          </a:solidFill>
        </p:spPr>
        <p:txBody>
          <a:bodyPr wrap="square" lIns="0" tIns="0" rIns="0" bIns="0" rtlCol="0"/>
          <a:lstStyle/>
          <a:p>
            <a:endParaRPr>
              <a:solidFill>
                <a:prstClr val="black"/>
              </a:solidFill>
            </a:endParaRPr>
          </a:p>
        </p:txBody>
      </p:sp>
      <p:sp>
        <p:nvSpPr>
          <p:cNvPr id="134" name="bk object 134"/>
          <p:cNvSpPr/>
          <p:nvPr/>
        </p:nvSpPr>
        <p:spPr>
          <a:xfrm>
            <a:off x="267144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DBDDF"/>
          </a:solidFill>
        </p:spPr>
        <p:txBody>
          <a:bodyPr wrap="square" lIns="0" tIns="0" rIns="0" bIns="0" rtlCol="0"/>
          <a:lstStyle/>
          <a:p>
            <a:endParaRPr>
              <a:solidFill>
                <a:prstClr val="black"/>
              </a:solidFill>
            </a:endParaRPr>
          </a:p>
        </p:txBody>
      </p:sp>
      <p:sp>
        <p:nvSpPr>
          <p:cNvPr id="135" name="bk object 135"/>
          <p:cNvSpPr/>
          <p:nvPr/>
        </p:nvSpPr>
        <p:spPr>
          <a:xfrm>
            <a:off x="270573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CBCDE"/>
          </a:solidFill>
        </p:spPr>
        <p:txBody>
          <a:bodyPr wrap="square" lIns="0" tIns="0" rIns="0" bIns="0" rtlCol="0"/>
          <a:lstStyle/>
          <a:p>
            <a:endParaRPr>
              <a:solidFill>
                <a:prstClr val="black"/>
              </a:solidFill>
            </a:endParaRPr>
          </a:p>
        </p:txBody>
      </p:sp>
      <p:sp>
        <p:nvSpPr>
          <p:cNvPr id="136" name="bk object 136"/>
          <p:cNvSpPr/>
          <p:nvPr/>
        </p:nvSpPr>
        <p:spPr>
          <a:xfrm>
            <a:off x="27400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BBBDE"/>
          </a:solidFill>
        </p:spPr>
        <p:txBody>
          <a:bodyPr wrap="square" lIns="0" tIns="0" rIns="0" bIns="0" rtlCol="0"/>
          <a:lstStyle/>
          <a:p>
            <a:endParaRPr>
              <a:solidFill>
                <a:prstClr val="black"/>
              </a:solidFill>
            </a:endParaRPr>
          </a:p>
        </p:txBody>
      </p:sp>
      <p:sp>
        <p:nvSpPr>
          <p:cNvPr id="137" name="bk object 137"/>
          <p:cNvSpPr/>
          <p:nvPr/>
        </p:nvSpPr>
        <p:spPr>
          <a:xfrm>
            <a:off x="2774314"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ABADD"/>
          </a:solidFill>
        </p:spPr>
        <p:txBody>
          <a:bodyPr wrap="square" lIns="0" tIns="0" rIns="0" bIns="0" rtlCol="0"/>
          <a:lstStyle/>
          <a:p>
            <a:endParaRPr>
              <a:solidFill>
                <a:prstClr val="black"/>
              </a:solidFill>
            </a:endParaRPr>
          </a:p>
        </p:txBody>
      </p:sp>
      <p:sp>
        <p:nvSpPr>
          <p:cNvPr id="138" name="bk object 138"/>
          <p:cNvSpPr/>
          <p:nvPr/>
        </p:nvSpPr>
        <p:spPr>
          <a:xfrm>
            <a:off x="280860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9B9DD"/>
          </a:solidFill>
        </p:spPr>
        <p:txBody>
          <a:bodyPr wrap="square" lIns="0" tIns="0" rIns="0" bIns="0" rtlCol="0"/>
          <a:lstStyle/>
          <a:p>
            <a:endParaRPr>
              <a:solidFill>
                <a:prstClr val="black"/>
              </a:solidFill>
            </a:endParaRPr>
          </a:p>
        </p:txBody>
      </p:sp>
      <p:sp>
        <p:nvSpPr>
          <p:cNvPr id="139" name="bk object 139"/>
          <p:cNvSpPr/>
          <p:nvPr/>
        </p:nvSpPr>
        <p:spPr>
          <a:xfrm>
            <a:off x="2842895" y="135889"/>
            <a:ext cx="39370" cy="274320"/>
          </a:xfrm>
          <a:custGeom>
            <a:avLst/>
            <a:gdLst/>
            <a:ahLst/>
            <a:cxnLst/>
            <a:rect l="l" t="t" r="r" b="b"/>
            <a:pathLst>
              <a:path w="39369" h="274320">
                <a:moveTo>
                  <a:pt x="0" y="274320"/>
                </a:moveTo>
                <a:lnTo>
                  <a:pt x="39370" y="274320"/>
                </a:lnTo>
                <a:lnTo>
                  <a:pt x="39370" y="0"/>
                </a:lnTo>
                <a:lnTo>
                  <a:pt x="0" y="0"/>
                </a:lnTo>
                <a:lnTo>
                  <a:pt x="0" y="274320"/>
                </a:lnTo>
                <a:close/>
              </a:path>
            </a:pathLst>
          </a:custGeom>
          <a:solidFill>
            <a:srgbClr val="B8B8DC"/>
          </a:solidFill>
        </p:spPr>
        <p:txBody>
          <a:bodyPr wrap="square" lIns="0" tIns="0" rIns="0" bIns="0" rtlCol="0"/>
          <a:lstStyle/>
          <a:p>
            <a:endParaRPr>
              <a:solidFill>
                <a:prstClr val="black"/>
              </a:solidFill>
            </a:endParaRPr>
          </a:p>
        </p:txBody>
      </p:sp>
      <p:sp>
        <p:nvSpPr>
          <p:cNvPr id="140" name="bk object 140"/>
          <p:cNvSpPr/>
          <p:nvPr/>
        </p:nvSpPr>
        <p:spPr>
          <a:xfrm>
            <a:off x="28771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7B7DC"/>
          </a:solidFill>
        </p:spPr>
        <p:txBody>
          <a:bodyPr wrap="square" lIns="0" tIns="0" rIns="0" bIns="0" rtlCol="0"/>
          <a:lstStyle/>
          <a:p>
            <a:endParaRPr>
              <a:solidFill>
                <a:prstClr val="black"/>
              </a:solidFill>
            </a:endParaRPr>
          </a:p>
        </p:txBody>
      </p:sp>
      <p:sp>
        <p:nvSpPr>
          <p:cNvPr id="141" name="bk object 141"/>
          <p:cNvSpPr/>
          <p:nvPr/>
        </p:nvSpPr>
        <p:spPr>
          <a:xfrm>
            <a:off x="29114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6B6DB"/>
          </a:solidFill>
        </p:spPr>
        <p:txBody>
          <a:bodyPr wrap="square" lIns="0" tIns="0" rIns="0" bIns="0" rtlCol="0"/>
          <a:lstStyle/>
          <a:p>
            <a:endParaRPr>
              <a:solidFill>
                <a:prstClr val="black"/>
              </a:solidFill>
            </a:endParaRPr>
          </a:p>
        </p:txBody>
      </p:sp>
      <p:sp>
        <p:nvSpPr>
          <p:cNvPr id="142" name="bk object 142"/>
          <p:cNvSpPr/>
          <p:nvPr/>
        </p:nvSpPr>
        <p:spPr>
          <a:xfrm>
            <a:off x="294576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5B5DB"/>
          </a:solidFill>
        </p:spPr>
        <p:txBody>
          <a:bodyPr wrap="square" lIns="0" tIns="0" rIns="0" bIns="0" rtlCol="0"/>
          <a:lstStyle/>
          <a:p>
            <a:endParaRPr>
              <a:solidFill>
                <a:prstClr val="black"/>
              </a:solidFill>
            </a:endParaRPr>
          </a:p>
        </p:txBody>
      </p:sp>
      <p:sp>
        <p:nvSpPr>
          <p:cNvPr id="143" name="bk object 143"/>
          <p:cNvSpPr/>
          <p:nvPr/>
        </p:nvSpPr>
        <p:spPr>
          <a:xfrm>
            <a:off x="29800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4B4DA"/>
          </a:solidFill>
        </p:spPr>
        <p:txBody>
          <a:bodyPr wrap="square" lIns="0" tIns="0" rIns="0" bIns="0" rtlCol="0"/>
          <a:lstStyle/>
          <a:p>
            <a:endParaRPr>
              <a:solidFill>
                <a:prstClr val="black"/>
              </a:solidFill>
            </a:endParaRPr>
          </a:p>
        </p:txBody>
      </p:sp>
      <p:sp>
        <p:nvSpPr>
          <p:cNvPr id="144" name="bk object 144"/>
          <p:cNvSpPr/>
          <p:nvPr/>
        </p:nvSpPr>
        <p:spPr>
          <a:xfrm>
            <a:off x="30143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3B3DA"/>
          </a:solidFill>
        </p:spPr>
        <p:txBody>
          <a:bodyPr wrap="square" lIns="0" tIns="0" rIns="0" bIns="0" rtlCol="0"/>
          <a:lstStyle/>
          <a:p>
            <a:endParaRPr>
              <a:solidFill>
                <a:prstClr val="black"/>
              </a:solidFill>
            </a:endParaRPr>
          </a:p>
        </p:txBody>
      </p:sp>
      <p:sp>
        <p:nvSpPr>
          <p:cNvPr id="145" name="bk object 145"/>
          <p:cNvSpPr/>
          <p:nvPr/>
        </p:nvSpPr>
        <p:spPr>
          <a:xfrm>
            <a:off x="30486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2B2D9"/>
          </a:solidFill>
        </p:spPr>
        <p:txBody>
          <a:bodyPr wrap="square" lIns="0" tIns="0" rIns="0" bIns="0" rtlCol="0"/>
          <a:lstStyle/>
          <a:p>
            <a:endParaRPr>
              <a:solidFill>
                <a:prstClr val="black"/>
              </a:solidFill>
            </a:endParaRPr>
          </a:p>
        </p:txBody>
      </p:sp>
      <p:sp>
        <p:nvSpPr>
          <p:cNvPr id="146" name="bk object 146"/>
          <p:cNvSpPr/>
          <p:nvPr/>
        </p:nvSpPr>
        <p:spPr>
          <a:xfrm>
            <a:off x="30829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1B1D9"/>
          </a:solidFill>
        </p:spPr>
        <p:txBody>
          <a:bodyPr wrap="square" lIns="0" tIns="0" rIns="0" bIns="0" rtlCol="0"/>
          <a:lstStyle/>
          <a:p>
            <a:endParaRPr>
              <a:solidFill>
                <a:prstClr val="black"/>
              </a:solidFill>
            </a:endParaRPr>
          </a:p>
        </p:txBody>
      </p:sp>
      <p:sp>
        <p:nvSpPr>
          <p:cNvPr id="147" name="bk object 147"/>
          <p:cNvSpPr/>
          <p:nvPr/>
        </p:nvSpPr>
        <p:spPr>
          <a:xfrm>
            <a:off x="311721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B0B0D8"/>
          </a:solidFill>
        </p:spPr>
        <p:txBody>
          <a:bodyPr wrap="square" lIns="0" tIns="0" rIns="0" bIns="0" rtlCol="0"/>
          <a:lstStyle/>
          <a:p>
            <a:endParaRPr>
              <a:solidFill>
                <a:prstClr val="black"/>
              </a:solidFill>
            </a:endParaRPr>
          </a:p>
        </p:txBody>
      </p:sp>
      <p:sp>
        <p:nvSpPr>
          <p:cNvPr id="148" name="bk object 148"/>
          <p:cNvSpPr/>
          <p:nvPr/>
        </p:nvSpPr>
        <p:spPr>
          <a:xfrm>
            <a:off x="31515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FAFD8"/>
          </a:solidFill>
        </p:spPr>
        <p:txBody>
          <a:bodyPr wrap="square" lIns="0" tIns="0" rIns="0" bIns="0" rtlCol="0"/>
          <a:lstStyle/>
          <a:p>
            <a:endParaRPr>
              <a:solidFill>
                <a:prstClr val="black"/>
              </a:solidFill>
            </a:endParaRPr>
          </a:p>
        </p:txBody>
      </p:sp>
      <p:sp>
        <p:nvSpPr>
          <p:cNvPr id="149" name="bk object 149"/>
          <p:cNvSpPr/>
          <p:nvPr/>
        </p:nvSpPr>
        <p:spPr>
          <a:xfrm>
            <a:off x="31857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EAED7"/>
          </a:solidFill>
        </p:spPr>
        <p:txBody>
          <a:bodyPr wrap="square" lIns="0" tIns="0" rIns="0" bIns="0" rtlCol="0"/>
          <a:lstStyle/>
          <a:p>
            <a:endParaRPr>
              <a:solidFill>
                <a:prstClr val="black"/>
              </a:solidFill>
            </a:endParaRPr>
          </a:p>
        </p:txBody>
      </p:sp>
      <p:sp>
        <p:nvSpPr>
          <p:cNvPr id="150" name="bk object 150"/>
          <p:cNvSpPr/>
          <p:nvPr/>
        </p:nvSpPr>
        <p:spPr>
          <a:xfrm>
            <a:off x="32200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DADD7"/>
          </a:solidFill>
        </p:spPr>
        <p:txBody>
          <a:bodyPr wrap="square" lIns="0" tIns="0" rIns="0" bIns="0" rtlCol="0"/>
          <a:lstStyle/>
          <a:p>
            <a:endParaRPr>
              <a:solidFill>
                <a:prstClr val="black"/>
              </a:solidFill>
            </a:endParaRPr>
          </a:p>
        </p:txBody>
      </p:sp>
      <p:sp>
        <p:nvSpPr>
          <p:cNvPr id="151" name="bk object 151"/>
          <p:cNvSpPr/>
          <p:nvPr/>
        </p:nvSpPr>
        <p:spPr>
          <a:xfrm>
            <a:off x="32543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CACD6"/>
          </a:solidFill>
        </p:spPr>
        <p:txBody>
          <a:bodyPr wrap="square" lIns="0" tIns="0" rIns="0" bIns="0" rtlCol="0"/>
          <a:lstStyle/>
          <a:p>
            <a:endParaRPr>
              <a:solidFill>
                <a:prstClr val="black"/>
              </a:solidFill>
            </a:endParaRPr>
          </a:p>
        </p:txBody>
      </p:sp>
      <p:sp>
        <p:nvSpPr>
          <p:cNvPr id="152" name="bk object 152"/>
          <p:cNvSpPr/>
          <p:nvPr/>
        </p:nvSpPr>
        <p:spPr>
          <a:xfrm>
            <a:off x="32873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BABD6"/>
          </a:solidFill>
        </p:spPr>
        <p:txBody>
          <a:bodyPr wrap="square" lIns="0" tIns="0" rIns="0" bIns="0" rtlCol="0"/>
          <a:lstStyle/>
          <a:p>
            <a:endParaRPr>
              <a:solidFill>
                <a:prstClr val="black"/>
              </a:solidFill>
            </a:endParaRPr>
          </a:p>
        </p:txBody>
      </p:sp>
      <p:sp>
        <p:nvSpPr>
          <p:cNvPr id="153" name="bk object 153"/>
          <p:cNvSpPr/>
          <p:nvPr/>
        </p:nvSpPr>
        <p:spPr>
          <a:xfrm>
            <a:off x="332295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AAAD5"/>
          </a:solidFill>
        </p:spPr>
        <p:txBody>
          <a:bodyPr wrap="square" lIns="0" tIns="0" rIns="0" bIns="0" rtlCol="0"/>
          <a:lstStyle/>
          <a:p>
            <a:endParaRPr>
              <a:solidFill>
                <a:prstClr val="black"/>
              </a:solidFill>
            </a:endParaRPr>
          </a:p>
        </p:txBody>
      </p:sp>
      <p:sp>
        <p:nvSpPr>
          <p:cNvPr id="154" name="bk object 154"/>
          <p:cNvSpPr/>
          <p:nvPr/>
        </p:nvSpPr>
        <p:spPr>
          <a:xfrm>
            <a:off x="33572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9A9D5"/>
          </a:solidFill>
        </p:spPr>
        <p:txBody>
          <a:bodyPr wrap="square" lIns="0" tIns="0" rIns="0" bIns="0" rtlCol="0"/>
          <a:lstStyle/>
          <a:p>
            <a:endParaRPr>
              <a:solidFill>
                <a:prstClr val="black"/>
              </a:solidFill>
            </a:endParaRPr>
          </a:p>
        </p:txBody>
      </p:sp>
      <p:sp>
        <p:nvSpPr>
          <p:cNvPr id="155" name="bk object 155"/>
          <p:cNvSpPr/>
          <p:nvPr/>
        </p:nvSpPr>
        <p:spPr>
          <a:xfrm>
            <a:off x="33915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A8A8D4"/>
          </a:solidFill>
        </p:spPr>
        <p:txBody>
          <a:bodyPr wrap="square" lIns="0" tIns="0" rIns="0" bIns="0" rtlCol="0"/>
          <a:lstStyle/>
          <a:p>
            <a:endParaRPr>
              <a:solidFill>
                <a:prstClr val="black"/>
              </a:solidFill>
            </a:endParaRPr>
          </a:p>
        </p:txBody>
      </p:sp>
      <p:sp>
        <p:nvSpPr>
          <p:cNvPr id="156" name="bk object 156"/>
          <p:cNvSpPr/>
          <p:nvPr/>
        </p:nvSpPr>
        <p:spPr>
          <a:xfrm>
            <a:off x="34245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7A7D4"/>
          </a:solidFill>
        </p:spPr>
        <p:txBody>
          <a:bodyPr wrap="square" lIns="0" tIns="0" rIns="0" bIns="0" rtlCol="0"/>
          <a:lstStyle/>
          <a:p>
            <a:endParaRPr>
              <a:solidFill>
                <a:prstClr val="black"/>
              </a:solidFill>
            </a:endParaRPr>
          </a:p>
        </p:txBody>
      </p:sp>
      <p:sp>
        <p:nvSpPr>
          <p:cNvPr id="157" name="bk object 157"/>
          <p:cNvSpPr/>
          <p:nvPr/>
        </p:nvSpPr>
        <p:spPr>
          <a:xfrm>
            <a:off x="34588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6A6D3"/>
          </a:solidFill>
        </p:spPr>
        <p:txBody>
          <a:bodyPr wrap="square" lIns="0" tIns="0" rIns="0" bIns="0" rtlCol="0"/>
          <a:lstStyle/>
          <a:p>
            <a:endParaRPr>
              <a:solidFill>
                <a:prstClr val="black"/>
              </a:solidFill>
            </a:endParaRPr>
          </a:p>
        </p:txBody>
      </p:sp>
      <p:sp>
        <p:nvSpPr>
          <p:cNvPr id="158" name="bk object 158"/>
          <p:cNvSpPr/>
          <p:nvPr/>
        </p:nvSpPr>
        <p:spPr>
          <a:xfrm>
            <a:off x="34931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5A5D3"/>
          </a:solidFill>
        </p:spPr>
        <p:txBody>
          <a:bodyPr wrap="square" lIns="0" tIns="0" rIns="0" bIns="0" rtlCol="0"/>
          <a:lstStyle/>
          <a:p>
            <a:endParaRPr>
              <a:solidFill>
                <a:prstClr val="black"/>
              </a:solidFill>
            </a:endParaRPr>
          </a:p>
        </p:txBody>
      </p:sp>
      <p:sp>
        <p:nvSpPr>
          <p:cNvPr id="159" name="bk object 159"/>
          <p:cNvSpPr/>
          <p:nvPr/>
        </p:nvSpPr>
        <p:spPr>
          <a:xfrm>
            <a:off x="35274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4A4D2"/>
          </a:solidFill>
        </p:spPr>
        <p:txBody>
          <a:bodyPr wrap="square" lIns="0" tIns="0" rIns="0" bIns="0" rtlCol="0"/>
          <a:lstStyle/>
          <a:p>
            <a:endParaRPr>
              <a:solidFill>
                <a:prstClr val="black"/>
              </a:solidFill>
            </a:endParaRPr>
          </a:p>
        </p:txBody>
      </p:sp>
      <p:sp>
        <p:nvSpPr>
          <p:cNvPr id="160" name="bk object 160"/>
          <p:cNvSpPr/>
          <p:nvPr/>
        </p:nvSpPr>
        <p:spPr>
          <a:xfrm>
            <a:off x="35617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3A3D2"/>
          </a:solidFill>
        </p:spPr>
        <p:txBody>
          <a:bodyPr wrap="square" lIns="0" tIns="0" rIns="0" bIns="0" rtlCol="0"/>
          <a:lstStyle/>
          <a:p>
            <a:endParaRPr>
              <a:solidFill>
                <a:prstClr val="black"/>
              </a:solidFill>
            </a:endParaRPr>
          </a:p>
        </p:txBody>
      </p:sp>
      <p:sp>
        <p:nvSpPr>
          <p:cNvPr id="161" name="bk object 161"/>
          <p:cNvSpPr/>
          <p:nvPr/>
        </p:nvSpPr>
        <p:spPr>
          <a:xfrm>
            <a:off x="359600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2A2D1"/>
          </a:solidFill>
        </p:spPr>
        <p:txBody>
          <a:bodyPr wrap="square" lIns="0" tIns="0" rIns="0" bIns="0" rtlCol="0"/>
          <a:lstStyle/>
          <a:p>
            <a:endParaRPr>
              <a:solidFill>
                <a:prstClr val="black"/>
              </a:solidFill>
            </a:endParaRPr>
          </a:p>
        </p:txBody>
      </p:sp>
      <p:sp>
        <p:nvSpPr>
          <p:cNvPr id="162" name="bk object 162"/>
          <p:cNvSpPr/>
          <p:nvPr/>
        </p:nvSpPr>
        <p:spPr>
          <a:xfrm>
            <a:off x="36302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1A1D1"/>
          </a:solidFill>
        </p:spPr>
        <p:txBody>
          <a:bodyPr wrap="square" lIns="0" tIns="0" rIns="0" bIns="0" rtlCol="0"/>
          <a:lstStyle/>
          <a:p>
            <a:endParaRPr>
              <a:solidFill>
                <a:prstClr val="black"/>
              </a:solidFill>
            </a:endParaRPr>
          </a:p>
        </p:txBody>
      </p:sp>
      <p:sp>
        <p:nvSpPr>
          <p:cNvPr id="163" name="bk object 163"/>
          <p:cNvSpPr/>
          <p:nvPr/>
        </p:nvSpPr>
        <p:spPr>
          <a:xfrm>
            <a:off x="366458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A0A0D0"/>
          </a:solidFill>
        </p:spPr>
        <p:txBody>
          <a:bodyPr wrap="square" lIns="0" tIns="0" rIns="0" bIns="0" rtlCol="0"/>
          <a:lstStyle/>
          <a:p>
            <a:endParaRPr>
              <a:solidFill>
                <a:prstClr val="black"/>
              </a:solidFill>
            </a:endParaRPr>
          </a:p>
        </p:txBody>
      </p:sp>
      <p:sp>
        <p:nvSpPr>
          <p:cNvPr id="164" name="bk object 164"/>
          <p:cNvSpPr/>
          <p:nvPr/>
        </p:nvSpPr>
        <p:spPr>
          <a:xfrm>
            <a:off x="36988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F9FD0"/>
          </a:solidFill>
        </p:spPr>
        <p:txBody>
          <a:bodyPr wrap="square" lIns="0" tIns="0" rIns="0" bIns="0" rtlCol="0"/>
          <a:lstStyle/>
          <a:p>
            <a:endParaRPr>
              <a:solidFill>
                <a:prstClr val="black"/>
              </a:solidFill>
            </a:endParaRPr>
          </a:p>
        </p:txBody>
      </p:sp>
      <p:sp>
        <p:nvSpPr>
          <p:cNvPr id="165" name="bk object 165"/>
          <p:cNvSpPr/>
          <p:nvPr/>
        </p:nvSpPr>
        <p:spPr>
          <a:xfrm>
            <a:off x="37331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E9ECF"/>
          </a:solidFill>
        </p:spPr>
        <p:txBody>
          <a:bodyPr wrap="square" lIns="0" tIns="0" rIns="0" bIns="0" rtlCol="0"/>
          <a:lstStyle/>
          <a:p>
            <a:endParaRPr>
              <a:solidFill>
                <a:prstClr val="black"/>
              </a:solidFill>
            </a:endParaRPr>
          </a:p>
        </p:txBody>
      </p:sp>
      <p:sp>
        <p:nvSpPr>
          <p:cNvPr id="166" name="bk object 166"/>
          <p:cNvSpPr/>
          <p:nvPr/>
        </p:nvSpPr>
        <p:spPr>
          <a:xfrm>
            <a:off x="37674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D9DCF"/>
          </a:solidFill>
        </p:spPr>
        <p:txBody>
          <a:bodyPr wrap="square" lIns="0" tIns="0" rIns="0" bIns="0" rtlCol="0"/>
          <a:lstStyle/>
          <a:p>
            <a:endParaRPr>
              <a:solidFill>
                <a:prstClr val="black"/>
              </a:solidFill>
            </a:endParaRPr>
          </a:p>
        </p:txBody>
      </p:sp>
      <p:sp>
        <p:nvSpPr>
          <p:cNvPr id="167" name="bk object 167"/>
          <p:cNvSpPr/>
          <p:nvPr/>
        </p:nvSpPr>
        <p:spPr>
          <a:xfrm>
            <a:off x="38017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C9CCE"/>
          </a:solidFill>
        </p:spPr>
        <p:txBody>
          <a:bodyPr wrap="square" lIns="0" tIns="0" rIns="0" bIns="0" rtlCol="0"/>
          <a:lstStyle/>
          <a:p>
            <a:endParaRPr>
              <a:solidFill>
                <a:prstClr val="black"/>
              </a:solidFill>
            </a:endParaRPr>
          </a:p>
        </p:txBody>
      </p:sp>
      <p:sp>
        <p:nvSpPr>
          <p:cNvPr id="168" name="bk object 168"/>
          <p:cNvSpPr/>
          <p:nvPr/>
        </p:nvSpPr>
        <p:spPr>
          <a:xfrm>
            <a:off x="38360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B9BCE"/>
          </a:solidFill>
        </p:spPr>
        <p:txBody>
          <a:bodyPr wrap="square" lIns="0" tIns="0" rIns="0" bIns="0" rtlCol="0"/>
          <a:lstStyle/>
          <a:p>
            <a:endParaRPr>
              <a:solidFill>
                <a:prstClr val="black"/>
              </a:solidFill>
            </a:endParaRPr>
          </a:p>
        </p:txBody>
      </p:sp>
      <p:sp>
        <p:nvSpPr>
          <p:cNvPr id="169" name="bk object 169"/>
          <p:cNvSpPr/>
          <p:nvPr/>
        </p:nvSpPr>
        <p:spPr>
          <a:xfrm>
            <a:off x="38703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A9ACD"/>
          </a:solidFill>
        </p:spPr>
        <p:txBody>
          <a:bodyPr wrap="square" lIns="0" tIns="0" rIns="0" bIns="0" rtlCol="0"/>
          <a:lstStyle/>
          <a:p>
            <a:endParaRPr>
              <a:solidFill>
                <a:prstClr val="black"/>
              </a:solidFill>
            </a:endParaRPr>
          </a:p>
        </p:txBody>
      </p:sp>
      <p:sp>
        <p:nvSpPr>
          <p:cNvPr id="170" name="bk object 170"/>
          <p:cNvSpPr/>
          <p:nvPr/>
        </p:nvSpPr>
        <p:spPr>
          <a:xfrm>
            <a:off x="39046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9999CD"/>
          </a:solidFill>
        </p:spPr>
        <p:txBody>
          <a:bodyPr wrap="square" lIns="0" tIns="0" rIns="0" bIns="0" rtlCol="0"/>
          <a:lstStyle/>
          <a:p>
            <a:endParaRPr>
              <a:solidFill>
                <a:prstClr val="black"/>
              </a:solidFill>
            </a:endParaRPr>
          </a:p>
        </p:txBody>
      </p:sp>
      <p:sp>
        <p:nvSpPr>
          <p:cNvPr id="171" name="bk object 171"/>
          <p:cNvSpPr/>
          <p:nvPr/>
        </p:nvSpPr>
        <p:spPr>
          <a:xfrm>
            <a:off x="393890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898CC"/>
          </a:solidFill>
        </p:spPr>
        <p:txBody>
          <a:bodyPr wrap="square" lIns="0" tIns="0" rIns="0" bIns="0" rtlCol="0"/>
          <a:lstStyle/>
          <a:p>
            <a:endParaRPr>
              <a:solidFill>
                <a:prstClr val="black"/>
              </a:solidFill>
            </a:endParaRPr>
          </a:p>
        </p:txBody>
      </p:sp>
      <p:sp>
        <p:nvSpPr>
          <p:cNvPr id="172" name="bk object 172"/>
          <p:cNvSpPr/>
          <p:nvPr/>
        </p:nvSpPr>
        <p:spPr>
          <a:xfrm>
            <a:off x="39731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797CC"/>
          </a:solidFill>
        </p:spPr>
        <p:txBody>
          <a:bodyPr wrap="square" lIns="0" tIns="0" rIns="0" bIns="0" rtlCol="0"/>
          <a:lstStyle/>
          <a:p>
            <a:endParaRPr>
              <a:solidFill>
                <a:prstClr val="black"/>
              </a:solidFill>
            </a:endParaRPr>
          </a:p>
        </p:txBody>
      </p:sp>
      <p:sp>
        <p:nvSpPr>
          <p:cNvPr id="173" name="bk object 173"/>
          <p:cNvSpPr/>
          <p:nvPr/>
        </p:nvSpPr>
        <p:spPr>
          <a:xfrm>
            <a:off x="40074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696CB"/>
          </a:solidFill>
        </p:spPr>
        <p:txBody>
          <a:bodyPr wrap="square" lIns="0" tIns="0" rIns="0" bIns="0" rtlCol="0"/>
          <a:lstStyle/>
          <a:p>
            <a:endParaRPr>
              <a:solidFill>
                <a:prstClr val="black"/>
              </a:solidFill>
            </a:endParaRPr>
          </a:p>
        </p:txBody>
      </p:sp>
      <p:sp>
        <p:nvSpPr>
          <p:cNvPr id="174" name="bk object 174"/>
          <p:cNvSpPr/>
          <p:nvPr/>
        </p:nvSpPr>
        <p:spPr>
          <a:xfrm>
            <a:off x="40417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595CB"/>
          </a:solidFill>
        </p:spPr>
        <p:txBody>
          <a:bodyPr wrap="square" lIns="0" tIns="0" rIns="0" bIns="0" rtlCol="0"/>
          <a:lstStyle/>
          <a:p>
            <a:endParaRPr>
              <a:solidFill>
                <a:prstClr val="black"/>
              </a:solidFill>
            </a:endParaRPr>
          </a:p>
        </p:txBody>
      </p:sp>
      <p:sp>
        <p:nvSpPr>
          <p:cNvPr id="175" name="bk object 175"/>
          <p:cNvSpPr/>
          <p:nvPr/>
        </p:nvSpPr>
        <p:spPr>
          <a:xfrm>
            <a:off x="40760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494CA"/>
          </a:solidFill>
        </p:spPr>
        <p:txBody>
          <a:bodyPr wrap="square" lIns="0" tIns="0" rIns="0" bIns="0" rtlCol="0"/>
          <a:lstStyle/>
          <a:p>
            <a:endParaRPr>
              <a:solidFill>
                <a:prstClr val="black"/>
              </a:solidFill>
            </a:endParaRPr>
          </a:p>
        </p:txBody>
      </p:sp>
      <p:sp>
        <p:nvSpPr>
          <p:cNvPr id="176" name="bk object 176"/>
          <p:cNvSpPr/>
          <p:nvPr/>
        </p:nvSpPr>
        <p:spPr>
          <a:xfrm>
            <a:off x="411035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393CA"/>
          </a:solidFill>
        </p:spPr>
        <p:txBody>
          <a:bodyPr wrap="square" lIns="0" tIns="0" rIns="0" bIns="0" rtlCol="0"/>
          <a:lstStyle/>
          <a:p>
            <a:endParaRPr>
              <a:solidFill>
                <a:prstClr val="black"/>
              </a:solidFill>
            </a:endParaRPr>
          </a:p>
        </p:txBody>
      </p:sp>
      <p:sp>
        <p:nvSpPr>
          <p:cNvPr id="177" name="bk object 177"/>
          <p:cNvSpPr/>
          <p:nvPr/>
        </p:nvSpPr>
        <p:spPr>
          <a:xfrm>
            <a:off x="41446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292C9"/>
          </a:solidFill>
        </p:spPr>
        <p:txBody>
          <a:bodyPr wrap="square" lIns="0" tIns="0" rIns="0" bIns="0" rtlCol="0"/>
          <a:lstStyle/>
          <a:p>
            <a:endParaRPr>
              <a:solidFill>
                <a:prstClr val="black"/>
              </a:solidFill>
            </a:endParaRPr>
          </a:p>
        </p:txBody>
      </p:sp>
      <p:sp>
        <p:nvSpPr>
          <p:cNvPr id="178" name="bk object 178"/>
          <p:cNvSpPr/>
          <p:nvPr/>
        </p:nvSpPr>
        <p:spPr>
          <a:xfrm>
            <a:off x="41789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191C9"/>
          </a:solidFill>
        </p:spPr>
        <p:txBody>
          <a:bodyPr wrap="square" lIns="0" tIns="0" rIns="0" bIns="0" rtlCol="0"/>
          <a:lstStyle/>
          <a:p>
            <a:endParaRPr>
              <a:solidFill>
                <a:prstClr val="black"/>
              </a:solidFill>
            </a:endParaRPr>
          </a:p>
        </p:txBody>
      </p:sp>
      <p:sp>
        <p:nvSpPr>
          <p:cNvPr id="179" name="bk object 179"/>
          <p:cNvSpPr/>
          <p:nvPr/>
        </p:nvSpPr>
        <p:spPr>
          <a:xfrm>
            <a:off x="42132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9090C8"/>
          </a:solidFill>
        </p:spPr>
        <p:txBody>
          <a:bodyPr wrap="square" lIns="0" tIns="0" rIns="0" bIns="0" rtlCol="0"/>
          <a:lstStyle/>
          <a:p>
            <a:endParaRPr>
              <a:solidFill>
                <a:prstClr val="black"/>
              </a:solidFill>
            </a:endParaRPr>
          </a:p>
        </p:txBody>
      </p:sp>
      <p:sp>
        <p:nvSpPr>
          <p:cNvPr id="180" name="bk object 180"/>
          <p:cNvSpPr/>
          <p:nvPr/>
        </p:nvSpPr>
        <p:spPr>
          <a:xfrm>
            <a:off x="42475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F8FC8"/>
          </a:solidFill>
        </p:spPr>
        <p:txBody>
          <a:bodyPr wrap="square" lIns="0" tIns="0" rIns="0" bIns="0" rtlCol="0"/>
          <a:lstStyle/>
          <a:p>
            <a:endParaRPr>
              <a:solidFill>
                <a:prstClr val="black"/>
              </a:solidFill>
            </a:endParaRPr>
          </a:p>
        </p:txBody>
      </p:sp>
      <p:sp>
        <p:nvSpPr>
          <p:cNvPr id="181" name="bk object 181"/>
          <p:cNvSpPr/>
          <p:nvPr/>
        </p:nvSpPr>
        <p:spPr>
          <a:xfrm>
            <a:off x="428180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E8EC7"/>
          </a:solidFill>
        </p:spPr>
        <p:txBody>
          <a:bodyPr wrap="square" lIns="0" tIns="0" rIns="0" bIns="0" rtlCol="0"/>
          <a:lstStyle/>
          <a:p>
            <a:endParaRPr>
              <a:solidFill>
                <a:prstClr val="black"/>
              </a:solidFill>
            </a:endParaRPr>
          </a:p>
        </p:txBody>
      </p:sp>
      <p:sp>
        <p:nvSpPr>
          <p:cNvPr id="182" name="bk object 182"/>
          <p:cNvSpPr/>
          <p:nvPr/>
        </p:nvSpPr>
        <p:spPr>
          <a:xfrm>
            <a:off x="43148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D8DC7"/>
          </a:solidFill>
        </p:spPr>
        <p:txBody>
          <a:bodyPr wrap="square" lIns="0" tIns="0" rIns="0" bIns="0" rtlCol="0"/>
          <a:lstStyle/>
          <a:p>
            <a:endParaRPr>
              <a:solidFill>
                <a:prstClr val="black"/>
              </a:solidFill>
            </a:endParaRPr>
          </a:p>
        </p:txBody>
      </p:sp>
      <p:sp>
        <p:nvSpPr>
          <p:cNvPr id="183" name="bk object 183"/>
          <p:cNvSpPr/>
          <p:nvPr/>
        </p:nvSpPr>
        <p:spPr>
          <a:xfrm>
            <a:off x="43491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C8CC6"/>
          </a:solidFill>
        </p:spPr>
        <p:txBody>
          <a:bodyPr wrap="square" lIns="0" tIns="0" rIns="0" bIns="0" rtlCol="0"/>
          <a:lstStyle/>
          <a:p>
            <a:endParaRPr>
              <a:solidFill>
                <a:prstClr val="black"/>
              </a:solidFill>
            </a:endParaRPr>
          </a:p>
        </p:txBody>
      </p:sp>
      <p:sp>
        <p:nvSpPr>
          <p:cNvPr id="184" name="bk object 184"/>
          <p:cNvSpPr/>
          <p:nvPr/>
        </p:nvSpPr>
        <p:spPr>
          <a:xfrm>
            <a:off x="43846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B8BC6"/>
          </a:solidFill>
        </p:spPr>
        <p:txBody>
          <a:bodyPr wrap="square" lIns="0" tIns="0" rIns="0" bIns="0" rtlCol="0"/>
          <a:lstStyle/>
          <a:p>
            <a:endParaRPr>
              <a:solidFill>
                <a:prstClr val="black"/>
              </a:solidFill>
            </a:endParaRPr>
          </a:p>
        </p:txBody>
      </p:sp>
      <p:sp>
        <p:nvSpPr>
          <p:cNvPr id="185" name="bk object 185"/>
          <p:cNvSpPr/>
          <p:nvPr/>
        </p:nvSpPr>
        <p:spPr>
          <a:xfrm>
            <a:off x="44189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A8AC5"/>
          </a:solidFill>
        </p:spPr>
        <p:txBody>
          <a:bodyPr wrap="square" lIns="0" tIns="0" rIns="0" bIns="0" rtlCol="0"/>
          <a:lstStyle/>
          <a:p>
            <a:endParaRPr>
              <a:solidFill>
                <a:prstClr val="black"/>
              </a:solidFill>
            </a:endParaRPr>
          </a:p>
        </p:txBody>
      </p:sp>
      <p:sp>
        <p:nvSpPr>
          <p:cNvPr id="186" name="bk object 186"/>
          <p:cNvSpPr/>
          <p:nvPr/>
        </p:nvSpPr>
        <p:spPr>
          <a:xfrm>
            <a:off x="445198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989C5"/>
          </a:solidFill>
        </p:spPr>
        <p:txBody>
          <a:bodyPr wrap="square" lIns="0" tIns="0" rIns="0" bIns="0" rtlCol="0"/>
          <a:lstStyle/>
          <a:p>
            <a:endParaRPr>
              <a:solidFill>
                <a:prstClr val="black"/>
              </a:solidFill>
            </a:endParaRPr>
          </a:p>
        </p:txBody>
      </p:sp>
      <p:sp>
        <p:nvSpPr>
          <p:cNvPr id="187" name="bk object 187"/>
          <p:cNvSpPr/>
          <p:nvPr/>
        </p:nvSpPr>
        <p:spPr>
          <a:xfrm>
            <a:off x="44862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888C4"/>
          </a:solidFill>
        </p:spPr>
        <p:txBody>
          <a:bodyPr wrap="square" lIns="0" tIns="0" rIns="0" bIns="0" rtlCol="0"/>
          <a:lstStyle/>
          <a:p>
            <a:endParaRPr>
              <a:solidFill>
                <a:prstClr val="black"/>
              </a:solidFill>
            </a:endParaRPr>
          </a:p>
        </p:txBody>
      </p:sp>
      <p:sp>
        <p:nvSpPr>
          <p:cNvPr id="188" name="bk object 188"/>
          <p:cNvSpPr/>
          <p:nvPr/>
        </p:nvSpPr>
        <p:spPr>
          <a:xfrm>
            <a:off x="45205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787C4"/>
          </a:solidFill>
        </p:spPr>
        <p:txBody>
          <a:bodyPr wrap="square" lIns="0" tIns="0" rIns="0" bIns="0" rtlCol="0"/>
          <a:lstStyle/>
          <a:p>
            <a:endParaRPr>
              <a:solidFill>
                <a:prstClr val="black"/>
              </a:solidFill>
            </a:endParaRPr>
          </a:p>
        </p:txBody>
      </p:sp>
      <p:sp>
        <p:nvSpPr>
          <p:cNvPr id="189" name="bk object 189"/>
          <p:cNvSpPr/>
          <p:nvPr/>
        </p:nvSpPr>
        <p:spPr>
          <a:xfrm>
            <a:off x="455485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686C3"/>
          </a:solidFill>
        </p:spPr>
        <p:txBody>
          <a:bodyPr wrap="square" lIns="0" tIns="0" rIns="0" bIns="0" rtlCol="0"/>
          <a:lstStyle/>
          <a:p>
            <a:endParaRPr>
              <a:solidFill>
                <a:prstClr val="black"/>
              </a:solidFill>
            </a:endParaRPr>
          </a:p>
        </p:txBody>
      </p:sp>
      <p:sp>
        <p:nvSpPr>
          <p:cNvPr id="190" name="bk object 190"/>
          <p:cNvSpPr/>
          <p:nvPr/>
        </p:nvSpPr>
        <p:spPr>
          <a:xfrm>
            <a:off x="45891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585C3"/>
          </a:solidFill>
        </p:spPr>
        <p:txBody>
          <a:bodyPr wrap="square" lIns="0" tIns="0" rIns="0" bIns="0" rtlCol="0"/>
          <a:lstStyle/>
          <a:p>
            <a:endParaRPr>
              <a:solidFill>
                <a:prstClr val="black"/>
              </a:solidFill>
            </a:endParaRPr>
          </a:p>
        </p:txBody>
      </p:sp>
      <p:sp>
        <p:nvSpPr>
          <p:cNvPr id="191" name="bk object 191"/>
          <p:cNvSpPr/>
          <p:nvPr/>
        </p:nvSpPr>
        <p:spPr>
          <a:xfrm>
            <a:off x="46234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484C2"/>
          </a:solidFill>
        </p:spPr>
        <p:txBody>
          <a:bodyPr wrap="square" lIns="0" tIns="0" rIns="0" bIns="0" rtlCol="0"/>
          <a:lstStyle/>
          <a:p>
            <a:endParaRPr>
              <a:solidFill>
                <a:prstClr val="black"/>
              </a:solidFill>
            </a:endParaRPr>
          </a:p>
        </p:txBody>
      </p:sp>
      <p:sp>
        <p:nvSpPr>
          <p:cNvPr id="192" name="bk object 192"/>
          <p:cNvSpPr/>
          <p:nvPr/>
        </p:nvSpPr>
        <p:spPr>
          <a:xfrm>
            <a:off x="46577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8383C2"/>
          </a:solidFill>
        </p:spPr>
        <p:txBody>
          <a:bodyPr wrap="square" lIns="0" tIns="0" rIns="0" bIns="0" rtlCol="0"/>
          <a:lstStyle/>
          <a:p>
            <a:endParaRPr>
              <a:solidFill>
                <a:prstClr val="black"/>
              </a:solidFill>
            </a:endParaRPr>
          </a:p>
        </p:txBody>
      </p:sp>
      <p:sp>
        <p:nvSpPr>
          <p:cNvPr id="193" name="bk object 193"/>
          <p:cNvSpPr/>
          <p:nvPr/>
        </p:nvSpPr>
        <p:spPr>
          <a:xfrm>
            <a:off x="46920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282C1"/>
          </a:solidFill>
        </p:spPr>
        <p:txBody>
          <a:bodyPr wrap="square" lIns="0" tIns="0" rIns="0" bIns="0" rtlCol="0"/>
          <a:lstStyle/>
          <a:p>
            <a:endParaRPr>
              <a:solidFill>
                <a:prstClr val="black"/>
              </a:solidFill>
            </a:endParaRPr>
          </a:p>
        </p:txBody>
      </p:sp>
      <p:sp>
        <p:nvSpPr>
          <p:cNvPr id="194" name="bk object 194"/>
          <p:cNvSpPr/>
          <p:nvPr/>
        </p:nvSpPr>
        <p:spPr>
          <a:xfrm>
            <a:off x="472630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181C1"/>
          </a:solidFill>
        </p:spPr>
        <p:txBody>
          <a:bodyPr wrap="square" lIns="0" tIns="0" rIns="0" bIns="0" rtlCol="0"/>
          <a:lstStyle/>
          <a:p>
            <a:endParaRPr>
              <a:solidFill>
                <a:prstClr val="black"/>
              </a:solidFill>
            </a:endParaRPr>
          </a:p>
        </p:txBody>
      </p:sp>
      <p:sp>
        <p:nvSpPr>
          <p:cNvPr id="195" name="bk object 195"/>
          <p:cNvSpPr/>
          <p:nvPr/>
        </p:nvSpPr>
        <p:spPr>
          <a:xfrm>
            <a:off x="47605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8080C0"/>
          </a:solidFill>
        </p:spPr>
        <p:txBody>
          <a:bodyPr wrap="square" lIns="0" tIns="0" rIns="0" bIns="0" rtlCol="0"/>
          <a:lstStyle/>
          <a:p>
            <a:endParaRPr>
              <a:solidFill>
                <a:prstClr val="black"/>
              </a:solidFill>
            </a:endParaRPr>
          </a:p>
        </p:txBody>
      </p:sp>
      <p:sp>
        <p:nvSpPr>
          <p:cNvPr id="196" name="bk object 196"/>
          <p:cNvSpPr/>
          <p:nvPr/>
        </p:nvSpPr>
        <p:spPr>
          <a:xfrm>
            <a:off x="47948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F7FC0"/>
          </a:solidFill>
        </p:spPr>
        <p:txBody>
          <a:bodyPr wrap="square" lIns="0" tIns="0" rIns="0" bIns="0" rtlCol="0"/>
          <a:lstStyle/>
          <a:p>
            <a:endParaRPr>
              <a:solidFill>
                <a:prstClr val="black"/>
              </a:solidFill>
            </a:endParaRPr>
          </a:p>
        </p:txBody>
      </p:sp>
      <p:sp>
        <p:nvSpPr>
          <p:cNvPr id="197" name="bk object 197"/>
          <p:cNvSpPr/>
          <p:nvPr/>
        </p:nvSpPr>
        <p:spPr>
          <a:xfrm>
            <a:off x="48291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F7FC0"/>
          </a:solidFill>
        </p:spPr>
        <p:txBody>
          <a:bodyPr wrap="square" lIns="0" tIns="0" rIns="0" bIns="0" rtlCol="0"/>
          <a:lstStyle/>
          <a:p>
            <a:endParaRPr>
              <a:solidFill>
                <a:prstClr val="black"/>
              </a:solidFill>
            </a:endParaRPr>
          </a:p>
        </p:txBody>
      </p:sp>
      <p:sp>
        <p:nvSpPr>
          <p:cNvPr id="198" name="bk object 198"/>
          <p:cNvSpPr/>
          <p:nvPr/>
        </p:nvSpPr>
        <p:spPr>
          <a:xfrm>
            <a:off x="48634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E7EBE"/>
          </a:solidFill>
        </p:spPr>
        <p:txBody>
          <a:bodyPr wrap="square" lIns="0" tIns="0" rIns="0" bIns="0" rtlCol="0"/>
          <a:lstStyle/>
          <a:p>
            <a:endParaRPr>
              <a:solidFill>
                <a:prstClr val="black"/>
              </a:solidFill>
            </a:endParaRPr>
          </a:p>
        </p:txBody>
      </p:sp>
      <p:sp>
        <p:nvSpPr>
          <p:cNvPr id="199" name="bk object 199"/>
          <p:cNvSpPr/>
          <p:nvPr/>
        </p:nvSpPr>
        <p:spPr>
          <a:xfrm>
            <a:off x="489775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D7DBE"/>
          </a:solidFill>
        </p:spPr>
        <p:txBody>
          <a:bodyPr wrap="square" lIns="0" tIns="0" rIns="0" bIns="0" rtlCol="0"/>
          <a:lstStyle/>
          <a:p>
            <a:endParaRPr>
              <a:solidFill>
                <a:prstClr val="black"/>
              </a:solidFill>
            </a:endParaRPr>
          </a:p>
        </p:txBody>
      </p:sp>
      <p:sp>
        <p:nvSpPr>
          <p:cNvPr id="200" name="bk object 200"/>
          <p:cNvSpPr/>
          <p:nvPr/>
        </p:nvSpPr>
        <p:spPr>
          <a:xfrm>
            <a:off x="49320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C7CBD"/>
          </a:solidFill>
        </p:spPr>
        <p:txBody>
          <a:bodyPr wrap="square" lIns="0" tIns="0" rIns="0" bIns="0" rtlCol="0"/>
          <a:lstStyle/>
          <a:p>
            <a:endParaRPr>
              <a:solidFill>
                <a:prstClr val="black"/>
              </a:solidFill>
            </a:endParaRPr>
          </a:p>
        </p:txBody>
      </p:sp>
      <p:sp>
        <p:nvSpPr>
          <p:cNvPr id="201" name="bk object 201"/>
          <p:cNvSpPr/>
          <p:nvPr/>
        </p:nvSpPr>
        <p:spPr>
          <a:xfrm>
            <a:off x="49663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B7BBD"/>
          </a:solidFill>
        </p:spPr>
        <p:txBody>
          <a:bodyPr wrap="square" lIns="0" tIns="0" rIns="0" bIns="0" rtlCol="0"/>
          <a:lstStyle/>
          <a:p>
            <a:endParaRPr>
              <a:solidFill>
                <a:prstClr val="black"/>
              </a:solidFill>
            </a:endParaRPr>
          </a:p>
        </p:txBody>
      </p:sp>
      <p:sp>
        <p:nvSpPr>
          <p:cNvPr id="202" name="bk object 202"/>
          <p:cNvSpPr/>
          <p:nvPr/>
        </p:nvSpPr>
        <p:spPr>
          <a:xfrm>
            <a:off x="50006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A7ABC"/>
          </a:solidFill>
        </p:spPr>
        <p:txBody>
          <a:bodyPr wrap="square" lIns="0" tIns="0" rIns="0" bIns="0" rtlCol="0"/>
          <a:lstStyle/>
          <a:p>
            <a:endParaRPr>
              <a:solidFill>
                <a:prstClr val="black"/>
              </a:solidFill>
            </a:endParaRPr>
          </a:p>
        </p:txBody>
      </p:sp>
      <p:sp>
        <p:nvSpPr>
          <p:cNvPr id="203" name="bk object 203"/>
          <p:cNvSpPr/>
          <p:nvPr/>
        </p:nvSpPr>
        <p:spPr>
          <a:xfrm>
            <a:off x="50349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7979BC"/>
          </a:solidFill>
        </p:spPr>
        <p:txBody>
          <a:bodyPr wrap="square" lIns="0" tIns="0" rIns="0" bIns="0" rtlCol="0"/>
          <a:lstStyle/>
          <a:p>
            <a:endParaRPr>
              <a:solidFill>
                <a:prstClr val="black"/>
              </a:solidFill>
            </a:endParaRPr>
          </a:p>
        </p:txBody>
      </p:sp>
      <p:sp>
        <p:nvSpPr>
          <p:cNvPr id="204" name="bk object 204"/>
          <p:cNvSpPr/>
          <p:nvPr/>
        </p:nvSpPr>
        <p:spPr>
          <a:xfrm>
            <a:off x="50679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777BB"/>
          </a:solidFill>
        </p:spPr>
        <p:txBody>
          <a:bodyPr wrap="square" lIns="0" tIns="0" rIns="0" bIns="0" rtlCol="0"/>
          <a:lstStyle/>
          <a:p>
            <a:endParaRPr>
              <a:solidFill>
                <a:prstClr val="black"/>
              </a:solidFill>
            </a:endParaRPr>
          </a:p>
        </p:txBody>
      </p:sp>
      <p:sp>
        <p:nvSpPr>
          <p:cNvPr id="205" name="bk object 205"/>
          <p:cNvSpPr/>
          <p:nvPr/>
        </p:nvSpPr>
        <p:spPr>
          <a:xfrm>
            <a:off x="51022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676BB"/>
          </a:solidFill>
        </p:spPr>
        <p:txBody>
          <a:bodyPr wrap="square" lIns="0" tIns="0" rIns="0" bIns="0" rtlCol="0"/>
          <a:lstStyle/>
          <a:p>
            <a:endParaRPr>
              <a:solidFill>
                <a:prstClr val="black"/>
              </a:solidFill>
            </a:endParaRPr>
          </a:p>
        </p:txBody>
      </p:sp>
      <p:sp>
        <p:nvSpPr>
          <p:cNvPr id="206" name="bk object 206"/>
          <p:cNvSpPr/>
          <p:nvPr/>
        </p:nvSpPr>
        <p:spPr>
          <a:xfrm>
            <a:off x="51365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575BA"/>
          </a:solidFill>
        </p:spPr>
        <p:txBody>
          <a:bodyPr wrap="square" lIns="0" tIns="0" rIns="0" bIns="0" rtlCol="0"/>
          <a:lstStyle/>
          <a:p>
            <a:endParaRPr>
              <a:solidFill>
                <a:prstClr val="black"/>
              </a:solidFill>
            </a:endParaRPr>
          </a:p>
        </p:txBody>
      </p:sp>
      <p:sp>
        <p:nvSpPr>
          <p:cNvPr id="207" name="bk object 207"/>
          <p:cNvSpPr/>
          <p:nvPr/>
        </p:nvSpPr>
        <p:spPr>
          <a:xfrm>
            <a:off x="517080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474BA"/>
          </a:solidFill>
        </p:spPr>
        <p:txBody>
          <a:bodyPr wrap="square" lIns="0" tIns="0" rIns="0" bIns="0" rtlCol="0"/>
          <a:lstStyle/>
          <a:p>
            <a:endParaRPr>
              <a:solidFill>
                <a:prstClr val="black"/>
              </a:solidFill>
            </a:endParaRPr>
          </a:p>
        </p:txBody>
      </p:sp>
      <p:sp>
        <p:nvSpPr>
          <p:cNvPr id="208" name="bk object 208"/>
          <p:cNvSpPr/>
          <p:nvPr/>
        </p:nvSpPr>
        <p:spPr>
          <a:xfrm>
            <a:off x="52050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373B9"/>
          </a:solidFill>
        </p:spPr>
        <p:txBody>
          <a:bodyPr wrap="square" lIns="0" tIns="0" rIns="0" bIns="0" rtlCol="0"/>
          <a:lstStyle/>
          <a:p>
            <a:endParaRPr>
              <a:solidFill>
                <a:prstClr val="black"/>
              </a:solidFill>
            </a:endParaRPr>
          </a:p>
        </p:txBody>
      </p:sp>
      <p:sp>
        <p:nvSpPr>
          <p:cNvPr id="209" name="bk object 209"/>
          <p:cNvSpPr/>
          <p:nvPr/>
        </p:nvSpPr>
        <p:spPr>
          <a:xfrm>
            <a:off x="523938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272B9"/>
          </a:solidFill>
        </p:spPr>
        <p:txBody>
          <a:bodyPr wrap="square" lIns="0" tIns="0" rIns="0" bIns="0" rtlCol="0"/>
          <a:lstStyle/>
          <a:p>
            <a:endParaRPr>
              <a:solidFill>
                <a:prstClr val="black"/>
              </a:solidFill>
            </a:endParaRPr>
          </a:p>
        </p:txBody>
      </p:sp>
      <p:sp>
        <p:nvSpPr>
          <p:cNvPr id="210" name="bk object 210"/>
          <p:cNvSpPr/>
          <p:nvPr/>
        </p:nvSpPr>
        <p:spPr>
          <a:xfrm>
            <a:off x="52736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171B8"/>
          </a:solidFill>
        </p:spPr>
        <p:txBody>
          <a:bodyPr wrap="square" lIns="0" tIns="0" rIns="0" bIns="0" rtlCol="0"/>
          <a:lstStyle/>
          <a:p>
            <a:endParaRPr>
              <a:solidFill>
                <a:prstClr val="black"/>
              </a:solidFill>
            </a:endParaRPr>
          </a:p>
        </p:txBody>
      </p:sp>
      <p:sp>
        <p:nvSpPr>
          <p:cNvPr id="211" name="bk object 211"/>
          <p:cNvSpPr/>
          <p:nvPr/>
        </p:nvSpPr>
        <p:spPr>
          <a:xfrm>
            <a:off x="53079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7070B8"/>
          </a:solidFill>
        </p:spPr>
        <p:txBody>
          <a:bodyPr wrap="square" lIns="0" tIns="0" rIns="0" bIns="0" rtlCol="0"/>
          <a:lstStyle/>
          <a:p>
            <a:endParaRPr>
              <a:solidFill>
                <a:prstClr val="black"/>
              </a:solidFill>
            </a:endParaRPr>
          </a:p>
        </p:txBody>
      </p:sp>
      <p:sp>
        <p:nvSpPr>
          <p:cNvPr id="212" name="bk object 212"/>
          <p:cNvSpPr/>
          <p:nvPr/>
        </p:nvSpPr>
        <p:spPr>
          <a:xfrm>
            <a:off x="53422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F6FB7"/>
          </a:solidFill>
        </p:spPr>
        <p:txBody>
          <a:bodyPr wrap="square" lIns="0" tIns="0" rIns="0" bIns="0" rtlCol="0"/>
          <a:lstStyle/>
          <a:p>
            <a:endParaRPr>
              <a:solidFill>
                <a:prstClr val="black"/>
              </a:solidFill>
            </a:endParaRPr>
          </a:p>
        </p:txBody>
      </p:sp>
      <p:sp>
        <p:nvSpPr>
          <p:cNvPr id="213" name="bk object 213"/>
          <p:cNvSpPr/>
          <p:nvPr/>
        </p:nvSpPr>
        <p:spPr>
          <a:xfrm>
            <a:off x="53765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F6FB7"/>
          </a:solidFill>
        </p:spPr>
        <p:txBody>
          <a:bodyPr wrap="square" lIns="0" tIns="0" rIns="0" bIns="0" rtlCol="0"/>
          <a:lstStyle/>
          <a:p>
            <a:endParaRPr>
              <a:solidFill>
                <a:prstClr val="black"/>
              </a:solidFill>
            </a:endParaRPr>
          </a:p>
        </p:txBody>
      </p:sp>
      <p:sp>
        <p:nvSpPr>
          <p:cNvPr id="214" name="bk object 214"/>
          <p:cNvSpPr/>
          <p:nvPr/>
        </p:nvSpPr>
        <p:spPr>
          <a:xfrm>
            <a:off x="54108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E6EB6"/>
          </a:solidFill>
        </p:spPr>
        <p:txBody>
          <a:bodyPr wrap="square" lIns="0" tIns="0" rIns="0" bIns="0" rtlCol="0"/>
          <a:lstStyle/>
          <a:p>
            <a:endParaRPr>
              <a:solidFill>
                <a:prstClr val="black"/>
              </a:solidFill>
            </a:endParaRPr>
          </a:p>
        </p:txBody>
      </p:sp>
      <p:sp>
        <p:nvSpPr>
          <p:cNvPr id="215" name="bk object 215"/>
          <p:cNvSpPr/>
          <p:nvPr/>
        </p:nvSpPr>
        <p:spPr>
          <a:xfrm>
            <a:off x="54451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D6DB6"/>
          </a:solidFill>
        </p:spPr>
        <p:txBody>
          <a:bodyPr wrap="square" lIns="0" tIns="0" rIns="0" bIns="0" rtlCol="0"/>
          <a:lstStyle/>
          <a:p>
            <a:endParaRPr>
              <a:solidFill>
                <a:prstClr val="black"/>
              </a:solidFill>
            </a:endParaRPr>
          </a:p>
        </p:txBody>
      </p:sp>
      <p:sp>
        <p:nvSpPr>
          <p:cNvPr id="216" name="bk object 216"/>
          <p:cNvSpPr/>
          <p:nvPr/>
        </p:nvSpPr>
        <p:spPr>
          <a:xfrm>
            <a:off x="54794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C6CB5"/>
          </a:solidFill>
        </p:spPr>
        <p:txBody>
          <a:bodyPr wrap="square" lIns="0" tIns="0" rIns="0" bIns="0" rtlCol="0"/>
          <a:lstStyle/>
          <a:p>
            <a:endParaRPr>
              <a:solidFill>
                <a:prstClr val="black"/>
              </a:solidFill>
            </a:endParaRPr>
          </a:p>
        </p:txBody>
      </p:sp>
      <p:sp>
        <p:nvSpPr>
          <p:cNvPr id="217" name="bk object 217"/>
          <p:cNvSpPr/>
          <p:nvPr/>
        </p:nvSpPr>
        <p:spPr>
          <a:xfrm>
            <a:off x="551370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B6BB5"/>
          </a:solidFill>
        </p:spPr>
        <p:txBody>
          <a:bodyPr wrap="square" lIns="0" tIns="0" rIns="0" bIns="0" rtlCol="0"/>
          <a:lstStyle/>
          <a:p>
            <a:endParaRPr>
              <a:solidFill>
                <a:prstClr val="black"/>
              </a:solidFill>
            </a:endParaRPr>
          </a:p>
        </p:txBody>
      </p:sp>
      <p:sp>
        <p:nvSpPr>
          <p:cNvPr id="218" name="bk object 218"/>
          <p:cNvSpPr/>
          <p:nvPr/>
        </p:nvSpPr>
        <p:spPr>
          <a:xfrm>
            <a:off x="55479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A6AB4"/>
          </a:solidFill>
        </p:spPr>
        <p:txBody>
          <a:bodyPr wrap="square" lIns="0" tIns="0" rIns="0" bIns="0" rtlCol="0"/>
          <a:lstStyle/>
          <a:p>
            <a:endParaRPr>
              <a:solidFill>
                <a:prstClr val="black"/>
              </a:solidFill>
            </a:endParaRPr>
          </a:p>
        </p:txBody>
      </p:sp>
      <p:sp>
        <p:nvSpPr>
          <p:cNvPr id="219" name="bk object 219"/>
          <p:cNvSpPr/>
          <p:nvPr/>
        </p:nvSpPr>
        <p:spPr>
          <a:xfrm>
            <a:off x="55822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969B4"/>
          </a:solidFill>
        </p:spPr>
        <p:txBody>
          <a:bodyPr wrap="square" lIns="0" tIns="0" rIns="0" bIns="0" rtlCol="0"/>
          <a:lstStyle/>
          <a:p>
            <a:endParaRPr>
              <a:solidFill>
                <a:prstClr val="black"/>
              </a:solidFill>
            </a:endParaRPr>
          </a:p>
        </p:txBody>
      </p:sp>
      <p:sp>
        <p:nvSpPr>
          <p:cNvPr id="220" name="bk object 220"/>
          <p:cNvSpPr/>
          <p:nvPr/>
        </p:nvSpPr>
        <p:spPr>
          <a:xfrm>
            <a:off x="56165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868B3"/>
          </a:solidFill>
        </p:spPr>
        <p:txBody>
          <a:bodyPr wrap="square" lIns="0" tIns="0" rIns="0" bIns="0" rtlCol="0"/>
          <a:lstStyle/>
          <a:p>
            <a:endParaRPr>
              <a:solidFill>
                <a:prstClr val="black"/>
              </a:solidFill>
            </a:endParaRPr>
          </a:p>
        </p:txBody>
      </p:sp>
      <p:sp>
        <p:nvSpPr>
          <p:cNvPr id="221" name="bk object 221"/>
          <p:cNvSpPr/>
          <p:nvPr/>
        </p:nvSpPr>
        <p:spPr>
          <a:xfrm>
            <a:off x="56508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666B3"/>
          </a:solidFill>
        </p:spPr>
        <p:txBody>
          <a:bodyPr wrap="square" lIns="0" tIns="0" rIns="0" bIns="0" rtlCol="0"/>
          <a:lstStyle/>
          <a:p>
            <a:endParaRPr>
              <a:solidFill>
                <a:prstClr val="black"/>
              </a:solidFill>
            </a:endParaRPr>
          </a:p>
        </p:txBody>
      </p:sp>
      <p:sp>
        <p:nvSpPr>
          <p:cNvPr id="222" name="bk object 222"/>
          <p:cNvSpPr/>
          <p:nvPr/>
        </p:nvSpPr>
        <p:spPr>
          <a:xfrm>
            <a:off x="56851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6565B2"/>
          </a:solidFill>
        </p:spPr>
        <p:txBody>
          <a:bodyPr wrap="square" lIns="0" tIns="0" rIns="0" bIns="0" rtlCol="0"/>
          <a:lstStyle/>
          <a:p>
            <a:endParaRPr>
              <a:solidFill>
                <a:prstClr val="black"/>
              </a:solidFill>
            </a:endParaRPr>
          </a:p>
        </p:txBody>
      </p:sp>
      <p:sp>
        <p:nvSpPr>
          <p:cNvPr id="223" name="bk object 223"/>
          <p:cNvSpPr/>
          <p:nvPr/>
        </p:nvSpPr>
        <p:spPr>
          <a:xfrm>
            <a:off x="57194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464B2"/>
          </a:solidFill>
        </p:spPr>
        <p:txBody>
          <a:bodyPr wrap="square" lIns="0" tIns="0" rIns="0" bIns="0" rtlCol="0"/>
          <a:lstStyle/>
          <a:p>
            <a:endParaRPr>
              <a:solidFill>
                <a:prstClr val="black"/>
              </a:solidFill>
            </a:endParaRPr>
          </a:p>
        </p:txBody>
      </p:sp>
      <p:sp>
        <p:nvSpPr>
          <p:cNvPr id="224" name="bk object 224"/>
          <p:cNvSpPr/>
          <p:nvPr/>
        </p:nvSpPr>
        <p:spPr>
          <a:xfrm>
            <a:off x="575373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363B1"/>
          </a:solidFill>
        </p:spPr>
        <p:txBody>
          <a:bodyPr wrap="square" lIns="0" tIns="0" rIns="0" bIns="0" rtlCol="0"/>
          <a:lstStyle/>
          <a:p>
            <a:endParaRPr>
              <a:solidFill>
                <a:prstClr val="black"/>
              </a:solidFill>
            </a:endParaRPr>
          </a:p>
        </p:txBody>
      </p:sp>
      <p:sp>
        <p:nvSpPr>
          <p:cNvPr id="225" name="bk object 225"/>
          <p:cNvSpPr/>
          <p:nvPr/>
        </p:nvSpPr>
        <p:spPr>
          <a:xfrm>
            <a:off x="57880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262B1"/>
          </a:solidFill>
        </p:spPr>
        <p:txBody>
          <a:bodyPr wrap="square" lIns="0" tIns="0" rIns="0" bIns="0" rtlCol="0"/>
          <a:lstStyle/>
          <a:p>
            <a:endParaRPr>
              <a:solidFill>
                <a:prstClr val="black"/>
              </a:solidFill>
            </a:endParaRPr>
          </a:p>
        </p:txBody>
      </p:sp>
      <p:sp>
        <p:nvSpPr>
          <p:cNvPr id="226" name="bk object 226"/>
          <p:cNvSpPr/>
          <p:nvPr/>
        </p:nvSpPr>
        <p:spPr>
          <a:xfrm>
            <a:off x="58223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161B0"/>
          </a:solidFill>
        </p:spPr>
        <p:txBody>
          <a:bodyPr wrap="square" lIns="0" tIns="0" rIns="0" bIns="0" rtlCol="0"/>
          <a:lstStyle/>
          <a:p>
            <a:endParaRPr>
              <a:solidFill>
                <a:prstClr val="black"/>
              </a:solidFill>
            </a:endParaRPr>
          </a:p>
        </p:txBody>
      </p:sp>
      <p:sp>
        <p:nvSpPr>
          <p:cNvPr id="227" name="bk object 227"/>
          <p:cNvSpPr/>
          <p:nvPr/>
        </p:nvSpPr>
        <p:spPr>
          <a:xfrm>
            <a:off x="585660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6060B0"/>
          </a:solidFill>
        </p:spPr>
        <p:txBody>
          <a:bodyPr wrap="square" lIns="0" tIns="0" rIns="0" bIns="0" rtlCol="0"/>
          <a:lstStyle/>
          <a:p>
            <a:endParaRPr>
              <a:solidFill>
                <a:prstClr val="black"/>
              </a:solidFill>
            </a:endParaRPr>
          </a:p>
        </p:txBody>
      </p:sp>
      <p:sp>
        <p:nvSpPr>
          <p:cNvPr id="228" name="bk object 228"/>
          <p:cNvSpPr/>
          <p:nvPr/>
        </p:nvSpPr>
        <p:spPr>
          <a:xfrm>
            <a:off x="58908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5F5FAF"/>
          </a:solidFill>
        </p:spPr>
        <p:txBody>
          <a:bodyPr wrap="square" lIns="0" tIns="0" rIns="0" bIns="0" rtlCol="0"/>
          <a:lstStyle/>
          <a:p>
            <a:endParaRPr>
              <a:solidFill>
                <a:prstClr val="black"/>
              </a:solidFill>
            </a:endParaRPr>
          </a:p>
        </p:txBody>
      </p:sp>
      <p:sp>
        <p:nvSpPr>
          <p:cNvPr id="229" name="bk object 229"/>
          <p:cNvSpPr/>
          <p:nvPr/>
        </p:nvSpPr>
        <p:spPr>
          <a:xfrm>
            <a:off x="592518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5F5FAF"/>
          </a:solidFill>
        </p:spPr>
        <p:txBody>
          <a:bodyPr wrap="square" lIns="0" tIns="0" rIns="0" bIns="0" rtlCol="0"/>
          <a:lstStyle/>
          <a:p>
            <a:endParaRPr>
              <a:solidFill>
                <a:prstClr val="black"/>
              </a:solidFill>
            </a:endParaRPr>
          </a:p>
        </p:txBody>
      </p:sp>
      <p:sp>
        <p:nvSpPr>
          <p:cNvPr id="230" name="bk object 230"/>
          <p:cNvSpPr/>
          <p:nvPr/>
        </p:nvSpPr>
        <p:spPr>
          <a:xfrm>
            <a:off x="595820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E5EAE"/>
          </a:solidFill>
        </p:spPr>
        <p:txBody>
          <a:bodyPr wrap="square" lIns="0" tIns="0" rIns="0" bIns="0" rtlCol="0"/>
          <a:lstStyle/>
          <a:p>
            <a:endParaRPr>
              <a:solidFill>
                <a:prstClr val="black"/>
              </a:solidFill>
            </a:endParaRPr>
          </a:p>
        </p:txBody>
      </p:sp>
      <p:sp>
        <p:nvSpPr>
          <p:cNvPr id="231" name="bk object 231"/>
          <p:cNvSpPr/>
          <p:nvPr/>
        </p:nvSpPr>
        <p:spPr>
          <a:xfrm>
            <a:off x="59937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5D5DAE"/>
          </a:solidFill>
        </p:spPr>
        <p:txBody>
          <a:bodyPr wrap="square" lIns="0" tIns="0" rIns="0" bIns="0" rtlCol="0"/>
          <a:lstStyle/>
          <a:p>
            <a:endParaRPr>
              <a:solidFill>
                <a:prstClr val="black"/>
              </a:solidFill>
            </a:endParaRPr>
          </a:p>
        </p:txBody>
      </p:sp>
      <p:sp>
        <p:nvSpPr>
          <p:cNvPr id="232" name="bk object 232"/>
          <p:cNvSpPr/>
          <p:nvPr/>
        </p:nvSpPr>
        <p:spPr>
          <a:xfrm>
            <a:off x="602805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5C5CAD"/>
          </a:solidFill>
        </p:spPr>
        <p:txBody>
          <a:bodyPr wrap="square" lIns="0" tIns="0" rIns="0" bIns="0" rtlCol="0"/>
          <a:lstStyle/>
          <a:p>
            <a:endParaRPr>
              <a:solidFill>
                <a:prstClr val="black"/>
              </a:solidFill>
            </a:endParaRPr>
          </a:p>
        </p:txBody>
      </p:sp>
      <p:sp>
        <p:nvSpPr>
          <p:cNvPr id="233" name="bk object 233"/>
          <p:cNvSpPr/>
          <p:nvPr/>
        </p:nvSpPr>
        <p:spPr>
          <a:xfrm>
            <a:off x="60623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5B5BAD"/>
          </a:solidFill>
        </p:spPr>
        <p:txBody>
          <a:bodyPr wrap="square" lIns="0" tIns="0" rIns="0" bIns="0" rtlCol="0"/>
          <a:lstStyle/>
          <a:p>
            <a:endParaRPr>
              <a:solidFill>
                <a:prstClr val="black"/>
              </a:solidFill>
            </a:endParaRPr>
          </a:p>
        </p:txBody>
      </p:sp>
      <p:sp>
        <p:nvSpPr>
          <p:cNvPr id="234" name="bk object 234"/>
          <p:cNvSpPr/>
          <p:nvPr/>
        </p:nvSpPr>
        <p:spPr>
          <a:xfrm>
            <a:off x="60953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A5AAC"/>
          </a:solidFill>
        </p:spPr>
        <p:txBody>
          <a:bodyPr wrap="square" lIns="0" tIns="0" rIns="0" bIns="0" rtlCol="0"/>
          <a:lstStyle/>
          <a:p>
            <a:endParaRPr>
              <a:solidFill>
                <a:prstClr val="black"/>
              </a:solidFill>
            </a:endParaRPr>
          </a:p>
        </p:txBody>
      </p:sp>
      <p:sp>
        <p:nvSpPr>
          <p:cNvPr id="235" name="bk object 235"/>
          <p:cNvSpPr/>
          <p:nvPr/>
        </p:nvSpPr>
        <p:spPr>
          <a:xfrm>
            <a:off x="61296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959AC"/>
          </a:solidFill>
        </p:spPr>
        <p:txBody>
          <a:bodyPr wrap="square" lIns="0" tIns="0" rIns="0" bIns="0" rtlCol="0"/>
          <a:lstStyle/>
          <a:p>
            <a:endParaRPr>
              <a:solidFill>
                <a:prstClr val="black"/>
              </a:solidFill>
            </a:endParaRPr>
          </a:p>
        </p:txBody>
      </p:sp>
      <p:sp>
        <p:nvSpPr>
          <p:cNvPr id="236" name="bk object 236"/>
          <p:cNvSpPr/>
          <p:nvPr/>
        </p:nvSpPr>
        <p:spPr>
          <a:xfrm>
            <a:off x="61639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757AB"/>
          </a:solidFill>
        </p:spPr>
        <p:txBody>
          <a:bodyPr wrap="square" lIns="0" tIns="0" rIns="0" bIns="0" rtlCol="0"/>
          <a:lstStyle/>
          <a:p>
            <a:endParaRPr>
              <a:solidFill>
                <a:prstClr val="black"/>
              </a:solidFill>
            </a:endParaRPr>
          </a:p>
        </p:txBody>
      </p:sp>
      <p:sp>
        <p:nvSpPr>
          <p:cNvPr id="237" name="bk object 237"/>
          <p:cNvSpPr/>
          <p:nvPr/>
        </p:nvSpPr>
        <p:spPr>
          <a:xfrm>
            <a:off x="619823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656AB"/>
          </a:solidFill>
        </p:spPr>
        <p:txBody>
          <a:bodyPr wrap="square" lIns="0" tIns="0" rIns="0" bIns="0" rtlCol="0"/>
          <a:lstStyle/>
          <a:p>
            <a:endParaRPr>
              <a:solidFill>
                <a:prstClr val="black"/>
              </a:solidFill>
            </a:endParaRPr>
          </a:p>
        </p:txBody>
      </p:sp>
      <p:sp>
        <p:nvSpPr>
          <p:cNvPr id="238" name="bk object 238"/>
          <p:cNvSpPr/>
          <p:nvPr/>
        </p:nvSpPr>
        <p:spPr>
          <a:xfrm>
            <a:off x="62325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555AA"/>
          </a:solidFill>
        </p:spPr>
        <p:txBody>
          <a:bodyPr wrap="square" lIns="0" tIns="0" rIns="0" bIns="0" rtlCol="0"/>
          <a:lstStyle/>
          <a:p>
            <a:endParaRPr>
              <a:solidFill>
                <a:prstClr val="black"/>
              </a:solidFill>
            </a:endParaRPr>
          </a:p>
        </p:txBody>
      </p:sp>
      <p:sp>
        <p:nvSpPr>
          <p:cNvPr id="239" name="bk object 239"/>
          <p:cNvSpPr/>
          <p:nvPr/>
        </p:nvSpPr>
        <p:spPr>
          <a:xfrm>
            <a:off x="62668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454AA"/>
          </a:solidFill>
        </p:spPr>
        <p:txBody>
          <a:bodyPr wrap="square" lIns="0" tIns="0" rIns="0" bIns="0" rtlCol="0"/>
          <a:lstStyle/>
          <a:p>
            <a:endParaRPr>
              <a:solidFill>
                <a:prstClr val="black"/>
              </a:solidFill>
            </a:endParaRPr>
          </a:p>
        </p:txBody>
      </p:sp>
      <p:sp>
        <p:nvSpPr>
          <p:cNvPr id="240" name="bk object 240"/>
          <p:cNvSpPr/>
          <p:nvPr/>
        </p:nvSpPr>
        <p:spPr>
          <a:xfrm>
            <a:off x="630110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353A9"/>
          </a:solidFill>
        </p:spPr>
        <p:txBody>
          <a:bodyPr wrap="square" lIns="0" tIns="0" rIns="0" bIns="0" rtlCol="0"/>
          <a:lstStyle/>
          <a:p>
            <a:endParaRPr>
              <a:solidFill>
                <a:prstClr val="black"/>
              </a:solidFill>
            </a:endParaRPr>
          </a:p>
        </p:txBody>
      </p:sp>
      <p:sp>
        <p:nvSpPr>
          <p:cNvPr id="241" name="bk object 241"/>
          <p:cNvSpPr/>
          <p:nvPr/>
        </p:nvSpPr>
        <p:spPr>
          <a:xfrm>
            <a:off x="63353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252A9"/>
          </a:solidFill>
        </p:spPr>
        <p:txBody>
          <a:bodyPr wrap="square" lIns="0" tIns="0" rIns="0" bIns="0" rtlCol="0"/>
          <a:lstStyle/>
          <a:p>
            <a:endParaRPr>
              <a:solidFill>
                <a:prstClr val="black"/>
              </a:solidFill>
            </a:endParaRPr>
          </a:p>
        </p:txBody>
      </p:sp>
      <p:sp>
        <p:nvSpPr>
          <p:cNvPr id="242" name="bk object 242"/>
          <p:cNvSpPr/>
          <p:nvPr/>
        </p:nvSpPr>
        <p:spPr>
          <a:xfrm>
            <a:off x="636968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151A8"/>
          </a:solidFill>
        </p:spPr>
        <p:txBody>
          <a:bodyPr wrap="square" lIns="0" tIns="0" rIns="0" bIns="0" rtlCol="0"/>
          <a:lstStyle/>
          <a:p>
            <a:endParaRPr>
              <a:solidFill>
                <a:prstClr val="black"/>
              </a:solidFill>
            </a:endParaRPr>
          </a:p>
        </p:txBody>
      </p:sp>
      <p:sp>
        <p:nvSpPr>
          <p:cNvPr id="243" name="bk object 243"/>
          <p:cNvSpPr/>
          <p:nvPr/>
        </p:nvSpPr>
        <p:spPr>
          <a:xfrm>
            <a:off x="64039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5050A8"/>
          </a:solidFill>
        </p:spPr>
        <p:txBody>
          <a:bodyPr wrap="square" lIns="0" tIns="0" rIns="0" bIns="0" rtlCol="0"/>
          <a:lstStyle/>
          <a:p>
            <a:endParaRPr>
              <a:solidFill>
                <a:prstClr val="black"/>
              </a:solidFill>
            </a:endParaRPr>
          </a:p>
        </p:txBody>
      </p:sp>
      <p:sp>
        <p:nvSpPr>
          <p:cNvPr id="244" name="bk object 244"/>
          <p:cNvSpPr/>
          <p:nvPr/>
        </p:nvSpPr>
        <p:spPr>
          <a:xfrm>
            <a:off x="64382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4F4FA7"/>
          </a:solidFill>
        </p:spPr>
        <p:txBody>
          <a:bodyPr wrap="square" lIns="0" tIns="0" rIns="0" bIns="0" rtlCol="0"/>
          <a:lstStyle/>
          <a:p>
            <a:endParaRPr>
              <a:solidFill>
                <a:prstClr val="black"/>
              </a:solidFill>
            </a:endParaRPr>
          </a:p>
        </p:txBody>
      </p:sp>
      <p:sp>
        <p:nvSpPr>
          <p:cNvPr id="245" name="bk object 245"/>
          <p:cNvSpPr/>
          <p:nvPr/>
        </p:nvSpPr>
        <p:spPr>
          <a:xfrm>
            <a:off x="647255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4F4FA7"/>
          </a:solidFill>
        </p:spPr>
        <p:txBody>
          <a:bodyPr wrap="square" lIns="0" tIns="0" rIns="0" bIns="0" rtlCol="0"/>
          <a:lstStyle/>
          <a:p>
            <a:endParaRPr>
              <a:solidFill>
                <a:prstClr val="black"/>
              </a:solidFill>
            </a:endParaRPr>
          </a:p>
        </p:txBody>
      </p:sp>
      <p:sp>
        <p:nvSpPr>
          <p:cNvPr id="246" name="bk object 246"/>
          <p:cNvSpPr/>
          <p:nvPr/>
        </p:nvSpPr>
        <p:spPr>
          <a:xfrm>
            <a:off x="65068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4E4EA6"/>
          </a:solidFill>
        </p:spPr>
        <p:txBody>
          <a:bodyPr wrap="square" lIns="0" tIns="0" rIns="0" bIns="0" rtlCol="0"/>
          <a:lstStyle/>
          <a:p>
            <a:endParaRPr>
              <a:solidFill>
                <a:prstClr val="black"/>
              </a:solidFill>
            </a:endParaRPr>
          </a:p>
        </p:txBody>
      </p:sp>
      <p:sp>
        <p:nvSpPr>
          <p:cNvPr id="247" name="bk object 247"/>
          <p:cNvSpPr/>
          <p:nvPr/>
        </p:nvSpPr>
        <p:spPr>
          <a:xfrm>
            <a:off x="654113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4D4DA6"/>
          </a:solidFill>
        </p:spPr>
        <p:txBody>
          <a:bodyPr wrap="square" lIns="0" tIns="0" rIns="0" bIns="0" rtlCol="0"/>
          <a:lstStyle/>
          <a:p>
            <a:endParaRPr>
              <a:solidFill>
                <a:prstClr val="black"/>
              </a:solidFill>
            </a:endParaRPr>
          </a:p>
        </p:txBody>
      </p:sp>
      <p:sp>
        <p:nvSpPr>
          <p:cNvPr id="248" name="bk object 248"/>
          <p:cNvSpPr/>
          <p:nvPr/>
        </p:nvSpPr>
        <p:spPr>
          <a:xfrm>
            <a:off x="65754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4C4CA5"/>
          </a:solidFill>
        </p:spPr>
        <p:txBody>
          <a:bodyPr wrap="square" lIns="0" tIns="0" rIns="0" bIns="0" rtlCol="0"/>
          <a:lstStyle/>
          <a:p>
            <a:endParaRPr>
              <a:solidFill>
                <a:prstClr val="black"/>
              </a:solidFill>
            </a:endParaRPr>
          </a:p>
        </p:txBody>
      </p:sp>
      <p:sp>
        <p:nvSpPr>
          <p:cNvPr id="249" name="bk object 249"/>
          <p:cNvSpPr/>
          <p:nvPr/>
        </p:nvSpPr>
        <p:spPr>
          <a:xfrm>
            <a:off x="66097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B4BA5"/>
          </a:solidFill>
        </p:spPr>
        <p:txBody>
          <a:bodyPr wrap="square" lIns="0" tIns="0" rIns="0" bIns="0" rtlCol="0"/>
          <a:lstStyle/>
          <a:p>
            <a:endParaRPr>
              <a:solidFill>
                <a:prstClr val="black"/>
              </a:solidFill>
            </a:endParaRPr>
          </a:p>
        </p:txBody>
      </p:sp>
      <p:sp>
        <p:nvSpPr>
          <p:cNvPr id="250" name="bk object 250"/>
          <p:cNvSpPr/>
          <p:nvPr/>
        </p:nvSpPr>
        <p:spPr>
          <a:xfrm>
            <a:off x="66440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A4AA4"/>
          </a:solidFill>
        </p:spPr>
        <p:txBody>
          <a:bodyPr wrap="square" lIns="0" tIns="0" rIns="0" bIns="0" rtlCol="0"/>
          <a:lstStyle/>
          <a:p>
            <a:endParaRPr>
              <a:solidFill>
                <a:prstClr val="black"/>
              </a:solidFill>
            </a:endParaRPr>
          </a:p>
        </p:txBody>
      </p:sp>
      <p:sp>
        <p:nvSpPr>
          <p:cNvPr id="251" name="bk object 251"/>
          <p:cNvSpPr/>
          <p:nvPr/>
        </p:nvSpPr>
        <p:spPr>
          <a:xfrm>
            <a:off x="66782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949A4"/>
          </a:solidFill>
        </p:spPr>
        <p:txBody>
          <a:bodyPr wrap="square" lIns="0" tIns="0" rIns="0" bIns="0" rtlCol="0"/>
          <a:lstStyle/>
          <a:p>
            <a:endParaRPr>
              <a:solidFill>
                <a:prstClr val="black"/>
              </a:solidFill>
            </a:endParaRPr>
          </a:p>
        </p:txBody>
      </p:sp>
      <p:sp>
        <p:nvSpPr>
          <p:cNvPr id="252" name="bk object 252"/>
          <p:cNvSpPr/>
          <p:nvPr/>
        </p:nvSpPr>
        <p:spPr>
          <a:xfrm>
            <a:off x="671258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848A3"/>
          </a:solidFill>
        </p:spPr>
        <p:txBody>
          <a:bodyPr wrap="square" lIns="0" tIns="0" rIns="0" bIns="0" rtlCol="0"/>
          <a:lstStyle/>
          <a:p>
            <a:endParaRPr>
              <a:solidFill>
                <a:prstClr val="black"/>
              </a:solidFill>
            </a:endParaRPr>
          </a:p>
        </p:txBody>
      </p:sp>
      <p:sp>
        <p:nvSpPr>
          <p:cNvPr id="253" name="bk object 253"/>
          <p:cNvSpPr/>
          <p:nvPr/>
        </p:nvSpPr>
        <p:spPr>
          <a:xfrm>
            <a:off x="67468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646A3"/>
          </a:solidFill>
        </p:spPr>
        <p:txBody>
          <a:bodyPr wrap="square" lIns="0" tIns="0" rIns="0" bIns="0" rtlCol="0"/>
          <a:lstStyle/>
          <a:p>
            <a:endParaRPr>
              <a:solidFill>
                <a:prstClr val="black"/>
              </a:solidFill>
            </a:endParaRPr>
          </a:p>
        </p:txBody>
      </p:sp>
      <p:sp>
        <p:nvSpPr>
          <p:cNvPr id="254" name="bk object 254"/>
          <p:cNvSpPr/>
          <p:nvPr/>
        </p:nvSpPr>
        <p:spPr>
          <a:xfrm>
            <a:off x="67811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545A2"/>
          </a:solidFill>
        </p:spPr>
        <p:txBody>
          <a:bodyPr wrap="square" lIns="0" tIns="0" rIns="0" bIns="0" rtlCol="0"/>
          <a:lstStyle/>
          <a:p>
            <a:endParaRPr>
              <a:solidFill>
                <a:prstClr val="black"/>
              </a:solidFill>
            </a:endParaRPr>
          </a:p>
        </p:txBody>
      </p:sp>
      <p:sp>
        <p:nvSpPr>
          <p:cNvPr id="255" name="bk object 255"/>
          <p:cNvSpPr/>
          <p:nvPr/>
        </p:nvSpPr>
        <p:spPr>
          <a:xfrm>
            <a:off x="68154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444A2"/>
          </a:solidFill>
        </p:spPr>
        <p:txBody>
          <a:bodyPr wrap="square" lIns="0" tIns="0" rIns="0" bIns="0" rtlCol="0"/>
          <a:lstStyle/>
          <a:p>
            <a:endParaRPr>
              <a:solidFill>
                <a:prstClr val="black"/>
              </a:solidFill>
            </a:endParaRPr>
          </a:p>
        </p:txBody>
      </p:sp>
      <p:sp>
        <p:nvSpPr>
          <p:cNvPr id="256" name="bk object 256"/>
          <p:cNvSpPr/>
          <p:nvPr/>
        </p:nvSpPr>
        <p:spPr>
          <a:xfrm>
            <a:off x="68497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343A1"/>
          </a:solidFill>
        </p:spPr>
        <p:txBody>
          <a:bodyPr wrap="square" lIns="0" tIns="0" rIns="0" bIns="0" rtlCol="0"/>
          <a:lstStyle/>
          <a:p>
            <a:endParaRPr>
              <a:solidFill>
                <a:prstClr val="black"/>
              </a:solidFill>
            </a:endParaRPr>
          </a:p>
        </p:txBody>
      </p:sp>
      <p:sp>
        <p:nvSpPr>
          <p:cNvPr id="257" name="bk object 257"/>
          <p:cNvSpPr/>
          <p:nvPr/>
        </p:nvSpPr>
        <p:spPr>
          <a:xfrm>
            <a:off x="688403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242A1"/>
          </a:solidFill>
        </p:spPr>
        <p:txBody>
          <a:bodyPr wrap="square" lIns="0" tIns="0" rIns="0" bIns="0" rtlCol="0"/>
          <a:lstStyle/>
          <a:p>
            <a:endParaRPr>
              <a:solidFill>
                <a:prstClr val="black"/>
              </a:solidFill>
            </a:endParaRPr>
          </a:p>
        </p:txBody>
      </p:sp>
      <p:sp>
        <p:nvSpPr>
          <p:cNvPr id="258" name="bk object 258"/>
          <p:cNvSpPr/>
          <p:nvPr/>
        </p:nvSpPr>
        <p:spPr>
          <a:xfrm>
            <a:off x="69183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141A0"/>
          </a:solidFill>
        </p:spPr>
        <p:txBody>
          <a:bodyPr wrap="square" lIns="0" tIns="0" rIns="0" bIns="0" rtlCol="0"/>
          <a:lstStyle/>
          <a:p>
            <a:endParaRPr>
              <a:solidFill>
                <a:prstClr val="black"/>
              </a:solidFill>
            </a:endParaRPr>
          </a:p>
        </p:txBody>
      </p:sp>
      <p:sp>
        <p:nvSpPr>
          <p:cNvPr id="259" name="bk object 259"/>
          <p:cNvSpPr/>
          <p:nvPr/>
        </p:nvSpPr>
        <p:spPr>
          <a:xfrm>
            <a:off x="69526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4040A0"/>
          </a:solidFill>
        </p:spPr>
        <p:txBody>
          <a:bodyPr wrap="square" lIns="0" tIns="0" rIns="0" bIns="0" rtlCol="0"/>
          <a:lstStyle/>
          <a:p>
            <a:endParaRPr>
              <a:solidFill>
                <a:prstClr val="black"/>
              </a:solidFill>
            </a:endParaRPr>
          </a:p>
        </p:txBody>
      </p:sp>
      <p:sp>
        <p:nvSpPr>
          <p:cNvPr id="260" name="bk object 260"/>
          <p:cNvSpPr/>
          <p:nvPr/>
        </p:nvSpPr>
        <p:spPr>
          <a:xfrm>
            <a:off x="698563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F3F9F"/>
          </a:solidFill>
        </p:spPr>
        <p:txBody>
          <a:bodyPr wrap="square" lIns="0" tIns="0" rIns="0" bIns="0" rtlCol="0"/>
          <a:lstStyle/>
          <a:p>
            <a:endParaRPr>
              <a:solidFill>
                <a:prstClr val="black"/>
              </a:solidFill>
            </a:endParaRPr>
          </a:p>
        </p:txBody>
      </p:sp>
      <p:sp>
        <p:nvSpPr>
          <p:cNvPr id="261" name="bk object 261"/>
          <p:cNvSpPr/>
          <p:nvPr/>
        </p:nvSpPr>
        <p:spPr>
          <a:xfrm>
            <a:off x="70199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F3F9F"/>
          </a:solidFill>
        </p:spPr>
        <p:txBody>
          <a:bodyPr wrap="square" lIns="0" tIns="0" rIns="0" bIns="0" rtlCol="0"/>
          <a:lstStyle/>
          <a:p>
            <a:endParaRPr>
              <a:solidFill>
                <a:prstClr val="black"/>
              </a:solidFill>
            </a:endParaRPr>
          </a:p>
        </p:txBody>
      </p:sp>
      <p:sp>
        <p:nvSpPr>
          <p:cNvPr id="262" name="bk object 262"/>
          <p:cNvSpPr/>
          <p:nvPr/>
        </p:nvSpPr>
        <p:spPr>
          <a:xfrm>
            <a:off x="705548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3E3E9E"/>
          </a:solidFill>
        </p:spPr>
        <p:txBody>
          <a:bodyPr wrap="square" lIns="0" tIns="0" rIns="0" bIns="0" rtlCol="0"/>
          <a:lstStyle/>
          <a:p>
            <a:endParaRPr>
              <a:solidFill>
                <a:prstClr val="black"/>
              </a:solidFill>
            </a:endParaRPr>
          </a:p>
        </p:txBody>
      </p:sp>
      <p:sp>
        <p:nvSpPr>
          <p:cNvPr id="263" name="bk object 263"/>
          <p:cNvSpPr/>
          <p:nvPr/>
        </p:nvSpPr>
        <p:spPr>
          <a:xfrm>
            <a:off x="70897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3D3D9E"/>
          </a:solidFill>
        </p:spPr>
        <p:txBody>
          <a:bodyPr wrap="square" lIns="0" tIns="0" rIns="0" bIns="0" rtlCol="0"/>
          <a:lstStyle/>
          <a:p>
            <a:endParaRPr>
              <a:solidFill>
                <a:prstClr val="black"/>
              </a:solidFill>
            </a:endParaRPr>
          </a:p>
        </p:txBody>
      </p:sp>
      <p:sp>
        <p:nvSpPr>
          <p:cNvPr id="264" name="bk object 264"/>
          <p:cNvSpPr/>
          <p:nvPr/>
        </p:nvSpPr>
        <p:spPr>
          <a:xfrm>
            <a:off x="71227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C3C9D"/>
          </a:solidFill>
        </p:spPr>
        <p:txBody>
          <a:bodyPr wrap="square" lIns="0" tIns="0" rIns="0" bIns="0" rtlCol="0"/>
          <a:lstStyle/>
          <a:p>
            <a:endParaRPr>
              <a:solidFill>
                <a:prstClr val="black"/>
              </a:solidFill>
            </a:endParaRPr>
          </a:p>
        </p:txBody>
      </p:sp>
      <p:sp>
        <p:nvSpPr>
          <p:cNvPr id="265" name="bk object 265"/>
          <p:cNvSpPr/>
          <p:nvPr/>
        </p:nvSpPr>
        <p:spPr>
          <a:xfrm>
            <a:off x="715708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B3B9D"/>
          </a:solidFill>
        </p:spPr>
        <p:txBody>
          <a:bodyPr wrap="square" lIns="0" tIns="0" rIns="0" bIns="0" rtlCol="0"/>
          <a:lstStyle/>
          <a:p>
            <a:endParaRPr>
              <a:solidFill>
                <a:prstClr val="black"/>
              </a:solidFill>
            </a:endParaRPr>
          </a:p>
        </p:txBody>
      </p:sp>
      <p:sp>
        <p:nvSpPr>
          <p:cNvPr id="266" name="bk object 266"/>
          <p:cNvSpPr/>
          <p:nvPr/>
        </p:nvSpPr>
        <p:spPr>
          <a:xfrm>
            <a:off x="71913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A3A9C"/>
          </a:solidFill>
        </p:spPr>
        <p:txBody>
          <a:bodyPr wrap="square" lIns="0" tIns="0" rIns="0" bIns="0" rtlCol="0"/>
          <a:lstStyle/>
          <a:p>
            <a:endParaRPr>
              <a:solidFill>
                <a:prstClr val="black"/>
              </a:solidFill>
            </a:endParaRPr>
          </a:p>
        </p:txBody>
      </p:sp>
      <p:sp>
        <p:nvSpPr>
          <p:cNvPr id="267" name="bk object 267"/>
          <p:cNvSpPr/>
          <p:nvPr/>
        </p:nvSpPr>
        <p:spPr>
          <a:xfrm>
            <a:off x="72256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9399C"/>
          </a:solidFill>
        </p:spPr>
        <p:txBody>
          <a:bodyPr wrap="square" lIns="0" tIns="0" rIns="0" bIns="0" rtlCol="0"/>
          <a:lstStyle/>
          <a:p>
            <a:endParaRPr>
              <a:solidFill>
                <a:prstClr val="black"/>
              </a:solidFill>
            </a:endParaRPr>
          </a:p>
        </p:txBody>
      </p:sp>
      <p:sp>
        <p:nvSpPr>
          <p:cNvPr id="268" name="bk object 268"/>
          <p:cNvSpPr/>
          <p:nvPr/>
        </p:nvSpPr>
        <p:spPr>
          <a:xfrm>
            <a:off x="725995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7379B"/>
          </a:solidFill>
        </p:spPr>
        <p:txBody>
          <a:bodyPr wrap="square" lIns="0" tIns="0" rIns="0" bIns="0" rtlCol="0"/>
          <a:lstStyle/>
          <a:p>
            <a:endParaRPr>
              <a:solidFill>
                <a:prstClr val="black"/>
              </a:solidFill>
            </a:endParaRPr>
          </a:p>
        </p:txBody>
      </p:sp>
      <p:sp>
        <p:nvSpPr>
          <p:cNvPr id="269" name="bk object 269"/>
          <p:cNvSpPr/>
          <p:nvPr/>
        </p:nvSpPr>
        <p:spPr>
          <a:xfrm>
            <a:off x="72942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6369B"/>
          </a:solidFill>
        </p:spPr>
        <p:txBody>
          <a:bodyPr wrap="square" lIns="0" tIns="0" rIns="0" bIns="0" rtlCol="0"/>
          <a:lstStyle/>
          <a:p>
            <a:endParaRPr>
              <a:solidFill>
                <a:prstClr val="black"/>
              </a:solidFill>
            </a:endParaRPr>
          </a:p>
        </p:txBody>
      </p:sp>
      <p:sp>
        <p:nvSpPr>
          <p:cNvPr id="270" name="bk object 270"/>
          <p:cNvSpPr/>
          <p:nvPr/>
        </p:nvSpPr>
        <p:spPr>
          <a:xfrm>
            <a:off x="732853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5359A"/>
          </a:solidFill>
        </p:spPr>
        <p:txBody>
          <a:bodyPr wrap="square" lIns="0" tIns="0" rIns="0" bIns="0" rtlCol="0"/>
          <a:lstStyle/>
          <a:p>
            <a:endParaRPr>
              <a:solidFill>
                <a:prstClr val="black"/>
              </a:solidFill>
            </a:endParaRPr>
          </a:p>
        </p:txBody>
      </p:sp>
      <p:sp>
        <p:nvSpPr>
          <p:cNvPr id="271" name="bk object 271"/>
          <p:cNvSpPr/>
          <p:nvPr/>
        </p:nvSpPr>
        <p:spPr>
          <a:xfrm>
            <a:off x="73628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4349A"/>
          </a:solidFill>
        </p:spPr>
        <p:txBody>
          <a:bodyPr wrap="square" lIns="0" tIns="0" rIns="0" bIns="0" rtlCol="0"/>
          <a:lstStyle/>
          <a:p>
            <a:endParaRPr>
              <a:solidFill>
                <a:prstClr val="black"/>
              </a:solidFill>
            </a:endParaRPr>
          </a:p>
        </p:txBody>
      </p:sp>
      <p:sp>
        <p:nvSpPr>
          <p:cNvPr id="272" name="bk object 272"/>
          <p:cNvSpPr/>
          <p:nvPr/>
        </p:nvSpPr>
        <p:spPr>
          <a:xfrm>
            <a:off x="73971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33399"/>
          </a:solidFill>
        </p:spPr>
        <p:txBody>
          <a:bodyPr wrap="square" lIns="0" tIns="0" rIns="0" bIns="0" rtlCol="0"/>
          <a:lstStyle/>
          <a:p>
            <a:endParaRPr>
              <a:solidFill>
                <a:prstClr val="black"/>
              </a:solidFill>
            </a:endParaRPr>
          </a:p>
        </p:txBody>
      </p:sp>
      <p:sp>
        <p:nvSpPr>
          <p:cNvPr id="273" name="bk object 273"/>
          <p:cNvSpPr/>
          <p:nvPr/>
        </p:nvSpPr>
        <p:spPr>
          <a:xfrm>
            <a:off x="743140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23299"/>
          </a:solidFill>
        </p:spPr>
        <p:txBody>
          <a:bodyPr wrap="square" lIns="0" tIns="0" rIns="0" bIns="0" rtlCol="0"/>
          <a:lstStyle/>
          <a:p>
            <a:endParaRPr>
              <a:solidFill>
                <a:prstClr val="black"/>
              </a:solidFill>
            </a:endParaRPr>
          </a:p>
        </p:txBody>
      </p:sp>
      <p:sp>
        <p:nvSpPr>
          <p:cNvPr id="274" name="bk object 274"/>
          <p:cNvSpPr/>
          <p:nvPr/>
        </p:nvSpPr>
        <p:spPr>
          <a:xfrm>
            <a:off x="74656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313198"/>
          </a:solidFill>
        </p:spPr>
        <p:txBody>
          <a:bodyPr wrap="square" lIns="0" tIns="0" rIns="0" bIns="0" rtlCol="0"/>
          <a:lstStyle/>
          <a:p>
            <a:endParaRPr>
              <a:solidFill>
                <a:prstClr val="black"/>
              </a:solidFill>
            </a:endParaRPr>
          </a:p>
        </p:txBody>
      </p:sp>
      <p:sp>
        <p:nvSpPr>
          <p:cNvPr id="275" name="bk object 275"/>
          <p:cNvSpPr/>
          <p:nvPr/>
        </p:nvSpPr>
        <p:spPr>
          <a:xfrm>
            <a:off x="749998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303098"/>
          </a:solidFill>
        </p:spPr>
        <p:txBody>
          <a:bodyPr wrap="square" lIns="0" tIns="0" rIns="0" bIns="0" rtlCol="0"/>
          <a:lstStyle/>
          <a:p>
            <a:endParaRPr>
              <a:solidFill>
                <a:prstClr val="black"/>
              </a:solidFill>
            </a:endParaRPr>
          </a:p>
        </p:txBody>
      </p:sp>
      <p:sp>
        <p:nvSpPr>
          <p:cNvPr id="276" name="bk object 276"/>
          <p:cNvSpPr/>
          <p:nvPr/>
        </p:nvSpPr>
        <p:spPr>
          <a:xfrm>
            <a:off x="75342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2F2F97"/>
          </a:solidFill>
        </p:spPr>
        <p:txBody>
          <a:bodyPr wrap="square" lIns="0" tIns="0" rIns="0" bIns="0" rtlCol="0"/>
          <a:lstStyle/>
          <a:p>
            <a:endParaRPr>
              <a:solidFill>
                <a:prstClr val="black"/>
              </a:solidFill>
            </a:endParaRPr>
          </a:p>
        </p:txBody>
      </p:sp>
      <p:sp>
        <p:nvSpPr>
          <p:cNvPr id="277" name="bk object 277"/>
          <p:cNvSpPr/>
          <p:nvPr/>
        </p:nvSpPr>
        <p:spPr>
          <a:xfrm>
            <a:off x="75685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2F2F97"/>
          </a:solidFill>
        </p:spPr>
        <p:txBody>
          <a:bodyPr wrap="square" lIns="0" tIns="0" rIns="0" bIns="0" rtlCol="0"/>
          <a:lstStyle/>
          <a:p>
            <a:endParaRPr>
              <a:solidFill>
                <a:prstClr val="black"/>
              </a:solidFill>
            </a:endParaRPr>
          </a:p>
        </p:txBody>
      </p:sp>
      <p:sp>
        <p:nvSpPr>
          <p:cNvPr id="278" name="bk object 278"/>
          <p:cNvSpPr/>
          <p:nvPr/>
        </p:nvSpPr>
        <p:spPr>
          <a:xfrm>
            <a:off x="760285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2E2E96"/>
          </a:solidFill>
        </p:spPr>
        <p:txBody>
          <a:bodyPr wrap="square" lIns="0" tIns="0" rIns="0" bIns="0" rtlCol="0"/>
          <a:lstStyle/>
          <a:p>
            <a:endParaRPr>
              <a:solidFill>
                <a:prstClr val="black"/>
              </a:solidFill>
            </a:endParaRPr>
          </a:p>
        </p:txBody>
      </p:sp>
      <p:sp>
        <p:nvSpPr>
          <p:cNvPr id="279" name="bk object 279"/>
          <p:cNvSpPr/>
          <p:nvPr/>
        </p:nvSpPr>
        <p:spPr>
          <a:xfrm>
            <a:off x="76371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D2D96"/>
          </a:solidFill>
        </p:spPr>
        <p:txBody>
          <a:bodyPr wrap="square" lIns="0" tIns="0" rIns="0" bIns="0" rtlCol="0"/>
          <a:lstStyle/>
          <a:p>
            <a:endParaRPr>
              <a:solidFill>
                <a:prstClr val="black"/>
              </a:solidFill>
            </a:endParaRPr>
          </a:p>
        </p:txBody>
      </p:sp>
      <p:sp>
        <p:nvSpPr>
          <p:cNvPr id="280" name="bk object 280"/>
          <p:cNvSpPr/>
          <p:nvPr/>
        </p:nvSpPr>
        <p:spPr>
          <a:xfrm>
            <a:off x="767143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C2C95"/>
          </a:solidFill>
        </p:spPr>
        <p:txBody>
          <a:bodyPr wrap="square" lIns="0" tIns="0" rIns="0" bIns="0" rtlCol="0"/>
          <a:lstStyle/>
          <a:p>
            <a:endParaRPr>
              <a:solidFill>
                <a:prstClr val="black"/>
              </a:solidFill>
            </a:endParaRPr>
          </a:p>
        </p:txBody>
      </p:sp>
      <p:sp>
        <p:nvSpPr>
          <p:cNvPr id="281" name="bk object 281"/>
          <p:cNvSpPr/>
          <p:nvPr/>
        </p:nvSpPr>
        <p:spPr>
          <a:xfrm>
            <a:off x="77057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B2B95"/>
          </a:solidFill>
        </p:spPr>
        <p:txBody>
          <a:bodyPr wrap="square" lIns="0" tIns="0" rIns="0" bIns="0" rtlCol="0"/>
          <a:lstStyle/>
          <a:p>
            <a:endParaRPr>
              <a:solidFill>
                <a:prstClr val="black"/>
              </a:solidFill>
            </a:endParaRPr>
          </a:p>
        </p:txBody>
      </p:sp>
      <p:sp>
        <p:nvSpPr>
          <p:cNvPr id="282" name="bk object 282"/>
          <p:cNvSpPr/>
          <p:nvPr/>
        </p:nvSpPr>
        <p:spPr>
          <a:xfrm>
            <a:off x="77400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A2A94"/>
          </a:solidFill>
        </p:spPr>
        <p:txBody>
          <a:bodyPr wrap="square" lIns="0" tIns="0" rIns="0" bIns="0" rtlCol="0"/>
          <a:lstStyle/>
          <a:p>
            <a:endParaRPr>
              <a:solidFill>
                <a:prstClr val="black"/>
              </a:solidFill>
            </a:endParaRPr>
          </a:p>
        </p:txBody>
      </p:sp>
      <p:sp>
        <p:nvSpPr>
          <p:cNvPr id="283" name="bk object 283"/>
          <p:cNvSpPr/>
          <p:nvPr/>
        </p:nvSpPr>
        <p:spPr>
          <a:xfrm>
            <a:off x="77743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92994"/>
          </a:solidFill>
        </p:spPr>
        <p:txBody>
          <a:bodyPr wrap="square" lIns="0" tIns="0" rIns="0" bIns="0" rtlCol="0"/>
          <a:lstStyle/>
          <a:p>
            <a:endParaRPr>
              <a:solidFill>
                <a:prstClr val="black"/>
              </a:solidFill>
            </a:endParaRPr>
          </a:p>
        </p:txBody>
      </p:sp>
      <p:sp>
        <p:nvSpPr>
          <p:cNvPr id="284" name="bk object 284"/>
          <p:cNvSpPr/>
          <p:nvPr/>
        </p:nvSpPr>
        <p:spPr>
          <a:xfrm>
            <a:off x="78085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72793"/>
          </a:solidFill>
        </p:spPr>
        <p:txBody>
          <a:bodyPr wrap="square" lIns="0" tIns="0" rIns="0" bIns="0" rtlCol="0"/>
          <a:lstStyle/>
          <a:p>
            <a:endParaRPr>
              <a:solidFill>
                <a:prstClr val="black"/>
              </a:solidFill>
            </a:endParaRPr>
          </a:p>
        </p:txBody>
      </p:sp>
      <p:sp>
        <p:nvSpPr>
          <p:cNvPr id="285" name="bk object 285"/>
          <p:cNvSpPr/>
          <p:nvPr/>
        </p:nvSpPr>
        <p:spPr>
          <a:xfrm>
            <a:off x="784288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62693"/>
          </a:solidFill>
        </p:spPr>
        <p:txBody>
          <a:bodyPr wrap="square" lIns="0" tIns="0" rIns="0" bIns="0" rtlCol="0"/>
          <a:lstStyle/>
          <a:p>
            <a:endParaRPr>
              <a:solidFill>
                <a:prstClr val="black"/>
              </a:solidFill>
            </a:endParaRPr>
          </a:p>
        </p:txBody>
      </p:sp>
      <p:sp>
        <p:nvSpPr>
          <p:cNvPr id="286" name="bk object 286"/>
          <p:cNvSpPr/>
          <p:nvPr/>
        </p:nvSpPr>
        <p:spPr>
          <a:xfrm>
            <a:off x="78771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52592"/>
          </a:solidFill>
        </p:spPr>
        <p:txBody>
          <a:bodyPr wrap="square" lIns="0" tIns="0" rIns="0" bIns="0" rtlCol="0"/>
          <a:lstStyle/>
          <a:p>
            <a:endParaRPr>
              <a:solidFill>
                <a:prstClr val="black"/>
              </a:solidFill>
            </a:endParaRPr>
          </a:p>
        </p:txBody>
      </p:sp>
      <p:sp>
        <p:nvSpPr>
          <p:cNvPr id="287" name="bk object 287"/>
          <p:cNvSpPr/>
          <p:nvPr/>
        </p:nvSpPr>
        <p:spPr>
          <a:xfrm>
            <a:off x="79114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42492"/>
          </a:solidFill>
        </p:spPr>
        <p:txBody>
          <a:bodyPr wrap="square" lIns="0" tIns="0" rIns="0" bIns="0" rtlCol="0"/>
          <a:lstStyle/>
          <a:p>
            <a:endParaRPr>
              <a:solidFill>
                <a:prstClr val="black"/>
              </a:solidFill>
            </a:endParaRPr>
          </a:p>
        </p:txBody>
      </p:sp>
      <p:sp>
        <p:nvSpPr>
          <p:cNvPr id="288" name="bk object 288"/>
          <p:cNvSpPr/>
          <p:nvPr/>
        </p:nvSpPr>
        <p:spPr>
          <a:xfrm>
            <a:off x="79457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32391"/>
          </a:solidFill>
        </p:spPr>
        <p:txBody>
          <a:bodyPr wrap="square" lIns="0" tIns="0" rIns="0" bIns="0" rtlCol="0"/>
          <a:lstStyle/>
          <a:p>
            <a:endParaRPr>
              <a:solidFill>
                <a:prstClr val="black"/>
              </a:solidFill>
            </a:endParaRPr>
          </a:p>
        </p:txBody>
      </p:sp>
      <p:sp>
        <p:nvSpPr>
          <p:cNvPr id="289" name="bk object 289"/>
          <p:cNvSpPr/>
          <p:nvPr/>
        </p:nvSpPr>
        <p:spPr>
          <a:xfrm>
            <a:off x="79800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222291"/>
          </a:solidFill>
        </p:spPr>
        <p:txBody>
          <a:bodyPr wrap="square" lIns="0" tIns="0" rIns="0" bIns="0" rtlCol="0"/>
          <a:lstStyle/>
          <a:p>
            <a:endParaRPr>
              <a:solidFill>
                <a:prstClr val="black"/>
              </a:solidFill>
            </a:endParaRPr>
          </a:p>
        </p:txBody>
      </p:sp>
      <p:sp>
        <p:nvSpPr>
          <p:cNvPr id="290" name="bk object 290"/>
          <p:cNvSpPr/>
          <p:nvPr/>
        </p:nvSpPr>
        <p:spPr>
          <a:xfrm>
            <a:off x="80130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212190"/>
          </a:solidFill>
        </p:spPr>
        <p:txBody>
          <a:bodyPr wrap="square" lIns="0" tIns="0" rIns="0" bIns="0" rtlCol="0"/>
          <a:lstStyle/>
          <a:p>
            <a:endParaRPr>
              <a:solidFill>
                <a:prstClr val="black"/>
              </a:solidFill>
            </a:endParaRPr>
          </a:p>
        </p:txBody>
      </p:sp>
      <p:sp>
        <p:nvSpPr>
          <p:cNvPr id="291" name="bk object 291"/>
          <p:cNvSpPr/>
          <p:nvPr/>
        </p:nvSpPr>
        <p:spPr>
          <a:xfrm>
            <a:off x="804735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202090"/>
          </a:solidFill>
        </p:spPr>
        <p:txBody>
          <a:bodyPr wrap="square" lIns="0" tIns="0" rIns="0" bIns="0" rtlCol="0"/>
          <a:lstStyle/>
          <a:p>
            <a:endParaRPr>
              <a:solidFill>
                <a:prstClr val="black"/>
              </a:solidFill>
            </a:endParaRPr>
          </a:p>
        </p:txBody>
      </p:sp>
      <p:sp>
        <p:nvSpPr>
          <p:cNvPr id="292" name="bk object 292"/>
          <p:cNvSpPr/>
          <p:nvPr/>
        </p:nvSpPr>
        <p:spPr>
          <a:xfrm>
            <a:off x="80816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F1F8F"/>
          </a:solidFill>
        </p:spPr>
        <p:txBody>
          <a:bodyPr wrap="square" lIns="0" tIns="0" rIns="0" bIns="0" rtlCol="0"/>
          <a:lstStyle/>
          <a:p>
            <a:endParaRPr>
              <a:solidFill>
                <a:prstClr val="black"/>
              </a:solidFill>
            </a:endParaRPr>
          </a:p>
        </p:txBody>
      </p:sp>
      <p:sp>
        <p:nvSpPr>
          <p:cNvPr id="293" name="bk object 293"/>
          <p:cNvSpPr/>
          <p:nvPr/>
        </p:nvSpPr>
        <p:spPr>
          <a:xfrm>
            <a:off x="81172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1F1F8F"/>
          </a:solidFill>
        </p:spPr>
        <p:txBody>
          <a:bodyPr wrap="square" lIns="0" tIns="0" rIns="0" bIns="0" rtlCol="0"/>
          <a:lstStyle/>
          <a:p>
            <a:endParaRPr>
              <a:solidFill>
                <a:prstClr val="black"/>
              </a:solidFill>
            </a:endParaRPr>
          </a:p>
        </p:txBody>
      </p:sp>
      <p:sp>
        <p:nvSpPr>
          <p:cNvPr id="294" name="bk object 294"/>
          <p:cNvSpPr/>
          <p:nvPr/>
        </p:nvSpPr>
        <p:spPr>
          <a:xfrm>
            <a:off x="81502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E1E8E"/>
          </a:solidFill>
        </p:spPr>
        <p:txBody>
          <a:bodyPr wrap="square" lIns="0" tIns="0" rIns="0" bIns="0" rtlCol="0"/>
          <a:lstStyle/>
          <a:p>
            <a:endParaRPr>
              <a:solidFill>
                <a:prstClr val="black"/>
              </a:solidFill>
            </a:endParaRPr>
          </a:p>
        </p:txBody>
      </p:sp>
      <p:sp>
        <p:nvSpPr>
          <p:cNvPr id="295" name="bk object 295"/>
          <p:cNvSpPr/>
          <p:nvPr/>
        </p:nvSpPr>
        <p:spPr>
          <a:xfrm>
            <a:off x="818451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D1D8E"/>
          </a:solidFill>
        </p:spPr>
        <p:txBody>
          <a:bodyPr wrap="square" lIns="0" tIns="0" rIns="0" bIns="0" rtlCol="0"/>
          <a:lstStyle/>
          <a:p>
            <a:endParaRPr>
              <a:solidFill>
                <a:prstClr val="black"/>
              </a:solidFill>
            </a:endParaRPr>
          </a:p>
        </p:txBody>
      </p:sp>
      <p:sp>
        <p:nvSpPr>
          <p:cNvPr id="296" name="bk object 296"/>
          <p:cNvSpPr/>
          <p:nvPr/>
        </p:nvSpPr>
        <p:spPr>
          <a:xfrm>
            <a:off x="821880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C1C8D"/>
          </a:solidFill>
        </p:spPr>
        <p:txBody>
          <a:bodyPr wrap="square" lIns="0" tIns="0" rIns="0" bIns="0" rtlCol="0"/>
          <a:lstStyle/>
          <a:p>
            <a:endParaRPr>
              <a:solidFill>
                <a:prstClr val="black"/>
              </a:solidFill>
            </a:endParaRPr>
          </a:p>
        </p:txBody>
      </p:sp>
      <p:sp>
        <p:nvSpPr>
          <p:cNvPr id="297" name="bk object 297"/>
          <p:cNvSpPr/>
          <p:nvPr/>
        </p:nvSpPr>
        <p:spPr>
          <a:xfrm>
            <a:off x="82530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B1B8D"/>
          </a:solidFill>
        </p:spPr>
        <p:txBody>
          <a:bodyPr wrap="square" lIns="0" tIns="0" rIns="0" bIns="0" rtlCol="0"/>
          <a:lstStyle/>
          <a:p>
            <a:endParaRPr>
              <a:solidFill>
                <a:prstClr val="black"/>
              </a:solidFill>
            </a:endParaRPr>
          </a:p>
        </p:txBody>
      </p:sp>
      <p:sp>
        <p:nvSpPr>
          <p:cNvPr id="298" name="bk object 298"/>
          <p:cNvSpPr/>
          <p:nvPr/>
        </p:nvSpPr>
        <p:spPr>
          <a:xfrm>
            <a:off x="828738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A1A8C"/>
          </a:solidFill>
        </p:spPr>
        <p:txBody>
          <a:bodyPr wrap="square" lIns="0" tIns="0" rIns="0" bIns="0" rtlCol="0"/>
          <a:lstStyle/>
          <a:p>
            <a:endParaRPr>
              <a:solidFill>
                <a:prstClr val="black"/>
              </a:solidFill>
            </a:endParaRPr>
          </a:p>
        </p:txBody>
      </p:sp>
      <p:sp>
        <p:nvSpPr>
          <p:cNvPr id="299" name="bk object 299"/>
          <p:cNvSpPr/>
          <p:nvPr/>
        </p:nvSpPr>
        <p:spPr>
          <a:xfrm>
            <a:off x="832167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9198C"/>
          </a:solidFill>
        </p:spPr>
        <p:txBody>
          <a:bodyPr wrap="square" lIns="0" tIns="0" rIns="0" bIns="0" rtlCol="0"/>
          <a:lstStyle/>
          <a:p>
            <a:endParaRPr>
              <a:solidFill>
                <a:prstClr val="black"/>
              </a:solidFill>
            </a:endParaRPr>
          </a:p>
        </p:txBody>
      </p:sp>
      <p:sp>
        <p:nvSpPr>
          <p:cNvPr id="300" name="bk object 300"/>
          <p:cNvSpPr/>
          <p:nvPr/>
        </p:nvSpPr>
        <p:spPr>
          <a:xfrm>
            <a:off x="835596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7178B"/>
          </a:solidFill>
        </p:spPr>
        <p:txBody>
          <a:bodyPr wrap="square" lIns="0" tIns="0" rIns="0" bIns="0" rtlCol="0"/>
          <a:lstStyle/>
          <a:p>
            <a:endParaRPr>
              <a:solidFill>
                <a:prstClr val="black"/>
              </a:solidFill>
            </a:endParaRPr>
          </a:p>
        </p:txBody>
      </p:sp>
      <p:sp>
        <p:nvSpPr>
          <p:cNvPr id="301" name="bk object 301"/>
          <p:cNvSpPr/>
          <p:nvPr/>
        </p:nvSpPr>
        <p:spPr>
          <a:xfrm>
            <a:off x="839025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6168B"/>
          </a:solidFill>
        </p:spPr>
        <p:txBody>
          <a:bodyPr wrap="square" lIns="0" tIns="0" rIns="0" bIns="0" rtlCol="0"/>
          <a:lstStyle/>
          <a:p>
            <a:endParaRPr>
              <a:solidFill>
                <a:prstClr val="black"/>
              </a:solidFill>
            </a:endParaRPr>
          </a:p>
        </p:txBody>
      </p:sp>
      <p:sp>
        <p:nvSpPr>
          <p:cNvPr id="302" name="bk object 302"/>
          <p:cNvSpPr/>
          <p:nvPr/>
        </p:nvSpPr>
        <p:spPr>
          <a:xfrm>
            <a:off x="842454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5158A"/>
          </a:solidFill>
        </p:spPr>
        <p:txBody>
          <a:bodyPr wrap="square" lIns="0" tIns="0" rIns="0" bIns="0" rtlCol="0"/>
          <a:lstStyle/>
          <a:p>
            <a:endParaRPr>
              <a:solidFill>
                <a:prstClr val="black"/>
              </a:solidFill>
            </a:endParaRPr>
          </a:p>
        </p:txBody>
      </p:sp>
      <p:sp>
        <p:nvSpPr>
          <p:cNvPr id="303" name="bk object 303"/>
          <p:cNvSpPr/>
          <p:nvPr/>
        </p:nvSpPr>
        <p:spPr>
          <a:xfrm>
            <a:off x="845883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4148A"/>
          </a:solidFill>
        </p:spPr>
        <p:txBody>
          <a:bodyPr wrap="square" lIns="0" tIns="0" rIns="0" bIns="0" rtlCol="0"/>
          <a:lstStyle/>
          <a:p>
            <a:endParaRPr>
              <a:solidFill>
                <a:prstClr val="black"/>
              </a:solidFill>
            </a:endParaRPr>
          </a:p>
        </p:txBody>
      </p:sp>
      <p:sp>
        <p:nvSpPr>
          <p:cNvPr id="304" name="bk object 304"/>
          <p:cNvSpPr/>
          <p:nvPr/>
        </p:nvSpPr>
        <p:spPr>
          <a:xfrm>
            <a:off x="849312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31389"/>
          </a:solidFill>
        </p:spPr>
        <p:txBody>
          <a:bodyPr wrap="square" lIns="0" tIns="0" rIns="0" bIns="0" rtlCol="0"/>
          <a:lstStyle/>
          <a:p>
            <a:endParaRPr>
              <a:solidFill>
                <a:prstClr val="black"/>
              </a:solidFill>
            </a:endParaRPr>
          </a:p>
        </p:txBody>
      </p:sp>
      <p:sp>
        <p:nvSpPr>
          <p:cNvPr id="305" name="bk object 305"/>
          <p:cNvSpPr/>
          <p:nvPr/>
        </p:nvSpPr>
        <p:spPr>
          <a:xfrm>
            <a:off x="85274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121289"/>
          </a:solidFill>
        </p:spPr>
        <p:txBody>
          <a:bodyPr wrap="square" lIns="0" tIns="0" rIns="0" bIns="0" rtlCol="0"/>
          <a:lstStyle/>
          <a:p>
            <a:endParaRPr>
              <a:solidFill>
                <a:prstClr val="black"/>
              </a:solidFill>
            </a:endParaRPr>
          </a:p>
        </p:txBody>
      </p:sp>
      <p:sp>
        <p:nvSpPr>
          <p:cNvPr id="306" name="bk object 306"/>
          <p:cNvSpPr/>
          <p:nvPr/>
        </p:nvSpPr>
        <p:spPr>
          <a:xfrm>
            <a:off x="85617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111188"/>
          </a:solidFill>
        </p:spPr>
        <p:txBody>
          <a:bodyPr wrap="square" lIns="0" tIns="0" rIns="0" bIns="0" rtlCol="0"/>
          <a:lstStyle/>
          <a:p>
            <a:endParaRPr>
              <a:solidFill>
                <a:prstClr val="black"/>
              </a:solidFill>
            </a:endParaRPr>
          </a:p>
        </p:txBody>
      </p:sp>
      <p:sp>
        <p:nvSpPr>
          <p:cNvPr id="307" name="bk object 307"/>
          <p:cNvSpPr/>
          <p:nvPr/>
        </p:nvSpPr>
        <p:spPr>
          <a:xfrm>
            <a:off x="85959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101088"/>
          </a:solidFill>
        </p:spPr>
        <p:txBody>
          <a:bodyPr wrap="square" lIns="0" tIns="0" rIns="0" bIns="0" rtlCol="0"/>
          <a:lstStyle/>
          <a:p>
            <a:endParaRPr>
              <a:solidFill>
                <a:prstClr val="black"/>
              </a:solidFill>
            </a:endParaRPr>
          </a:p>
        </p:txBody>
      </p:sp>
      <p:sp>
        <p:nvSpPr>
          <p:cNvPr id="308" name="bk object 308"/>
          <p:cNvSpPr/>
          <p:nvPr/>
        </p:nvSpPr>
        <p:spPr>
          <a:xfrm>
            <a:off x="863028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0F0F87"/>
          </a:solidFill>
        </p:spPr>
        <p:txBody>
          <a:bodyPr wrap="square" lIns="0" tIns="0" rIns="0" bIns="0" rtlCol="0"/>
          <a:lstStyle/>
          <a:p>
            <a:endParaRPr>
              <a:solidFill>
                <a:prstClr val="black"/>
              </a:solidFill>
            </a:endParaRPr>
          </a:p>
        </p:txBody>
      </p:sp>
      <p:sp>
        <p:nvSpPr>
          <p:cNvPr id="309" name="bk object 309"/>
          <p:cNvSpPr/>
          <p:nvPr/>
        </p:nvSpPr>
        <p:spPr>
          <a:xfrm>
            <a:off x="86645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E0E87"/>
          </a:solidFill>
        </p:spPr>
        <p:txBody>
          <a:bodyPr wrap="square" lIns="0" tIns="0" rIns="0" bIns="0" rtlCol="0"/>
          <a:lstStyle/>
          <a:p>
            <a:endParaRPr>
              <a:solidFill>
                <a:prstClr val="black"/>
              </a:solidFill>
            </a:endParaRPr>
          </a:p>
        </p:txBody>
      </p:sp>
      <p:sp>
        <p:nvSpPr>
          <p:cNvPr id="310" name="bk object 310"/>
          <p:cNvSpPr/>
          <p:nvPr/>
        </p:nvSpPr>
        <p:spPr>
          <a:xfrm>
            <a:off x="869886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D0D86"/>
          </a:solidFill>
        </p:spPr>
        <p:txBody>
          <a:bodyPr wrap="square" lIns="0" tIns="0" rIns="0" bIns="0" rtlCol="0"/>
          <a:lstStyle/>
          <a:p>
            <a:endParaRPr>
              <a:solidFill>
                <a:prstClr val="black"/>
              </a:solidFill>
            </a:endParaRPr>
          </a:p>
        </p:txBody>
      </p:sp>
      <p:sp>
        <p:nvSpPr>
          <p:cNvPr id="311" name="bk object 311"/>
          <p:cNvSpPr/>
          <p:nvPr/>
        </p:nvSpPr>
        <p:spPr>
          <a:xfrm>
            <a:off x="873315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D0D86"/>
          </a:solidFill>
        </p:spPr>
        <p:txBody>
          <a:bodyPr wrap="square" lIns="0" tIns="0" rIns="0" bIns="0" rtlCol="0"/>
          <a:lstStyle/>
          <a:p>
            <a:endParaRPr>
              <a:solidFill>
                <a:prstClr val="black"/>
              </a:solidFill>
            </a:endParaRPr>
          </a:p>
        </p:txBody>
      </p:sp>
      <p:sp>
        <p:nvSpPr>
          <p:cNvPr id="312" name="bk object 312"/>
          <p:cNvSpPr/>
          <p:nvPr/>
        </p:nvSpPr>
        <p:spPr>
          <a:xfrm>
            <a:off x="876744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B0B85"/>
          </a:solidFill>
        </p:spPr>
        <p:txBody>
          <a:bodyPr wrap="square" lIns="0" tIns="0" rIns="0" bIns="0" rtlCol="0"/>
          <a:lstStyle/>
          <a:p>
            <a:endParaRPr>
              <a:solidFill>
                <a:prstClr val="black"/>
              </a:solidFill>
            </a:endParaRPr>
          </a:p>
        </p:txBody>
      </p:sp>
      <p:sp>
        <p:nvSpPr>
          <p:cNvPr id="313" name="bk object 313"/>
          <p:cNvSpPr/>
          <p:nvPr/>
        </p:nvSpPr>
        <p:spPr>
          <a:xfrm>
            <a:off x="880173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A0A85"/>
          </a:solidFill>
        </p:spPr>
        <p:txBody>
          <a:bodyPr wrap="square" lIns="0" tIns="0" rIns="0" bIns="0" rtlCol="0"/>
          <a:lstStyle/>
          <a:p>
            <a:endParaRPr>
              <a:solidFill>
                <a:prstClr val="black"/>
              </a:solidFill>
            </a:endParaRPr>
          </a:p>
        </p:txBody>
      </p:sp>
      <p:sp>
        <p:nvSpPr>
          <p:cNvPr id="314" name="bk object 314"/>
          <p:cNvSpPr/>
          <p:nvPr/>
        </p:nvSpPr>
        <p:spPr>
          <a:xfrm>
            <a:off x="883602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90984"/>
          </a:solidFill>
        </p:spPr>
        <p:txBody>
          <a:bodyPr wrap="square" lIns="0" tIns="0" rIns="0" bIns="0" rtlCol="0"/>
          <a:lstStyle/>
          <a:p>
            <a:endParaRPr>
              <a:solidFill>
                <a:prstClr val="black"/>
              </a:solidFill>
            </a:endParaRPr>
          </a:p>
        </p:txBody>
      </p:sp>
      <p:sp>
        <p:nvSpPr>
          <p:cNvPr id="315" name="bk object 315"/>
          <p:cNvSpPr/>
          <p:nvPr/>
        </p:nvSpPr>
        <p:spPr>
          <a:xfrm>
            <a:off x="887031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80884"/>
          </a:solidFill>
        </p:spPr>
        <p:txBody>
          <a:bodyPr wrap="square" lIns="0" tIns="0" rIns="0" bIns="0" rtlCol="0"/>
          <a:lstStyle/>
          <a:p>
            <a:endParaRPr>
              <a:solidFill>
                <a:prstClr val="black"/>
              </a:solidFill>
            </a:endParaRPr>
          </a:p>
        </p:txBody>
      </p:sp>
      <p:sp>
        <p:nvSpPr>
          <p:cNvPr id="316" name="bk object 316"/>
          <p:cNvSpPr/>
          <p:nvPr/>
        </p:nvSpPr>
        <p:spPr>
          <a:xfrm>
            <a:off x="890460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70783"/>
          </a:solidFill>
        </p:spPr>
        <p:txBody>
          <a:bodyPr wrap="square" lIns="0" tIns="0" rIns="0" bIns="0" rtlCol="0"/>
          <a:lstStyle/>
          <a:p>
            <a:endParaRPr>
              <a:solidFill>
                <a:prstClr val="black"/>
              </a:solidFill>
            </a:endParaRPr>
          </a:p>
        </p:txBody>
      </p:sp>
      <p:sp>
        <p:nvSpPr>
          <p:cNvPr id="317" name="bk object 317"/>
          <p:cNvSpPr/>
          <p:nvPr/>
        </p:nvSpPr>
        <p:spPr>
          <a:xfrm>
            <a:off x="893889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60683"/>
          </a:solidFill>
        </p:spPr>
        <p:txBody>
          <a:bodyPr wrap="square" lIns="0" tIns="0" rIns="0" bIns="0" rtlCol="0"/>
          <a:lstStyle/>
          <a:p>
            <a:endParaRPr>
              <a:solidFill>
                <a:prstClr val="black"/>
              </a:solidFill>
            </a:endParaRPr>
          </a:p>
        </p:txBody>
      </p:sp>
      <p:sp>
        <p:nvSpPr>
          <p:cNvPr id="318" name="bk object 318"/>
          <p:cNvSpPr/>
          <p:nvPr/>
        </p:nvSpPr>
        <p:spPr>
          <a:xfrm>
            <a:off x="8973184"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50582"/>
          </a:solidFill>
        </p:spPr>
        <p:txBody>
          <a:bodyPr wrap="square" lIns="0" tIns="0" rIns="0" bIns="0" rtlCol="0"/>
          <a:lstStyle/>
          <a:p>
            <a:endParaRPr>
              <a:solidFill>
                <a:prstClr val="black"/>
              </a:solidFill>
            </a:endParaRPr>
          </a:p>
        </p:txBody>
      </p:sp>
      <p:sp>
        <p:nvSpPr>
          <p:cNvPr id="319" name="bk object 319"/>
          <p:cNvSpPr/>
          <p:nvPr/>
        </p:nvSpPr>
        <p:spPr>
          <a:xfrm>
            <a:off x="9007475" y="135889"/>
            <a:ext cx="38100" cy="274320"/>
          </a:xfrm>
          <a:custGeom>
            <a:avLst/>
            <a:gdLst/>
            <a:ahLst/>
            <a:cxnLst/>
            <a:rect l="l" t="t" r="r" b="b"/>
            <a:pathLst>
              <a:path w="38100" h="274320">
                <a:moveTo>
                  <a:pt x="0" y="274320"/>
                </a:moveTo>
                <a:lnTo>
                  <a:pt x="38100" y="274320"/>
                </a:lnTo>
                <a:lnTo>
                  <a:pt x="38100" y="0"/>
                </a:lnTo>
                <a:lnTo>
                  <a:pt x="0" y="0"/>
                </a:lnTo>
                <a:lnTo>
                  <a:pt x="0" y="274320"/>
                </a:lnTo>
                <a:close/>
              </a:path>
            </a:pathLst>
          </a:custGeom>
          <a:solidFill>
            <a:srgbClr val="040482"/>
          </a:solidFill>
        </p:spPr>
        <p:txBody>
          <a:bodyPr wrap="square" lIns="0" tIns="0" rIns="0" bIns="0" rtlCol="0"/>
          <a:lstStyle/>
          <a:p>
            <a:endParaRPr>
              <a:solidFill>
                <a:prstClr val="black"/>
              </a:solidFill>
            </a:endParaRPr>
          </a:p>
        </p:txBody>
      </p:sp>
      <p:sp>
        <p:nvSpPr>
          <p:cNvPr id="320" name="bk object 320"/>
          <p:cNvSpPr/>
          <p:nvPr/>
        </p:nvSpPr>
        <p:spPr>
          <a:xfrm>
            <a:off x="9040495"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030381"/>
          </a:solidFill>
        </p:spPr>
        <p:txBody>
          <a:bodyPr wrap="square" lIns="0" tIns="0" rIns="0" bIns="0" rtlCol="0"/>
          <a:lstStyle/>
          <a:p>
            <a:endParaRPr>
              <a:solidFill>
                <a:prstClr val="black"/>
              </a:solidFill>
            </a:endParaRPr>
          </a:p>
        </p:txBody>
      </p:sp>
      <p:sp>
        <p:nvSpPr>
          <p:cNvPr id="321" name="bk object 321"/>
          <p:cNvSpPr/>
          <p:nvPr/>
        </p:nvSpPr>
        <p:spPr>
          <a:xfrm>
            <a:off x="9074784" y="135889"/>
            <a:ext cx="39370" cy="274320"/>
          </a:xfrm>
          <a:custGeom>
            <a:avLst/>
            <a:gdLst/>
            <a:ahLst/>
            <a:cxnLst/>
            <a:rect l="l" t="t" r="r" b="b"/>
            <a:pathLst>
              <a:path w="39370" h="274320">
                <a:moveTo>
                  <a:pt x="0" y="274320"/>
                </a:moveTo>
                <a:lnTo>
                  <a:pt x="39370" y="274320"/>
                </a:lnTo>
                <a:lnTo>
                  <a:pt x="39370" y="0"/>
                </a:lnTo>
                <a:lnTo>
                  <a:pt x="0" y="0"/>
                </a:lnTo>
                <a:lnTo>
                  <a:pt x="0" y="274320"/>
                </a:lnTo>
                <a:close/>
              </a:path>
            </a:pathLst>
          </a:custGeom>
          <a:solidFill>
            <a:srgbClr val="020281"/>
          </a:solidFill>
        </p:spPr>
        <p:txBody>
          <a:bodyPr wrap="square" lIns="0" tIns="0" rIns="0" bIns="0" rtlCol="0"/>
          <a:lstStyle/>
          <a:p>
            <a:endParaRPr>
              <a:solidFill>
                <a:prstClr val="black"/>
              </a:solidFill>
            </a:endParaRPr>
          </a:p>
        </p:txBody>
      </p:sp>
      <p:sp>
        <p:nvSpPr>
          <p:cNvPr id="322" name="bk object 322"/>
          <p:cNvSpPr/>
          <p:nvPr/>
        </p:nvSpPr>
        <p:spPr>
          <a:xfrm>
            <a:off x="9109075" y="135889"/>
            <a:ext cx="33020" cy="274320"/>
          </a:xfrm>
          <a:custGeom>
            <a:avLst/>
            <a:gdLst/>
            <a:ahLst/>
            <a:cxnLst/>
            <a:rect l="l" t="t" r="r" b="b"/>
            <a:pathLst>
              <a:path w="33020" h="274320">
                <a:moveTo>
                  <a:pt x="0" y="274320"/>
                </a:moveTo>
                <a:lnTo>
                  <a:pt x="33020" y="274320"/>
                </a:lnTo>
                <a:lnTo>
                  <a:pt x="33020" y="0"/>
                </a:lnTo>
                <a:lnTo>
                  <a:pt x="0" y="0"/>
                </a:lnTo>
                <a:lnTo>
                  <a:pt x="0" y="274320"/>
                </a:lnTo>
                <a:close/>
              </a:path>
            </a:pathLst>
          </a:custGeom>
          <a:solidFill>
            <a:srgbClr val="010180"/>
          </a:solidFill>
        </p:spPr>
        <p:txBody>
          <a:bodyPr wrap="square" lIns="0" tIns="0" rIns="0" bIns="0" rtlCol="0"/>
          <a:lstStyle/>
          <a:p>
            <a:endParaRPr>
              <a:solidFill>
                <a:prstClr val="black"/>
              </a:solidFill>
            </a:endParaRPr>
          </a:p>
        </p:txBody>
      </p:sp>
      <p:sp>
        <p:nvSpPr>
          <p:cNvPr id="323" name="bk object 323"/>
          <p:cNvSpPr/>
          <p:nvPr/>
        </p:nvSpPr>
        <p:spPr>
          <a:xfrm>
            <a:off x="408940" y="134619"/>
            <a:ext cx="138430" cy="140970"/>
          </a:xfrm>
          <a:custGeom>
            <a:avLst/>
            <a:gdLst/>
            <a:ahLst/>
            <a:cxnLst/>
            <a:rect l="l" t="t" r="r" b="b"/>
            <a:pathLst>
              <a:path w="138429" h="140970">
                <a:moveTo>
                  <a:pt x="138430" y="0"/>
                </a:moveTo>
                <a:lnTo>
                  <a:pt x="0" y="0"/>
                </a:lnTo>
                <a:lnTo>
                  <a:pt x="0" y="140970"/>
                </a:lnTo>
                <a:lnTo>
                  <a:pt x="138430" y="140970"/>
                </a:lnTo>
                <a:lnTo>
                  <a:pt x="138430" y="0"/>
                </a:lnTo>
                <a:close/>
              </a:path>
            </a:pathLst>
          </a:custGeom>
          <a:solidFill>
            <a:srgbClr val="CCCCE6"/>
          </a:solidFill>
        </p:spPr>
        <p:txBody>
          <a:bodyPr wrap="square" lIns="0" tIns="0" rIns="0" bIns="0" rtlCol="0"/>
          <a:lstStyle/>
          <a:p>
            <a:endParaRPr>
              <a:solidFill>
                <a:prstClr val="black"/>
              </a:solidFill>
            </a:endParaRPr>
          </a:p>
        </p:txBody>
      </p:sp>
      <p:sp>
        <p:nvSpPr>
          <p:cNvPr id="324" name="bk object 324"/>
          <p:cNvSpPr/>
          <p:nvPr/>
        </p:nvSpPr>
        <p:spPr>
          <a:xfrm>
            <a:off x="547370" y="0"/>
            <a:ext cx="139700" cy="138430"/>
          </a:xfrm>
          <a:custGeom>
            <a:avLst/>
            <a:gdLst/>
            <a:ahLst/>
            <a:cxnLst/>
            <a:rect l="l" t="t" r="r" b="b"/>
            <a:pathLst>
              <a:path w="139700" h="138430">
                <a:moveTo>
                  <a:pt x="0" y="0"/>
                </a:moveTo>
                <a:lnTo>
                  <a:pt x="0" y="138430"/>
                </a:lnTo>
                <a:lnTo>
                  <a:pt x="139700" y="138430"/>
                </a:lnTo>
                <a:lnTo>
                  <a:pt x="139700" y="0"/>
                </a:lnTo>
                <a:lnTo>
                  <a:pt x="0" y="0"/>
                </a:lnTo>
              </a:path>
            </a:pathLst>
          </a:custGeom>
          <a:solidFill>
            <a:srgbClr val="CCCCE6"/>
          </a:solidFill>
        </p:spPr>
        <p:txBody>
          <a:bodyPr wrap="square" lIns="0" tIns="0" rIns="0" bIns="0" rtlCol="0"/>
          <a:lstStyle/>
          <a:p>
            <a:endParaRPr>
              <a:solidFill>
                <a:prstClr val="black"/>
              </a:solidFill>
            </a:endParaRPr>
          </a:p>
        </p:txBody>
      </p:sp>
      <p:sp>
        <p:nvSpPr>
          <p:cNvPr id="325" name="bk object 325"/>
          <p:cNvSpPr/>
          <p:nvPr/>
        </p:nvSpPr>
        <p:spPr>
          <a:xfrm>
            <a:off x="547370" y="134619"/>
            <a:ext cx="139700" cy="140970"/>
          </a:xfrm>
          <a:custGeom>
            <a:avLst/>
            <a:gdLst/>
            <a:ahLst/>
            <a:cxnLst/>
            <a:rect l="l" t="t" r="r" b="b"/>
            <a:pathLst>
              <a:path w="139700" h="140970">
                <a:moveTo>
                  <a:pt x="139700" y="0"/>
                </a:moveTo>
                <a:lnTo>
                  <a:pt x="0" y="0"/>
                </a:lnTo>
                <a:lnTo>
                  <a:pt x="0" y="140970"/>
                </a:lnTo>
                <a:lnTo>
                  <a:pt x="139700" y="140970"/>
                </a:lnTo>
                <a:lnTo>
                  <a:pt x="139700" y="0"/>
                </a:lnTo>
                <a:close/>
              </a:path>
            </a:pathLst>
          </a:custGeom>
          <a:solidFill>
            <a:srgbClr val="9898CC"/>
          </a:solidFill>
        </p:spPr>
        <p:txBody>
          <a:bodyPr wrap="square" lIns="0" tIns="0" rIns="0" bIns="0" rtlCol="0"/>
          <a:lstStyle/>
          <a:p>
            <a:endParaRPr>
              <a:solidFill>
                <a:prstClr val="black"/>
              </a:solidFill>
            </a:endParaRPr>
          </a:p>
        </p:txBody>
      </p:sp>
      <p:sp>
        <p:nvSpPr>
          <p:cNvPr id="326" name="bk object 326"/>
          <p:cNvSpPr/>
          <p:nvPr/>
        </p:nvSpPr>
        <p:spPr>
          <a:xfrm>
            <a:off x="274320" y="274319"/>
            <a:ext cx="135890" cy="138430"/>
          </a:xfrm>
          <a:custGeom>
            <a:avLst/>
            <a:gdLst/>
            <a:ahLst/>
            <a:cxnLst/>
            <a:rect l="l" t="t" r="r" b="b"/>
            <a:pathLst>
              <a:path w="135890" h="138429">
                <a:moveTo>
                  <a:pt x="135890" y="0"/>
                </a:moveTo>
                <a:lnTo>
                  <a:pt x="0" y="0"/>
                </a:lnTo>
                <a:lnTo>
                  <a:pt x="0" y="138430"/>
                </a:lnTo>
                <a:lnTo>
                  <a:pt x="135890" y="138430"/>
                </a:lnTo>
                <a:lnTo>
                  <a:pt x="135890" y="0"/>
                </a:lnTo>
                <a:close/>
              </a:path>
            </a:pathLst>
          </a:custGeom>
          <a:solidFill>
            <a:srgbClr val="CCCCE6"/>
          </a:solidFill>
        </p:spPr>
        <p:txBody>
          <a:bodyPr wrap="square" lIns="0" tIns="0" rIns="0" bIns="0" rtlCol="0"/>
          <a:lstStyle/>
          <a:p>
            <a:endParaRPr>
              <a:solidFill>
                <a:prstClr val="black"/>
              </a:solidFill>
            </a:endParaRPr>
          </a:p>
        </p:txBody>
      </p:sp>
      <p:sp>
        <p:nvSpPr>
          <p:cNvPr id="327" name="bk object 327"/>
          <p:cNvSpPr/>
          <p:nvPr/>
        </p:nvSpPr>
        <p:spPr>
          <a:xfrm>
            <a:off x="132080" y="135889"/>
            <a:ext cx="140970" cy="138430"/>
          </a:xfrm>
          <a:custGeom>
            <a:avLst/>
            <a:gdLst/>
            <a:ahLst/>
            <a:cxnLst/>
            <a:rect l="l" t="t" r="r" b="b"/>
            <a:pathLst>
              <a:path w="140970" h="138429">
                <a:moveTo>
                  <a:pt x="140970" y="0"/>
                </a:moveTo>
                <a:lnTo>
                  <a:pt x="0" y="0"/>
                </a:lnTo>
                <a:lnTo>
                  <a:pt x="0" y="138430"/>
                </a:lnTo>
                <a:lnTo>
                  <a:pt x="140970" y="138430"/>
                </a:lnTo>
                <a:lnTo>
                  <a:pt x="140970" y="0"/>
                </a:lnTo>
                <a:close/>
              </a:path>
            </a:pathLst>
          </a:custGeom>
          <a:solidFill>
            <a:srgbClr val="00007F"/>
          </a:solidFill>
        </p:spPr>
        <p:txBody>
          <a:bodyPr wrap="square" lIns="0" tIns="0" rIns="0" bIns="0" rtlCol="0"/>
          <a:lstStyle/>
          <a:p>
            <a:endParaRPr>
              <a:solidFill>
                <a:prstClr val="black"/>
              </a:solidFill>
            </a:endParaRPr>
          </a:p>
        </p:txBody>
      </p:sp>
      <p:sp>
        <p:nvSpPr>
          <p:cNvPr id="328" name="bk object 328"/>
          <p:cNvSpPr/>
          <p:nvPr/>
        </p:nvSpPr>
        <p:spPr>
          <a:xfrm>
            <a:off x="408940" y="271779"/>
            <a:ext cx="138430" cy="138430"/>
          </a:xfrm>
          <a:custGeom>
            <a:avLst/>
            <a:gdLst/>
            <a:ahLst/>
            <a:cxnLst/>
            <a:rect l="l" t="t" r="r" b="b"/>
            <a:pathLst>
              <a:path w="138429" h="138429">
                <a:moveTo>
                  <a:pt x="138430" y="0"/>
                </a:moveTo>
                <a:lnTo>
                  <a:pt x="0" y="0"/>
                </a:lnTo>
                <a:lnTo>
                  <a:pt x="0" y="138430"/>
                </a:lnTo>
                <a:lnTo>
                  <a:pt x="138430" y="138430"/>
                </a:lnTo>
                <a:lnTo>
                  <a:pt x="138430" y="0"/>
                </a:lnTo>
                <a:close/>
              </a:path>
            </a:pathLst>
          </a:custGeom>
          <a:solidFill>
            <a:srgbClr val="9898CC"/>
          </a:solidFill>
        </p:spPr>
        <p:txBody>
          <a:bodyPr wrap="square" lIns="0" tIns="0" rIns="0" bIns="0" rtlCol="0"/>
          <a:lstStyle/>
          <a:p>
            <a:endParaRPr>
              <a:solidFill>
                <a:prstClr val="black"/>
              </a:solidFill>
            </a:endParaRPr>
          </a:p>
        </p:txBody>
      </p:sp>
      <p:sp>
        <p:nvSpPr>
          <p:cNvPr id="329" name="bk object 329"/>
          <p:cNvSpPr/>
          <p:nvPr/>
        </p:nvSpPr>
        <p:spPr>
          <a:xfrm>
            <a:off x="274320" y="408939"/>
            <a:ext cx="135890" cy="137160"/>
          </a:xfrm>
          <a:custGeom>
            <a:avLst/>
            <a:gdLst/>
            <a:ahLst/>
            <a:cxnLst/>
            <a:rect l="l" t="t" r="r" b="b"/>
            <a:pathLst>
              <a:path w="135890" h="137159">
                <a:moveTo>
                  <a:pt x="135890" y="0"/>
                </a:moveTo>
                <a:lnTo>
                  <a:pt x="0" y="0"/>
                </a:lnTo>
                <a:lnTo>
                  <a:pt x="0" y="137160"/>
                </a:lnTo>
                <a:lnTo>
                  <a:pt x="135890" y="137160"/>
                </a:lnTo>
                <a:lnTo>
                  <a:pt x="135890" y="0"/>
                </a:lnTo>
                <a:close/>
              </a:path>
            </a:pathLst>
          </a:custGeom>
          <a:solidFill>
            <a:srgbClr val="9898CC"/>
          </a:solidFill>
        </p:spPr>
        <p:txBody>
          <a:bodyPr wrap="square" lIns="0" tIns="0" rIns="0" bIns="0" rtlCol="0"/>
          <a:lstStyle/>
          <a:p>
            <a:endParaRPr>
              <a:solidFill>
                <a:prstClr val="black"/>
              </a:solidFill>
            </a:endParaRPr>
          </a:p>
        </p:txBody>
      </p:sp>
      <p:sp>
        <p:nvSpPr>
          <p:cNvPr id="2" name="Holder 2"/>
          <p:cNvSpPr>
            <a:spLocks noGrp="1"/>
          </p:cNvSpPr>
          <p:nvPr>
            <p:ph type="title"/>
          </p:nvPr>
        </p:nvSpPr>
        <p:spPr>
          <a:xfrm>
            <a:off x="535940" y="872528"/>
            <a:ext cx="8072119" cy="1031239"/>
          </a:xfrm>
          <a:prstGeom prst="rect">
            <a:avLst/>
          </a:prstGeom>
        </p:spPr>
        <p:txBody>
          <a:bodyPr wrap="square" lIns="0" tIns="0" rIns="0" bIns="0">
            <a:spAutoFit/>
          </a:bodyPr>
          <a:lstStyle>
            <a:lvl1pPr>
              <a:defRPr sz="3200" b="1" i="0">
                <a:solidFill>
                  <a:schemeClr val="tx1"/>
                </a:solidFill>
                <a:latin typeface="Arial Black"/>
                <a:cs typeface="Arial Black"/>
              </a:defRPr>
            </a:lvl1pPr>
          </a:lstStyle>
          <a:p>
            <a:endParaRPr/>
          </a:p>
        </p:txBody>
      </p:sp>
      <p:sp>
        <p:nvSpPr>
          <p:cNvPr id="3" name="Holder 3"/>
          <p:cNvSpPr>
            <a:spLocks noGrp="1"/>
          </p:cNvSpPr>
          <p:nvPr>
            <p:ph type="body" idx="1"/>
          </p:nvPr>
        </p:nvSpPr>
        <p:spPr>
          <a:xfrm>
            <a:off x="535940" y="2041210"/>
            <a:ext cx="8072119" cy="3451860"/>
          </a:xfrm>
          <a:prstGeom prst="rect">
            <a:avLst/>
          </a:prstGeom>
        </p:spPr>
        <p:txBody>
          <a:bodyPr wrap="square" lIns="0" tIns="0" rIns="0" bIns="0">
            <a:spAutoFit/>
          </a:bodyPr>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34669" y="6508447"/>
            <a:ext cx="1207135" cy="17780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r>
              <a:rPr spc="-15" dirty="0">
                <a:solidFill>
                  <a:prstClr val="black"/>
                </a:solidFill>
              </a:rPr>
              <a:t>O</a:t>
            </a:r>
            <a:r>
              <a:rPr spc="-10" dirty="0">
                <a:solidFill>
                  <a:prstClr val="black"/>
                </a:solidFill>
              </a:rPr>
              <a:t>c</a:t>
            </a:r>
            <a:r>
              <a:rPr dirty="0">
                <a:solidFill>
                  <a:prstClr val="black"/>
                </a:solidFill>
              </a:rPr>
              <a:t>tober</a:t>
            </a:r>
            <a:r>
              <a:rPr spc="35" dirty="0">
                <a:solidFill>
                  <a:prstClr val="black"/>
                </a:solidFill>
                <a:latin typeface="Times New Roman"/>
                <a:cs typeface="Times New Roman"/>
              </a:rPr>
              <a:t> </a:t>
            </a:r>
            <a:r>
              <a:rPr dirty="0">
                <a:solidFill>
                  <a:prstClr val="black"/>
                </a:solidFill>
              </a:rPr>
              <a:t>13</a:t>
            </a:r>
            <a:r>
              <a:rPr spc="-5" dirty="0">
                <a:solidFill>
                  <a:prstClr val="black"/>
                </a:solidFill>
              </a:rPr>
              <a:t>,</a:t>
            </a:r>
            <a:r>
              <a:rPr spc="35" dirty="0">
                <a:solidFill>
                  <a:prstClr val="black"/>
                </a:solidFill>
                <a:latin typeface="Times New Roman"/>
                <a:cs typeface="Times New Roman"/>
              </a:rPr>
              <a:t> </a:t>
            </a:r>
            <a:r>
              <a:rPr dirty="0">
                <a:solidFill>
                  <a:prstClr val="black"/>
                </a:solidFill>
              </a:rPr>
              <a:t>2</a:t>
            </a:r>
            <a:r>
              <a:rPr spc="10" dirty="0">
                <a:solidFill>
                  <a:prstClr val="black"/>
                </a:solidFill>
              </a:rPr>
              <a:t>0</a:t>
            </a:r>
            <a:r>
              <a:rPr dirty="0">
                <a:solidFill>
                  <a:prstClr val="black"/>
                </a:solidFill>
              </a:rPr>
              <a:t>15</a:t>
            </a:r>
          </a:p>
        </p:txBody>
      </p:sp>
      <p:sp>
        <p:nvSpPr>
          <p:cNvPr id="5" name="Holder 5"/>
          <p:cNvSpPr>
            <a:spLocks noGrp="1"/>
          </p:cNvSpPr>
          <p:nvPr>
            <p:ph type="dt" sz="half" idx="6"/>
          </p:nvPr>
        </p:nvSpPr>
        <p:spPr>
          <a:xfrm>
            <a:off x="4130040" y="6491938"/>
            <a:ext cx="882650" cy="17780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r>
              <a:rPr dirty="0">
                <a:solidFill>
                  <a:prstClr val="black"/>
                </a:solidFill>
              </a:rPr>
              <a:t>TLo</a:t>
            </a:r>
            <a:r>
              <a:rPr spc="35" dirty="0">
                <a:solidFill>
                  <a:prstClr val="black"/>
                </a:solidFill>
                <a:latin typeface="Times New Roman"/>
                <a:cs typeface="Times New Roman"/>
              </a:rPr>
              <a:t> </a:t>
            </a:r>
            <a:r>
              <a:rPr spc="-10" dirty="0">
                <a:solidFill>
                  <a:prstClr val="black"/>
                </a:solidFill>
              </a:rPr>
              <a:t>(</a:t>
            </a:r>
            <a:r>
              <a:rPr dirty="0">
                <a:solidFill>
                  <a:prstClr val="black"/>
                </a:solidFill>
              </a:rPr>
              <a:t>I</a:t>
            </a:r>
            <a:r>
              <a:rPr spc="-10" dirty="0">
                <a:solidFill>
                  <a:prstClr val="black"/>
                </a:solidFill>
              </a:rPr>
              <a:t>R</a:t>
            </a:r>
            <a:r>
              <a:rPr dirty="0">
                <a:solidFill>
                  <a:prstClr val="black"/>
                </a:solidFill>
              </a:rPr>
              <a:t>ID</a:t>
            </a:r>
            <a:r>
              <a:rPr spc="-15" dirty="0">
                <a:solidFill>
                  <a:prstClr val="black"/>
                </a:solidFill>
              </a:rPr>
              <a:t>IA</a:t>
            </a:r>
            <a:r>
              <a:rPr dirty="0">
                <a:solidFill>
                  <a:prstClr val="black"/>
                </a:solidFill>
              </a:rPr>
              <a:t>)</a:t>
            </a:r>
          </a:p>
        </p:txBody>
      </p:sp>
      <p:sp>
        <p:nvSpPr>
          <p:cNvPr id="6" name="Holder 6"/>
          <p:cNvSpPr>
            <a:spLocks noGrp="1"/>
          </p:cNvSpPr>
          <p:nvPr>
            <p:ph type="sldNum" sz="quarter" idx="7"/>
          </p:nvPr>
        </p:nvSpPr>
        <p:spPr>
          <a:xfrm>
            <a:off x="8366759" y="6464736"/>
            <a:ext cx="255270" cy="177800"/>
          </a:xfrm>
          <a:prstGeom prst="rect">
            <a:avLst/>
          </a:prstGeom>
        </p:spPr>
        <p:txBody>
          <a:bodyPr wrap="square" lIns="0" tIns="0" rIns="0" bIns="0">
            <a:spAutoFit/>
          </a:bodyPr>
          <a:lstStyle>
            <a:lvl1pPr>
              <a:defRPr sz="1200" b="1" i="0">
                <a:solidFill>
                  <a:schemeClr val="tx1"/>
                </a:solidFill>
                <a:latin typeface="Arial Black"/>
                <a:cs typeface="Arial Black"/>
              </a:defRPr>
            </a:lvl1pPr>
          </a:lstStyle>
          <a:p>
            <a:pPr marL="128270"/>
            <a:fld id="{81D60167-4931-47E6-BA6A-407CBD079E47}" type="slidenum">
              <a:rPr spc="-10" dirty="0">
                <a:solidFill>
                  <a:prstClr val="black"/>
                </a:solidFill>
              </a:rPr>
              <a:pPr marL="128270"/>
              <a:t>‹#›</a:t>
            </a:fld>
            <a:endParaRPr spc="-10" dirty="0">
              <a:solidFill>
                <a:prstClr val="black"/>
              </a:solidFill>
            </a:endParaRPr>
          </a:p>
        </p:txBody>
      </p:sp>
    </p:spTree>
    <p:extLst>
      <p:ext uri="{BB962C8B-B14F-4D97-AF65-F5344CB8AC3E}">
        <p14:creationId xmlns:p14="http://schemas.microsoft.com/office/powerpoint/2010/main" val="39212386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3528" y="332656"/>
            <a:ext cx="8420472" cy="1810460"/>
          </a:xfrm>
          <a:prstGeom prst="rect">
            <a:avLst/>
          </a:prstGeom>
          <a:solidFill>
            <a:schemeClr val="tx2">
              <a:lumMod val="40000"/>
              <a:lumOff val="60000"/>
            </a:schemeClr>
          </a:solidFill>
        </p:spPr>
        <p:txBody>
          <a:bodyPr>
            <a:noAutofit/>
          </a:bodyPr>
          <a:lstStyle/>
          <a:p>
            <a:pPr algn="ctr"/>
            <a:r>
              <a:rPr lang="en-US" sz="4800" b="1" dirty="0" smtClean="0">
                <a:solidFill>
                  <a:srgbClr val="002060"/>
                </a:solidFill>
              </a:rPr>
              <a:t>ARTIFICIAL  INTELLIGENCE</a:t>
            </a:r>
          </a:p>
          <a:p>
            <a:pPr algn="ctr"/>
            <a:r>
              <a:rPr lang="en-IN" sz="3600" b="1" dirty="0" smtClean="0">
                <a:solidFill>
                  <a:srgbClr val="C00000"/>
                </a:solidFill>
                <a:latin typeface="Cambria" pitchFamily="18" charset="0"/>
                <a:ea typeface="Cambria" pitchFamily="18" charset="0"/>
              </a:rPr>
              <a:t>Unit-II:</a:t>
            </a:r>
            <a:r>
              <a:rPr lang="en-IN" sz="3600" b="1" dirty="0" smtClean="0">
                <a:solidFill>
                  <a:srgbClr val="FF0000"/>
                </a:solidFill>
                <a:latin typeface="Cambria" pitchFamily="18" charset="0"/>
                <a:ea typeface="Cambria" pitchFamily="18" charset="0"/>
              </a:rPr>
              <a:t> </a:t>
            </a:r>
            <a:r>
              <a:rPr lang="en-US" sz="4400" b="1" dirty="0" smtClean="0">
                <a:solidFill>
                  <a:srgbClr val="C00000"/>
                </a:solidFill>
              </a:rPr>
              <a:t>Advanced  Search</a:t>
            </a:r>
            <a:endParaRPr lang="en-IN" sz="4400" b="1" dirty="0">
              <a:solidFill>
                <a:srgbClr val="C00000"/>
              </a:solidFill>
              <a:latin typeface="Cambria" pitchFamily="18" charset="0"/>
              <a:ea typeface="Cambria" pitchFamily="18" charset="0"/>
            </a:endParaRPr>
          </a:p>
          <a:p>
            <a:pPr algn="ctr"/>
            <a:endParaRPr lang="en-IN" sz="3200" b="1" dirty="0" smtClean="0">
              <a:solidFill>
                <a:srgbClr val="002060"/>
              </a:solidFill>
              <a:latin typeface="Cambria" pitchFamily="18" charset="0"/>
              <a:ea typeface="Cambria"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IN" sz="4800" b="1" i="0" u="none" strike="noStrike" kern="1200" cap="none" spc="0" normalizeH="0" baseline="0" noProof="0" dirty="0">
              <a:ln>
                <a:noFill/>
              </a:ln>
              <a:solidFill>
                <a:srgbClr val="FF0000"/>
              </a:solidFill>
              <a:effectLst/>
              <a:uLnTx/>
              <a:uFillTx/>
              <a:latin typeface="AR CENA" pitchFamily="2" charset="0"/>
              <a:ea typeface="+mj-ea"/>
              <a:cs typeface="+mj-cs"/>
            </a:endParaRPr>
          </a:p>
        </p:txBody>
      </p:sp>
      <p:sp>
        <p:nvSpPr>
          <p:cNvPr id="5" name="Subtitle 2"/>
          <p:cNvSpPr txBox="1">
            <a:spLocks/>
          </p:cNvSpPr>
          <p:nvPr/>
        </p:nvSpPr>
        <p:spPr bwMode="auto">
          <a:xfrm>
            <a:off x="0" y="4005064"/>
            <a:ext cx="9194800" cy="663575"/>
          </a:xfrm>
          <a:prstGeom prst="rect">
            <a:avLst/>
          </a:prstGeom>
          <a:noFill/>
          <a:ln w="9525">
            <a:noFill/>
            <a:miter lim="800000"/>
            <a:headEnd/>
            <a:tailEnd/>
          </a:ln>
        </p:spPr>
        <p:txBody>
          <a:bodyPr/>
          <a:lstStyle/>
          <a:p>
            <a:pPr algn="ctr" defTabSz="457200">
              <a:buClr>
                <a:schemeClr val="accent1"/>
              </a:buClr>
              <a:buSzPct val="80000"/>
              <a:buFont typeface="Wingdings 3" pitchFamily="18" charset="2"/>
              <a:buNone/>
            </a:pPr>
            <a:endParaRPr lang="en-IN" sz="2800" b="1" dirty="0">
              <a:solidFill>
                <a:srgbClr val="002060"/>
              </a:solidFill>
              <a:latin typeface="Agency FB" pitchFamily="34" charset="0"/>
            </a:endParaRPr>
          </a:p>
        </p:txBody>
      </p:sp>
      <p:pic>
        <p:nvPicPr>
          <p:cNvPr id="1026" name="Picture 2" descr="How e-commerce giants are using AI and marketing (Par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32856"/>
            <a:ext cx="3096344" cy="167830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2143116"/>
            <a:ext cx="5324128" cy="1668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21515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796908"/>
          </a:xfrm>
        </p:spPr>
        <p:txBody>
          <a:bodyPr>
            <a:normAutofit/>
          </a:bodyPr>
          <a:lstStyle/>
          <a:p>
            <a:r>
              <a:rPr lang="en-IN" b="1" dirty="0" smtClean="0"/>
              <a:t>Unit-II: </a:t>
            </a:r>
            <a:r>
              <a:rPr lang="en-US" b="1" dirty="0" smtClean="0"/>
              <a:t>Advanced  Search</a:t>
            </a:r>
            <a:endParaRPr lang="en-IN" dirty="0"/>
          </a:p>
        </p:txBody>
      </p:sp>
      <p:sp>
        <p:nvSpPr>
          <p:cNvPr id="3" name="Content Placeholder 2"/>
          <p:cNvSpPr>
            <a:spLocks noGrp="1"/>
          </p:cNvSpPr>
          <p:nvPr>
            <p:ph sz="quarter" idx="1"/>
          </p:nvPr>
        </p:nvSpPr>
        <p:spPr>
          <a:xfrm>
            <a:off x="357158" y="1617681"/>
            <a:ext cx="8429684" cy="4525963"/>
          </a:xfrm>
        </p:spPr>
        <p:txBody>
          <a:bodyPr>
            <a:normAutofit/>
          </a:bodyPr>
          <a:lstStyle/>
          <a:p>
            <a:r>
              <a:rPr lang="en-US" dirty="0" smtClean="0"/>
              <a:t>Constraint </a:t>
            </a:r>
            <a:r>
              <a:rPr lang="en-US" dirty="0"/>
              <a:t>Satisfaction (Backtracking, Local </a:t>
            </a:r>
            <a:r>
              <a:rPr lang="en-US" dirty="0" smtClean="0"/>
              <a:t>Search)</a:t>
            </a:r>
          </a:p>
          <a:p>
            <a:r>
              <a:rPr lang="en-US" dirty="0" smtClean="0"/>
              <a:t>Constructing  </a:t>
            </a:r>
            <a:r>
              <a:rPr lang="en-US" dirty="0"/>
              <a:t>Search  </a:t>
            </a:r>
            <a:r>
              <a:rPr lang="en-US" dirty="0" smtClean="0"/>
              <a:t>Trees</a:t>
            </a:r>
          </a:p>
          <a:p>
            <a:r>
              <a:rPr lang="en-US" dirty="0" smtClean="0"/>
              <a:t>Stochastic  Search </a:t>
            </a:r>
          </a:p>
          <a:p>
            <a:r>
              <a:rPr lang="en-US" dirty="0" smtClean="0"/>
              <a:t>A</a:t>
            </a:r>
            <a:r>
              <a:rPr lang="en-US" dirty="0"/>
              <a:t>*  Search  </a:t>
            </a:r>
            <a:r>
              <a:rPr lang="en-US" dirty="0" smtClean="0"/>
              <a:t>Implementation</a:t>
            </a:r>
          </a:p>
          <a:p>
            <a:r>
              <a:rPr lang="en-US" dirty="0" err="1" smtClean="0"/>
              <a:t>Minimax</a:t>
            </a:r>
            <a:r>
              <a:rPr lang="en-US" dirty="0" smtClean="0"/>
              <a:t> Search</a:t>
            </a:r>
          </a:p>
          <a:p>
            <a:r>
              <a:rPr lang="en-US" dirty="0" smtClean="0"/>
              <a:t>Alpha-Beta Pruning</a:t>
            </a:r>
            <a:endParaRPr lang="en-IN" dirty="0"/>
          </a:p>
          <a:p>
            <a:endParaRPr lang="en-IN" dirty="0"/>
          </a:p>
        </p:txBody>
      </p:sp>
      <p:cxnSp>
        <p:nvCxnSpPr>
          <p:cNvPr id="6" name="Straight Connector 5"/>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3736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Constraint </a:t>
            </a:r>
            <a:r>
              <a:rPr lang="en-US" sz="3200" b="1" dirty="0" smtClean="0"/>
              <a:t>Satisfaction Problem (CSP)</a:t>
            </a:r>
            <a:endParaRPr lang="en-US" sz="3200" b="1" dirty="0" smtClean="0">
              <a:solidFill>
                <a:schemeClr val="accent3">
                  <a:lumMod val="50000"/>
                </a:schemeClr>
              </a:solidFill>
            </a:endParaRPr>
          </a:p>
        </p:txBody>
      </p:sp>
      <p:sp>
        <p:nvSpPr>
          <p:cNvPr id="13315" name="Rectangle 3"/>
          <p:cNvSpPr>
            <a:spLocks noGrp="1" noChangeArrowheads="1"/>
          </p:cNvSpPr>
          <p:nvPr>
            <p:ph sz="quarter" idx="1"/>
          </p:nvPr>
        </p:nvSpPr>
        <p:spPr>
          <a:xfrm>
            <a:off x="285720" y="1500174"/>
            <a:ext cx="8572560" cy="5229200"/>
          </a:xfrm>
        </p:spPr>
        <p:txBody>
          <a:bodyPr>
            <a:noAutofit/>
          </a:bodyPr>
          <a:lstStyle/>
          <a:p>
            <a:r>
              <a:rPr lang="en-US" sz="2800" dirty="0"/>
              <a:t>states </a:t>
            </a:r>
            <a:r>
              <a:rPr lang="en-US" sz="2800" dirty="0" smtClean="0"/>
              <a:t>evaluated by heuristics and </a:t>
            </a:r>
            <a:r>
              <a:rPr lang="en-US" sz="2800" dirty="0"/>
              <a:t>goal test conform to a </a:t>
            </a:r>
            <a:r>
              <a:rPr lang="en-US" sz="2800" b="1" dirty="0"/>
              <a:t>standard</a:t>
            </a:r>
            <a:r>
              <a:rPr lang="en-US" sz="2800" dirty="0"/>
              <a:t>, </a:t>
            </a:r>
            <a:r>
              <a:rPr lang="en-US" sz="2800" b="1" dirty="0"/>
              <a:t>structured</a:t>
            </a:r>
            <a:r>
              <a:rPr lang="en-US" sz="2800" dirty="0"/>
              <a:t> and simple </a:t>
            </a:r>
            <a:r>
              <a:rPr lang="en-US" sz="2800" dirty="0" smtClean="0"/>
              <a:t>representation</a:t>
            </a:r>
          </a:p>
          <a:p>
            <a:endParaRPr lang="en-US" sz="2800" dirty="0" smtClean="0"/>
          </a:p>
          <a:p>
            <a:r>
              <a:rPr lang="en-US" sz="2800" b="1" dirty="0"/>
              <a:t>Constraint satisfaction problems </a:t>
            </a:r>
            <a:r>
              <a:rPr lang="en-US" sz="2800" dirty="0"/>
              <a:t>or </a:t>
            </a:r>
            <a:r>
              <a:rPr lang="en-US" sz="2800" b="1" dirty="0"/>
              <a:t>CSP</a:t>
            </a:r>
            <a:r>
              <a:rPr lang="en-US" sz="2800" dirty="0"/>
              <a:t>s are </a:t>
            </a:r>
            <a:r>
              <a:rPr lang="en-US" sz="2800" dirty="0">
                <a:solidFill>
                  <a:srgbClr val="FF0000"/>
                </a:solidFill>
              </a:rPr>
              <a:t>mathematical</a:t>
            </a:r>
            <a:r>
              <a:rPr lang="en-US" sz="2800" dirty="0"/>
              <a:t> problems where one must </a:t>
            </a:r>
            <a:r>
              <a:rPr lang="en-US" sz="2800" b="1" dirty="0"/>
              <a:t>find</a:t>
            </a:r>
            <a:r>
              <a:rPr lang="en-US" sz="2800" dirty="0"/>
              <a:t> states or objects that </a:t>
            </a:r>
            <a:r>
              <a:rPr lang="en-US" sz="2800" b="1" dirty="0"/>
              <a:t>satisfy</a:t>
            </a:r>
            <a:r>
              <a:rPr lang="en-US" sz="2800" dirty="0"/>
              <a:t> a number of </a:t>
            </a:r>
            <a:r>
              <a:rPr lang="en-US" sz="2800" i="1" dirty="0"/>
              <a:t>constraints </a:t>
            </a:r>
            <a:r>
              <a:rPr lang="en-US" sz="2800" dirty="0"/>
              <a:t>or criteria. </a:t>
            </a:r>
            <a:endParaRPr lang="en-US" sz="2800" dirty="0" smtClean="0"/>
          </a:p>
          <a:p>
            <a:r>
              <a:rPr lang="en-US" sz="2800" dirty="0" smtClean="0"/>
              <a:t>A </a:t>
            </a:r>
            <a:r>
              <a:rPr lang="en-US" sz="2800" dirty="0"/>
              <a:t>constraint is a </a:t>
            </a:r>
            <a:r>
              <a:rPr lang="en-US" sz="2800" b="1" dirty="0"/>
              <a:t>restriction</a:t>
            </a:r>
            <a:r>
              <a:rPr lang="en-US" sz="2800" dirty="0"/>
              <a:t> of the </a:t>
            </a:r>
            <a:r>
              <a:rPr lang="en-US" sz="2800" b="1" dirty="0"/>
              <a:t>feasible solutions </a:t>
            </a:r>
            <a:r>
              <a:rPr lang="en-US" sz="2800" dirty="0"/>
              <a:t>in an optimization problem. </a:t>
            </a:r>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8679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Constraint </a:t>
            </a:r>
            <a:r>
              <a:rPr lang="en-US" sz="3200" b="1" dirty="0" smtClean="0"/>
              <a:t>Satisfaction Problem (CSP)</a:t>
            </a:r>
            <a:endParaRPr lang="en-US" sz="3200" b="1" dirty="0" smtClean="0">
              <a:solidFill>
                <a:schemeClr val="accent3">
                  <a:lumMod val="50000"/>
                </a:schemeClr>
              </a:solidFill>
            </a:endParaRPr>
          </a:p>
        </p:txBody>
      </p:sp>
      <p:sp>
        <p:nvSpPr>
          <p:cNvPr id="13315" name="Rectangle 3"/>
          <p:cNvSpPr>
            <a:spLocks noGrp="1" noChangeArrowheads="1"/>
          </p:cNvSpPr>
          <p:nvPr>
            <p:ph sz="quarter" idx="1"/>
          </p:nvPr>
        </p:nvSpPr>
        <p:spPr>
          <a:xfrm>
            <a:off x="285720" y="1500174"/>
            <a:ext cx="8534752" cy="5229200"/>
          </a:xfrm>
        </p:spPr>
        <p:txBody>
          <a:bodyPr>
            <a:noAutofit/>
          </a:bodyPr>
          <a:lstStyle/>
          <a:p>
            <a:r>
              <a:rPr lang="en-IN" sz="2800" dirty="0" smtClean="0"/>
              <a:t>CSP </a:t>
            </a:r>
            <a:r>
              <a:rPr lang="en-IN" sz="2800" dirty="0"/>
              <a:t>is a problem composed of a </a:t>
            </a:r>
          </a:p>
          <a:p>
            <a:pPr lvl="1">
              <a:buClr>
                <a:schemeClr val="accent1"/>
              </a:buClr>
            </a:pPr>
            <a:r>
              <a:rPr lang="en-IN" sz="2400" dirty="0">
                <a:solidFill>
                  <a:schemeClr val="tx1"/>
                </a:solidFill>
              </a:rPr>
              <a:t>finite set of </a:t>
            </a:r>
            <a:r>
              <a:rPr lang="en-IN" sz="2400" b="1" dirty="0">
                <a:solidFill>
                  <a:srgbClr val="FF0000"/>
                </a:solidFill>
              </a:rPr>
              <a:t>variables</a:t>
            </a:r>
            <a:r>
              <a:rPr lang="en-IN" sz="2400" dirty="0">
                <a:solidFill>
                  <a:schemeClr val="tx1"/>
                </a:solidFill>
              </a:rPr>
              <a:t>, </a:t>
            </a:r>
          </a:p>
          <a:p>
            <a:pPr lvl="1">
              <a:buClr>
                <a:schemeClr val="accent1"/>
              </a:buClr>
            </a:pPr>
            <a:r>
              <a:rPr lang="en-IN" sz="2400" dirty="0">
                <a:solidFill>
                  <a:schemeClr val="tx1"/>
                </a:solidFill>
              </a:rPr>
              <a:t>each of which has a finite </a:t>
            </a:r>
            <a:r>
              <a:rPr lang="en-IN" sz="2400" b="1" dirty="0">
                <a:solidFill>
                  <a:schemeClr val="tx1"/>
                </a:solidFill>
              </a:rPr>
              <a:t>domain</a:t>
            </a:r>
            <a:r>
              <a:rPr lang="en-IN" sz="2400" dirty="0">
                <a:solidFill>
                  <a:schemeClr val="tx1"/>
                </a:solidFill>
              </a:rPr>
              <a:t> of </a:t>
            </a:r>
            <a:r>
              <a:rPr lang="en-IN" sz="2400" b="1" dirty="0">
                <a:solidFill>
                  <a:srgbClr val="FF0000"/>
                </a:solidFill>
              </a:rPr>
              <a:t>values</a:t>
            </a:r>
            <a:r>
              <a:rPr lang="en-IN" sz="2400" dirty="0">
                <a:solidFill>
                  <a:schemeClr val="tx1"/>
                </a:solidFill>
              </a:rPr>
              <a:t>, and </a:t>
            </a:r>
          </a:p>
          <a:p>
            <a:pPr lvl="1">
              <a:buClr>
                <a:schemeClr val="accent1"/>
              </a:buClr>
            </a:pPr>
            <a:r>
              <a:rPr lang="en-IN" sz="2400" dirty="0">
                <a:solidFill>
                  <a:schemeClr val="tx1"/>
                </a:solidFill>
              </a:rPr>
              <a:t>a set of </a:t>
            </a:r>
            <a:r>
              <a:rPr lang="en-IN" sz="2400" b="1" dirty="0" smtClean="0">
                <a:solidFill>
                  <a:srgbClr val="FF0000"/>
                </a:solidFill>
              </a:rPr>
              <a:t>constraints</a:t>
            </a:r>
            <a:endParaRPr lang="en-IN" sz="2800" dirty="0" smtClean="0">
              <a:solidFill>
                <a:srgbClr val="FF0000"/>
              </a:solidFill>
            </a:endParaRPr>
          </a:p>
          <a:p>
            <a:r>
              <a:rPr lang="en-IN" sz="2800" dirty="0" smtClean="0"/>
              <a:t>Each constraint is defined over some subset of the original </a:t>
            </a:r>
            <a:r>
              <a:rPr lang="en-IN" sz="2800" b="1" dirty="0" smtClean="0"/>
              <a:t>set</a:t>
            </a:r>
            <a:r>
              <a:rPr lang="en-IN" sz="2800" dirty="0" smtClean="0"/>
              <a:t> of </a:t>
            </a:r>
            <a:r>
              <a:rPr lang="en-IN" sz="2800" b="1" dirty="0" smtClean="0"/>
              <a:t>variables</a:t>
            </a:r>
            <a:r>
              <a:rPr lang="en-IN" sz="2800" dirty="0" smtClean="0"/>
              <a:t> and </a:t>
            </a:r>
            <a:r>
              <a:rPr lang="en-IN" sz="2800" b="1" dirty="0" smtClean="0"/>
              <a:t>restricts</a:t>
            </a:r>
            <a:r>
              <a:rPr lang="en-IN" sz="2800" dirty="0" smtClean="0"/>
              <a:t> the values these variables can simultaneously take. </a:t>
            </a:r>
          </a:p>
          <a:p>
            <a:r>
              <a:rPr lang="en-IN" sz="2800" dirty="0" smtClean="0"/>
              <a:t>The task is to find an </a:t>
            </a:r>
            <a:r>
              <a:rPr lang="en-IN" sz="2800" b="1" dirty="0" smtClean="0"/>
              <a:t>assignment</a:t>
            </a:r>
            <a:r>
              <a:rPr lang="en-IN" sz="2800" dirty="0" smtClean="0"/>
              <a:t> of a value for each variable such that the assignments </a:t>
            </a:r>
            <a:r>
              <a:rPr lang="en-IN" sz="2800" b="1" dirty="0" smtClean="0"/>
              <a:t>satisfy</a:t>
            </a:r>
            <a:r>
              <a:rPr lang="en-IN" sz="2800" dirty="0" smtClean="0"/>
              <a:t> all the constraints.</a:t>
            </a:r>
            <a:endParaRPr lang="en-US" sz="2400" dirty="0" smtClean="0">
              <a:latin typeface="Bahnschrift SemiBold SemiConden" pitchFamily="34" charset="0"/>
            </a:endParaRPr>
          </a:p>
          <a:p>
            <a:endParaRPr lang="en-US" sz="14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690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en-IN" dirty="0" smtClean="0"/>
              <a:t>Example 1</a:t>
            </a:r>
            <a:endParaRPr lang="en-IN" dirty="0"/>
          </a:p>
        </p:txBody>
      </p:sp>
      <p:sp>
        <p:nvSpPr>
          <p:cNvPr id="6" name="Text Placeholder 5"/>
          <p:cNvSpPr>
            <a:spLocks noGrp="1"/>
          </p:cNvSpPr>
          <p:nvPr>
            <p:ph type="body" sz="half" idx="3"/>
          </p:nvPr>
        </p:nvSpPr>
        <p:spPr/>
        <p:txBody>
          <a:bodyPr/>
          <a:lstStyle/>
          <a:p>
            <a:r>
              <a:rPr lang="en-IN" dirty="0" smtClean="0"/>
              <a:t>Example 2</a:t>
            </a:r>
            <a:endParaRPr lang="en-IN" dirty="0"/>
          </a:p>
        </p:txBody>
      </p:sp>
      <p:sp>
        <p:nvSpPr>
          <p:cNvPr id="3" name="Content Placeholder 2"/>
          <p:cNvSpPr>
            <a:spLocks noGrp="1"/>
          </p:cNvSpPr>
          <p:nvPr>
            <p:ph sz="quarter" idx="2"/>
          </p:nvPr>
        </p:nvSpPr>
        <p:spPr>
          <a:xfrm>
            <a:off x="301752" y="2276872"/>
            <a:ext cx="4041648" cy="4176464"/>
          </a:xfrm>
        </p:spPr>
        <p:txBody>
          <a:bodyPr>
            <a:normAutofit fontScale="85000" lnSpcReduction="20000"/>
          </a:bodyPr>
          <a:lstStyle/>
          <a:p>
            <a:r>
              <a:rPr lang="en-US" dirty="0" smtClean="0"/>
              <a:t>Different </a:t>
            </a:r>
            <a:r>
              <a:rPr lang="en-US" dirty="0"/>
              <a:t>classrooms are of different capacity and an examination can only </a:t>
            </a:r>
            <a:r>
              <a:rPr lang="en-US" dirty="0" smtClean="0"/>
              <a:t>be scheduled </a:t>
            </a:r>
            <a:r>
              <a:rPr lang="en-US" dirty="0"/>
              <a:t>in a classroom that has enough seats for students who are </a:t>
            </a:r>
            <a:r>
              <a:rPr lang="en-US" dirty="0" smtClean="0"/>
              <a:t>going </a:t>
            </a:r>
            <a:r>
              <a:rPr lang="en-US" dirty="0"/>
              <a:t>to take that </a:t>
            </a:r>
            <a:r>
              <a:rPr lang="en-US" dirty="0" smtClean="0"/>
              <a:t>examination</a:t>
            </a:r>
          </a:p>
          <a:p>
            <a:endParaRPr lang="en-US" dirty="0" smtClean="0"/>
          </a:p>
          <a:p>
            <a:r>
              <a:rPr lang="en-IN" dirty="0" smtClean="0"/>
              <a:t>Some students may take part in several examinations and these examinations can not be scheduled in the same time slot.</a:t>
            </a:r>
            <a:endParaRPr lang="en-US" dirty="0" smtClean="0"/>
          </a:p>
          <a:p>
            <a:endParaRPr lang="en-IN" dirty="0"/>
          </a:p>
        </p:txBody>
      </p:sp>
      <p:pic>
        <p:nvPicPr>
          <p:cNvPr id="5" name="Picture 2" descr="Constraint-Satisfaction Problems in Python - Manning"/>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tretch>
            <a:fillRect/>
          </a:stretch>
        </p:blipFill>
        <p:spPr bwMode="auto">
          <a:xfrm>
            <a:off x="4932040" y="2276872"/>
            <a:ext cx="3816423" cy="41044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IN" dirty="0" smtClean="0"/>
              <a:t>Examples</a:t>
            </a:r>
            <a:endParaRPr lang="en-IN" dirty="0"/>
          </a:p>
        </p:txBody>
      </p:sp>
    </p:spTree>
    <p:extLst>
      <p:ext uri="{BB962C8B-B14F-4D97-AF65-F5344CB8AC3E}">
        <p14:creationId xmlns:p14="http://schemas.microsoft.com/office/powerpoint/2010/main" val="3268630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872528"/>
            <a:ext cx="8356540" cy="553998"/>
          </a:xfrm>
          <a:prstGeom prst="rect">
            <a:avLst/>
          </a:prstGeom>
        </p:spPr>
        <p:txBody>
          <a:bodyPr vert="horz" wrap="square" lIns="0" tIns="0" rIns="0" bIns="0" rtlCol="0">
            <a:spAutoFit/>
          </a:bodyPr>
          <a:lstStyle/>
          <a:p>
            <a:pPr marL="12700" marR="5080"/>
            <a:r>
              <a:rPr sz="3600" b="1" spc="-45" dirty="0">
                <a:solidFill>
                  <a:prstClr val="black"/>
                </a:solidFill>
                <a:latin typeface="Arial Black"/>
                <a:cs typeface="Arial Black"/>
              </a:rPr>
              <a:t>C</a:t>
            </a:r>
            <a:r>
              <a:rPr sz="3600" b="1" spc="-25" dirty="0">
                <a:solidFill>
                  <a:prstClr val="black"/>
                </a:solidFill>
                <a:latin typeface="Arial Black"/>
                <a:cs typeface="Arial Black"/>
              </a:rPr>
              <a:t>o</a:t>
            </a:r>
            <a:r>
              <a:rPr sz="3600" b="1" spc="-30" dirty="0">
                <a:solidFill>
                  <a:prstClr val="black"/>
                </a:solidFill>
                <a:latin typeface="Arial Black"/>
                <a:cs typeface="Arial Black"/>
              </a:rPr>
              <a:t>n</a:t>
            </a:r>
            <a:r>
              <a:rPr sz="3600" b="1" spc="-40" dirty="0">
                <a:solidFill>
                  <a:prstClr val="black"/>
                </a:solidFill>
                <a:latin typeface="Arial Black"/>
                <a:cs typeface="Arial Black"/>
              </a:rPr>
              <a:t>s</a:t>
            </a:r>
            <a:r>
              <a:rPr sz="3600" b="1" spc="-25" dirty="0">
                <a:solidFill>
                  <a:prstClr val="black"/>
                </a:solidFill>
                <a:latin typeface="Arial Black"/>
                <a:cs typeface="Arial Black"/>
              </a:rPr>
              <a:t>t</a:t>
            </a:r>
            <a:r>
              <a:rPr sz="3600" b="1" spc="-30" dirty="0">
                <a:solidFill>
                  <a:prstClr val="black"/>
                </a:solidFill>
                <a:latin typeface="Arial Black"/>
                <a:cs typeface="Arial Black"/>
              </a:rPr>
              <a:t>ra</a:t>
            </a:r>
            <a:r>
              <a:rPr sz="3600" b="1" dirty="0">
                <a:solidFill>
                  <a:prstClr val="black"/>
                </a:solidFill>
                <a:latin typeface="Arial Black"/>
                <a:cs typeface="Arial Black"/>
              </a:rPr>
              <a:t>i</a:t>
            </a:r>
            <a:r>
              <a:rPr sz="3600" b="1" spc="-5" dirty="0">
                <a:solidFill>
                  <a:prstClr val="black"/>
                </a:solidFill>
                <a:latin typeface="Arial Black"/>
                <a:cs typeface="Arial Black"/>
              </a:rPr>
              <a:t>n</a:t>
            </a:r>
            <a:r>
              <a:rPr sz="3600" b="1" spc="-20" dirty="0">
                <a:solidFill>
                  <a:prstClr val="black"/>
                </a:solidFill>
                <a:latin typeface="Arial Black"/>
                <a:cs typeface="Arial Black"/>
              </a:rPr>
              <a:t>t</a:t>
            </a:r>
            <a:r>
              <a:rPr sz="3600" b="1" spc="295" dirty="0">
                <a:solidFill>
                  <a:prstClr val="black"/>
                </a:solidFill>
                <a:latin typeface="Times New Roman"/>
                <a:cs typeface="Times New Roman"/>
              </a:rPr>
              <a:t> </a:t>
            </a:r>
            <a:r>
              <a:rPr sz="3600" b="1" spc="-30" dirty="0" smtClean="0">
                <a:solidFill>
                  <a:prstClr val="black"/>
                </a:solidFill>
                <a:latin typeface="Arial Black"/>
                <a:cs typeface="Arial Black"/>
              </a:rPr>
              <a:t>sat</a:t>
            </a:r>
            <a:r>
              <a:rPr sz="3600" b="1" spc="-15" dirty="0" smtClean="0">
                <a:solidFill>
                  <a:prstClr val="black"/>
                </a:solidFill>
                <a:latin typeface="Arial Black"/>
                <a:cs typeface="Arial Black"/>
              </a:rPr>
              <a:t>i</a:t>
            </a:r>
            <a:r>
              <a:rPr sz="3600" b="1" spc="-30" dirty="0" smtClean="0">
                <a:solidFill>
                  <a:prstClr val="black"/>
                </a:solidFill>
                <a:latin typeface="Arial Black"/>
                <a:cs typeface="Arial Black"/>
              </a:rPr>
              <a:t>s</a:t>
            </a:r>
            <a:r>
              <a:rPr sz="3600" b="1" spc="-5" dirty="0" smtClean="0">
                <a:solidFill>
                  <a:prstClr val="black"/>
                </a:solidFill>
                <a:latin typeface="Arial Black"/>
                <a:cs typeface="Arial Black"/>
              </a:rPr>
              <a:t>fa</a:t>
            </a:r>
            <a:r>
              <a:rPr sz="3600" b="1" spc="-25" dirty="0" smtClean="0">
                <a:solidFill>
                  <a:prstClr val="black"/>
                </a:solidFill>
                <a:latin typeface="Arial Black"/>
                <a:cs typeface="Arial Black"/>
              </a:rPr>
              <a:t>ct</a:t>
            </a:r>
            <a:r>
              <a:rPr sz="3600" b="1" dirty="0" smtClean="0">
                <a:solidFill>
                  <a:prstClr val="black"/>
                </a:solidFill>
                <a:latin typeface="Arial Black"/>
                <a:cs typeface="Arial Black"/>
              </a:rPr>
              <a:t>i</a:t>
            </a:r>
            <a:r>
              <a:rPr sz="3600" b="1" spc="-5" dirty="0" smtClean="0">
                <a:solidFill>
                  <a:prstClr val="black"/>
                </a:solidFill>
                <a:latin typeface="Arial Black"/>
                <a:cs typeface="Arial Black"/>
              </a:rPr>
              <a:t>o</a:t>
            </a:r>
            <a:r>
              <a:rPr sz="3600" b="1" spc="-25" dirty="0" smtClean="0">
                <a:solidFill>
                  <a:prstClr val="black"/>
                </a:solidFill>
                <a:latin typeface="Arial Black"/>
                <a:cs typeface="Arial Black"/>
              </a:rPr>
              <a:t>n</a:t>
            </a:r>
            <a:r>
              <a:rPr lang="en-IN" sz="3600" b="1" spc="-25" dirty="0">
                <a:solidFill>
                  <a:prstClr val="black"/>
                </a:solidFill>
                <a:latin typeface="Arial Black"/>
                <a:cs typeface="Arial Black"/>
              </a:rPr>
              <a:t> </a:t>
            </a:r>
            <a:r>
              <a:rPr sz="3600" b="1" spc="-25" dirty="0" smtClean="0">
                <a:solidFill>
                  <a:prstClr val="black"/>
                </a:solidFill>
                <a:latin typeface="Arial Black"/>
                <a:cs typeface="Arial Black"/>
              </a:rPr>
              <a:t>pr</a:t>
            </a:r>
            <a:r>
              <a:rPr sz="3600" b="1" spc="-40" dirty="0" smtClean="0">
                <a:solidFill>
                  <a:prstClr val="black"/>
                </a:solidFill>
                <a:latin typeface="Arial Black"/>
                <a:cs typeface="Arial Black"/>
              </a:rPr>
              <a:t>o</a:t>
            </a:r>
            <a:r>
              <a:rPr sz="3600" b="1" spc="-25" dirty="0" smtClean="0">
                <a:solidFill>
                  <a:prstClr val="black"/>
                </a:solidFill>
                <a:latin typeface="Arial Black"/>
                <a:cs typeface="Arial Black"/>
              </a:rPr>
              <a:t>b</a:t>
            </a:r>
            <a:r>
              <a:rPr sz="3600" b="1" spc="-10" dirty="0" smtClean="0">
                <a:solidFill>
                  <a:prstClr val="black"/>
                </a:solidFill>
                <a:latin typeface="Arial Black"/>
                <a:cs typeface="Arial Black"/>
              </a:rPr>
              <a:t>l</a:t>
            </a:r>
            <a:r>
              <a:rPr sz="3600" b="1" spc="-30" dirty="0" smtClean="0">
                <a:solidFill>
                  <a:prstClr val="black"/>
                </a:solidFill>
                <a:latin typeface="Arial Black"/>
                <a:cs typeface="Arial Black"/>
              </a:rPr>
              <a:t>ems</a:t>
            </a:r>
            <a:endParaRPr sz="3600" dirty="0">
              <a:solidFill>
                <a:prstClr val="black"/>
              </a:solidFill>
              <a:latin typeface="Arial Black"/>
              <a:cs typeface="Arial Black"/>
            </a:endParaRPr>
          </a:p>
        </p:txBody>
      </p:sp>
      <p:sp>
        <p:nvSpPr>
          <p:cNvPr id="3" name="object 3"/>
          <p:cNvSpPr txBox="1"/>
          <p:nvPr/>
        </p:nvSpPr>
        <p:spPr>
          <a:xfrm>
            <a:off x="535940" y="206072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sp>
        <p:nvSpPr>
          <p:cNvPr id="4" name="object 4"/>
          <p:cNvSpPr txBox="1"/>
          <p:nvPr/>
        </p:nvSpPr>
        <p:spPr>
          <a:xfrm>
            <a:off x="878839" y="2038076"/>
            <a:ext cx="2088514" cy="355600"/>
          </a:xfrm>
          <a:prstGeom prst="rect">
            <a:avLst/>
          </a:prstGeom>
        </p:spPr>
        <p:txBody>
          <a:bodyPr vert="horz" wrap="square" lIns="0" tIns="0" rIns="0" bIns="0" rtlCol="0">
            <a:spAutoFit/>
          </a:bodyPr>
          <a:lstStyle/>
          <a:p>
            <a:pPr marL="12700"/>
            <a:r>
              <a:rPr sz="2600" spc="-30" dirty="0">
                <a:solidFill>
                  <a:prstClr val="black"/>
                </a:solidFill>
                <a:latin typeface="Times New Roman"/>
                <a:cs typeface="Times New Roman"/>
              </a:rPr>
              <a:t>W</a:t>
            </a:r>
            <a:r>
              <a:rPr sz="2600" spc="-15" dirty="0">
                <a:solidFill>
                  <a:prstClr val="black"/>
                </a:solidFill>
                <a:latin typeface="Times New Roman"/>
                <a:cs typeface="Times New Roman"/>
              </a:rPr>
              <a:t>hat i</a:t>
            </a:r>
            <a:r>
              <a:rPr sz="2600" dirty="0">
                <a:solidFill>
                  <a:prstClr val="black"/>
                </a:solidFill>
                <a:latin typeface="Times New Roman"/>
                <a:cs typeface="Times New Roman"/>
              </a:rPr>
              <a:t>s</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a</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C</a:t>
            </a:r>
            <a:r>
              <a:rPr sz="2600" dirty="0">
                <a:solidFill>
                  <a:prstClr val="black"/>
                </a:solidFill>
                <a:latin typeface="Times New Roman"/>
                <a:cs typeface="Times New Roman"/>
              </a:rPr>
              <a:t>S</a:t>
            </a:r>
            <a:r>
              <a:rPr sz="2600" spc="10" dirty="0">
                <a:solidFill>
                  <a:prstClr val="black"/>
                </a:solidFill>
                <a:latin typeface="Times New Roman"/>
                <a:cs typeface="Times New Roman"/>
              </a:rPr>
              <a:t>P</a:t>
            </a:r>
            <a:r>
              <a:rPr sz="2600" spc="-15" dirty="0">
                <a:solidFill>
                  <a:prstClr val="black"/>
                </a:solidFill>
                <a:latin typeface="Times New Roman"/>
                <a:cs typeface="Times New Roman"/>
              </a:rPr>
              <a:t>?</a:t>
            </a:r>
            <a:endParaRPr sz="2600">
              <a:solidFill>
                <a:prstClr val="black"/>
              </a:solidFill>
              <a:latin typeface="Times New Roman"/>
              <a:cs typeface="Times New Roman"/>
            </a:endParaRPr>
          </a:p>
        </p:txBody>
      </p:sp>
      <p:sp>
        <p:nvSpPr>
          <p:cNvPr id="5" name="object 5"/>
          <p:cNvSpPr txBox="1"/>
          <p:nvPr/>
        </p:nvSpPr>
        <p:spPr>
          <a:xfrm>
            <a:off x="993139" y="2469696"/>
            <a:ext cx="188595" cy="867410"/>
          </a:xfrm>
          <a:prstGeom prst="rect">
            <a:avLst/>
          </a:prstGeom>
        </p:spPr>
        <p:txBody>
          <a:bodyPr vert="horz" wrap="square" lIns="0" tIns="0" rIns="0" bIns="0" rtlCol="0">
            <a:spAutoFit/>
          </a:bodyPr>
          <a:lstStyle/>
          <a:p>
            <a:pPr marL="12700"/>
            <a:r>
              <a:rPr sz="1450" spc="-175" dirty="0">
                <a:solidFill>
                  <a:srgbClr val="9898CC"/>
                </a:solidFill>
                <a:latin typeface="OpenSymbol"/>
                <a:cs typeface="OpenSymbol"/>
              </a:rPr>
              <a:t></a:t>
            </a:r>
            <a:endParaRPr sz="1450">
              <a:solidFill>
                <a:prstClr val="black"/>
              </a:solidFill>
              <a:latin typeface="OpenSymbol"/>
              <a:cs typeface="OpenSymbol"/>
            </a:endParaRPr>
          </a:p>
          <a:p>
            <a:pPr marL="12700">
              <a:spcBef>
                <a:spcPts val="970"/>
              </a:spcBef>
            </a:pPr>
            <a:r>
              <a:rPr sz="1400" spc="-130" dirty="0">
                <a:solidFill>
                  <a:srgbClr val="9898CC"/>
                </a:solidFill>
                <a:latin typeface="OpenSymbol"/>
                <a:cs typeface="OpenSymbol"/>
              </a:rPr>
              <a:t></a:t>
            </a:r>
            <a:endParaRPr sz="1400">
              <a:solidFill>
                <a:prstClr val="black"/>
              </a:solidFill>
              <a:latin typeface="OpenSymbol"/>
              <a:cs typeface="OpenSymbol"/>
            </a:endParaRPr>
          </a:p>
          <a:p>
            <a:pPr marL="12700">
              <a:spcBef>
                <a:spcPts val="800"/>
              </a:spcBef>
            </a:pPr>
            <a:r>
              <a:rPr sz="1450" spc="-175" dirty="0">
                <a:solidFill>
                  <a:srgbClr val="9898CC"/>
                </a:solidFill>
                <a:latin typeface="OpenSymbol"/>
                <a:cs typeface="OpenSymbol"/>
              </a:rPr>
              <a:t></a:t>
            </a:r>
            <a:endParaRPr sz="1450">
              <a:solidFill>
                <a:prstClr val="black"/>
              </a:solidFill>
              <a:latin typeface="OpenSymbol"/>
              <a:cs typeface="OpenSymbol"/>
            </a:endParaRPr>
          </a:p>
        </p:txBody>
      </p:sp>
      <p:sp>
        <p:nvSpPr>
          <p:cNvPr id="6" name="object 6"/>
          <p:cNvSpPr txBox="1">
            <a:spLocks noGrp="1"/>
          </p:cNvSpPr>
          <p:nvPr>
            <p:ph type="body" idx="1"/>
          </p:nvPr>
        </p:nvSpPr>
        <p:spPr>
          <a:xfrm>
            <a:off x="535940" y="1988840"/>
            <a:ext cx="8072119" cy="2233057"/>
          </a:xfrm>
          <a:prstGeom prst="rect">
            <a:avLst/>
          </a:prstGeom>
        </p:spPr>
        <p:txBody>
          <a:bodyPr vert="horz" wrap="square" lIns="0" tIns="397901" rIns="0" bIns="0" rtlCol="0">
            <a:spAutoFit/>
          </a:bodyPr>
          <a:lstStyle/>
          <a:p>
            <a:pPr marL="755650">
              <a:lnSpc>
                <a:spcPct val="100000"/>
              </a:lnSpc>
            </a:pPr>
            <a:r>
              <a:rPr sz="1800" b="1" dirty="0">
                <a:latin typeface="Arial Black"/>
                <a:cs typeface="Arial Black"/>
              </a:rPr>
              <a:t>Finite</a:t>
            </a:r>
            <a:r>
              <a:rPr sz="1800" b="1" dirty="0"/>
              <a:t> </a:t>
            </a:r>
            <a:r>
              <a:rPr sz="1800" b="1" dirty="0">
                <a:latin typeface="Arial Black"/>
                <a:cs typeface="Arial Black"/>
              </a:rPr>
              <a:t>set</a:t>
            </a:r>
            <a:r>
              <a:rPr sz="1800" b="1" dirty="0"/>
              <a:t> </a:t>
            </a:r>
            <a:r>
              <a:rPr sz="1800" b="1" dirty="0">
                <a:latin typeface="Arial Black"/>
                <a:cs typeface="Arial Black"/>
              </a:rPr>
              <a:t>of</a:t>
            </a:r>
            <a:r>
              <a:rPr sz="1800" b="1" dirty="0"/>
              <a:t> </a:t>
            </a:r>
            <a:r>
              <a:rPr sz="1800" b="1" dirty="0">
                <a:latin typeface="Arial Black"/>
                <a:cs typeface="Arial Black"/>
              </a:rPr>
              <a:t>variables</a:t>
            </a:r>
            <a:r>
              <a:rPr sz="1800" b="1" dirty="0"/>
              <a:t> </a:t>
            </a:r>
            <a:r>
              <a:rPr sz="1850" b="1" dirty="0" smtClean="0">
                <a:latin typeface="Arial Black"/>
                <a:cs typeface="Arial Black"/>
              </a:rPr>
              <a:t>V</a:t>
            </a:r>
            <a:r>
              <a:rPr sz="1575" b="1" baseline="-23809" dirty="0" smtClean="0">
                <a:latin typeface="Arial Black"/>
                <a:cs typeface="Arial Black"/>
              </a:rPr>
              <a:t>1</a:t>
            </a:r>
            <a:r>
              <a:rPr lang="en-IN" sz="1575" b="1" baseline="-23809" dirty="0" smtClean="0">
                <a:latin typeface="Arial Black"/>
                <a:cs typeface="Arial Black"/>
              </a:rPr>
              <a:t> </a:t>
            </a:r>
            <a:r>
              <a:rPr sz="1850" b="1" dirty="0" smtClean="0">
                <a:latin typeface="Arial Black"/>
                <a:cs typeface="Arial Black"/>
              </a:rPr>
              <a:t>,</a:t>
            </a:r>
            <a:r>
              <a:rPr sz="1850" b="1" dirty="0" smtClean="0"/>
              <a:t> </a:t>
            </a:r>
            <a:r>
              <a:rPr sz="1850" b="1" dirty="0" smtClean="0">
                <a:latin typeface="Arial Black"/>
                <a:cs typeface="Arial Black"/>
              </a:rPr>
              <a:t>V</a:t>
            </a:r>
            <a:r>
              <a:rPr sz="1575" b="1" baseline="-23809" dirty="0" smtClean="0">
                <a:latin typeface="Arial Black"/>
                <a:cs typeface="Arial Black"/>
              </a:rPr>
              <a:t>2</a:t>
            </a:r>
            <a:r>
              <a:rPr lang="en-IN" sz="1575" b="1" baseline="-23809" dirty="0" smtClean="0">
                <a:latin typeface="Arial Black"/>
                <a:cs typeface="Arial Black"/>
              </a:rPr>
              <a:t> </a:t>
            </a:r>
            <a:r>
              <a:rPr sz="1850" b="1" dirty="0" smtClean="0">
                <a:latin typeface="Arial Black"/>
                <a:cs typeface="Arial Black"/>
              </a:rPr>
              <a:t>,</a:t>
            </a:r>
            <a:r>
              <a:rPr sz="1850" b="1" dirty="0" smtClean="0"/>
              <a:t> </a:t>
            </a:r>
            <a:r>
              <a:rPr sz="1850" b="1" dirty="0">
                <a:latin typeface="Arial Black"/>
                <a:cs typeface="Arial Black"/>
              </a:rPr>
              <a:t>…,</a:t>
            </a:r>
            <a:r>
              <a:rPr sz="1850" b="1" dirty="0"/>
              <a:t> </a:t>
            </a:r>
            <a:r>
              <a:rPr sz="1850" b="1" dirty="0">
                <a:latin typeface="Arial Black"/>
                <a:cs typeface="Arial Black"/>
              </a:rPr>
              <a:t>V</a:t>
            </a:r>
            <a:r>
              <a:rPr sz="1575" b="1" baseline="-23809" dirty="0">
                <a:latin typeface="Arial Black"/>
                <a:cs typeface="Arial Black"/>
              </a:rPr>
              <a:t>n</a:t>
            </a:r>
            <a:endParaRPr sz="1575" baseline="-23809" dirty="0">
              <a:latin typeface="Arial Black"/>
              <a:cs typeface="Arial Black"/>
            </a:endParaRPr>
          </a:p>
          <a:p>
            <a:pPr marL="755650">
              <a:lnSpc>
                <a:spcPct val="100000"/>
              </a:lnSpc>
              <a:spcBef>
                <a:spcPts val="440"/>
              </a:spcBef>
            </a:pPr>
            <a:r>
              <a:rPr sz="1800" b="1" dirty="0">
                <a:latin typeface="Arial Black"/>
                <a:cs typeface="Arial Black"/>
              </a:rPr>
              <a:t>Finite</a:t>
            </a:r>
            <a:r>
              <a:rPr sz="1800" b="1" dirty="0"/>
              <a:t> </a:t>
            </a:r>
            <a:r>
              <a:rPr sz="1800" b="1" dirty="0">
                <a:latin typeface="Arial Black"/>
                <a:cs typeface="Arial Black"/>
              </a:rPr>
              <a:t>set</a:t>
            </a:r>
            <a:r>
              <a:rPr sz="1800" b="1" dirty="0"/>
              <a:t> </a:t>
            </a:r>
            <a:r>
              <a:rPr sz="1800" b="1" dirty="0">
                <a:latin typeface="Arial Black"/>
                <a:cs typeface="Arial Black"/>
              </a:rPr>
              <a:t>of</a:t>
            </a:r>
            <a:r>
              <a:rPr sz="1800" b="1" dirty="0"/>
              <a:t> </a:t>
            </a:r>
            <a:r>
              <a:rPr sz="1800" b="1" dirty="0" smtClean="0">
                <a:latin typeface="Arial Black"/>
                <a:cs typeface="Arial Black"/>
              </a:rPr>
              <a:t>constrains</a:t>
            </a:r>
            <a:r>
              <a:rPr lang="en-IN" sz="1800" b="1" dirty="0" smtClean="0">
                <a:latin typeface="Arial Black"/>
                <a:cs typeface="Arial Black"/>
              </a:rPr>
              <a:t>   </a:t>
            </a:r>
            <a:r>
              <a:rPr sz="1850" b="1" dirty="0" smtClean="0">
                <a:latin typeface="Arial Black"/>
                <a:cs typeface="Arial Black"/>
              </a:rPr>
              <a:t>C</a:t>
            </a:r>
            <a:r>
              <a:rPr sz="1575" b="1" baseline="-23809" dirty="0" smtClean="0">
                <a:latin typeface="Arial Black"/>
                <a:cs typeface="Arial Black"/>
              </a:rPr>
              <a:t>1</a:t>
            </a:r>
            <a:r>
              <a:rPr sz="1850" b="1" dirty="0">
                <a:latin typeface="Arial Black"/>
                <a:cs typeface="Arial Black"/>
              </a:rPr>
              <a:t>,</a:t>
            </a:r>
            <a:r>
              <a:rPr sz="1850" b="1" dirty="0"/>
              <a:t> </a:t>
            </a:r>
            <a:r>
              <a:rPr sz="1850" b="1" dirty="0">
                <a:latin typeface="Arial Black"/>
                <a:cs typeface="Arial Black"/>
              </a:rPr>
              <a:t>C</a:t>
            </a:r>
            <a:r>
              <a:rPr sz="1575" b="1" baseline="-23809" dirty="0">
                <a:latin typeface="Arial Black"/>
                <a:cs typeface="Arial Black"/>
              </a:rPr>
              <a:t>2</a:t>
            </a:r>
            <a:r>
              <a:rPr sz="1850" b="1" dirty="0">
                <a:latin typeface="Arial Black"/>
                <a:cs typeface="Arial Black"/>
              </a:rPr>
              <a:t>,</a:t>
            </a:r>
            <a:r>
              <a:rPr sz="1850" b="1" dirty="0"/>
              <a:t> </a:t>
            </a:r>
            <a:r>
              <a:rPr sz="1850" b="1" dirty="0">
                <a:latin typeface="Arial Black"/>
                <a:cs typeface="Arial Black"/>
              </a:rPr>
              <a:t>…,</a:t>
            </a:r>
            <a:r>
              <a:rPr sz="1850" b="1" dirty="0"/>
              <a:t> </a:t>
            </a:r>
            <a:r>
              <a:rPr sz="1850" b="1" dirty="0">
                <a:latin typeface="Arial Black"/>
                <a:cs typeface="Arial Black"/>
              </a:rPr>
              <a:t>C</a:t>
            </a:r>
            <a:r>
              <a:rPr sz="1575" b="1" baseline="-23809" dirty="0">
                <a:latin typeface="Arial Black"/>
                <a:cs typeface="Arial Black"/>
              </a:rPr>
              <a:t>m</a:t>
            </a:r>
            <a:endParaRPr sz="1575" baseline="-23809" dirty="0">
              <a:latin typeface="Arial Black"/>
              <a:cs typeface="Arial Black"/>
            </a:endParaRPr>
          </a:p>
          <a:p>
            <a:pPr marL="755650">
              <a:lnSpc>
                <a:spcPts val="2014"/>
              </a:lnSpc>
              <a:spcBef>
                <a:spcPts val="509"/>
              </a:spcBef>
            </a:pPr>
            <a:r>
              <a:rPr sz="1800" b="1" dirty="0">
                <a:latin typeface="Arial Black"/>
                <a:cs typeface="Arial Black"/>
              </a:rPr>
              <a:t>Nonemtpy</a:t>
            </a:r>
            <a:r>
              <a:rPr sz="1800" b="1" dirty="0"/>
              <a:t> </a:t>
            </a:r>
            <a:r>
              <a:rPr sz="1800" b="1" dirty="0">
                <a:latin typeface="Arial Black"/>
                <a:cs typeface="Arial Black"/>
              </a:rPr>
              <a:t>domain</a:t>
            </a:r>
            <a:r>
              <a:rPr sz="1800" b="1" dirty="0"/>
              <a:t> </a:t>
            </a:r>
            <a:r>
              <a:rPr sz="1800" b="1" dirty="0">
                <a:latin typeface="Arial Black"/>
                <a:cs typeface="Arial Black"/>
              </a:rPr>
              <a:t>of</a:t>
            </a:r>
            <a:r>
              <a:rPr sz="1800" b="1" dirty="0"/>
              <a:t> </a:t>
            </a:r>
            <a:r>
              <a:rPr sz="1800" b="1" dirty="0">
                <a:latin typeface="Arial Black"/>
                <a:cs typeface="Arial Black"/>
              </a:rPr>
              <a:t>possible</a:t>
            </a:r>
            <a:r>
              <a:rPr sz="1800" b="1" dirty="0"/>
              <a:t> </a:t>
            </a:r>
            <a:r>
              <a:rPr sz="1800" b="1" dirty="0">
                <a:latin typeface="Arial Black"/>
                <a:cs typeface="Arial Black"/>
              </a:rPr>
              <a:t>values</a:t>
            </a:r>
            <a:r>
              <a:rPr sz="1800" b="1" dirty="0"/>
              <a:t> </a:t>
            </a:r>
            <a:r>
              <a:rPr sz="1800" b="1" dirty="0">
                <a:latin typeface="Arial Black"/>
                <a:cs typeface="Arial Black"/>
              </a:rPr>
              <a:t>for</a:t>
            </a:r>
            <a:r>
              <a:rPr sz="1800" b="1" dirty="0"/>
              <a:t> </a:t>
            </a:r>
            <a:r>
              <a:rPr sz="1800" b="1" dirty="0">
                <a:latin typeface="Arial Black"/>
                <a:cs typeface="Arial Black"/>
              </a:rPr>
              <a:t>each</a:t>
            </a:r>
            <a:r>
              <a:rPr sz="1800" b="1" dirty="0"/>
              <a:t> </a:t>
            </a:r>
            <a:r>
              <a:rPr sz="1800" b="1" dirty="0">
                <a:latin typeface="Arial Black"/>
                <a:cs typeface="Arial Black"/>
              </a:rPr>
              <a:t>variable</a:t>
            </a:r>
            <a:endParaRPr sz="1800" dirty="0">
              <a:latin typeface="Arial Black"/>
              <a:cs typeface="Arial Black"/>
            </a:endParaRPr>
          </a:p>
          <a:p>
            <a:pPr marL="755650">
              <a:lnSpc>
                <a:spcPts val="2075"/>
              </a:lnSpc>
            </a:pPr>
            <a:r>
              <a:rPr sz="1850" b="1" dirty="0">
                <a:latin typeface="Arial Black"/>
                <a:cs typeface="Arial Black"/>
              </a:rPr>
              <a:t>D</a:t>
            </a:r>
            <a:r>
              <a:rPr sz="1575" b="1" baseline="-23809" dirty="0">
                <a:latin typeface="Arial Black"/>
                <a:cs typeface="Arial Black"/>
              </a:rPr>
              <a:t>V1</a:t>
            </a:r>
            <a:r>
              <a:rPr sz="1850" b="1" dirty="0">
                <a:latin typeface="Arial Black"/>
                <a:cs typeface="Arial Black"/>
              </a:rPr>
              <a:t>,</a:t>
            </a:r>
            <a:r>
              <a:rPr sz="1850" b="1" dirty="0"/>
              <a:t> </a:t>
            </a:r>
            <a:r>
              <a:rPr sz="1850" b="1" dirty="0">
                <a:latin typeface="Arial Black"/>
                <a:cs typeface="Arial Black"/>
              </a:rPr>
              <a:t>D</a:t>
            </a:r>
            <a:r>
              <a:rPr sz="1575" b="1" baseline="-23809" dirty="0">
                <a:latin typeface="Arial Black"/>
                <a:cs typeface="Arial Black"/>
              </a:rPr>
              <a:t>V2</a:t>
            </a:r>
            <a:r>
              <a:rPr sz="1850" b="1" dirty="0">
                <a:latin typeface="Arial Black"/>
                <a:cs typeface="Arial Black"/>
              </a:rPr>
              <a:t>,</a:t>
            </a:r>
            <a:r>
              <a:rPr sz="1850" b="1" dirty="0"/>
              <a:t> </a:t>
            </a:r>
            <a:r>
              <a:rPr sz="1850" b="1" dirty="0">
                <a:latin typeface="Arial Black"/>
                <a:cs typeface="Arial Black"/>
              </a:rPr>
              <a:t>…</a:t>
            </a:r>
            <a:r>
              <a:rPr sz="1850" b="1" dirty="0"/>
              <a:t> </a:t>
            </a:r>
            <a:r>
              <a:rPr sz="1850" b="1" dirty="0">
                <a:latin typeface="Arial Black"/>
                <a:cs typeface="Arial Black"/>
              </a:rPr>
              <a:t>D</a:t>
            </a:r>
            <a:r>
              <a:rPr sz="1575" b="1" baseline="-23809" dirty="0">
                <a:latin typeface="Arial Black"/>
                <a:cs typeface="Arial Black"/>
              </a:rPr>
              <a:t>Vn</a:t>
            </a:r>
            <a:endParaRPr sz="1575" baseline="-23809" dirty="0">
              <a:latin typeface="Arial Black"/>
              <a:cs typeface="Arial Black"/>
            </a:endParaRPr>
          </a:p>
          <a:p>
            <a:pPr marL="755650" marR="24765">
              <a:lnSpc>
                <a:spcPct val="100000"/>
              </a:lnSpc>
              <a:spcBef>
                <a:spcPts val="430"/>
              </a:spcBef>
            </a:pPr>
            <a:r>
              <a:rPr sz="1800" b="1" spc="-10" dirty="0">
                <a:latin typeface="Arial Black"/>
                <a:cs typeface="Arial Black"/>
              </a:rPr>
              <a:t>Ea</a:t>
            </a:r>
            <a:r>
              <a:rPr sz="1800" b="1" spc="-30" dirty="0">
                <a:latin typeface="Arial Black"/>
                <a:cs typeface="Arial Black"/>
              </a:rPr>
              <a:t>c</a:t>
            </a:r>
            <a:r>
              <a:rPr sz="1800" b="1" spc="-15" dirty="0">
                <a:latin typeface="Arial Black"/>
                <a:cs typeface="Arial Black"/>
              </a:rPr>
              <a:t>h</a:t>
            </a:r>
            <a:r>
              <a:rPr sz="1800" b="1" spc="145" dirty="0">
                <a:latin typeface="Times New Roman"/>
                <a:cs typeface="Times New Roman"/>
              </a:rPr>
              <a:t> </a:t>
            </a:r>
            <a:r>
              <a:rPr sz="1800" b="1" spc="-20" dirty="0">
                <a:latin typeface="Arial Black"/>
                <a:cs typeface="Arial Black"/>
              </a:rPr>
              <a:t>c</a:t>
            </a:r>
            <a:r>
              <a:rPr sz="1800" b="1" spc="-10" dirty="0">
                <a:latin typeface="Arial Black"/>
                <a:cs typeface="Arial Black"/>
              </a:rPr>
              <a:t>o</a:t>
            </a:r>
            <a:r>
              <a:rPr sz="1800" b="1" spc="-30" dirty="0">
                <a:latin typeface="Arial Black"/>
                <a:cs typeface="Arial Black"/>
              </a:rPr>
              <a:t>n</a:t>
            </a:r>
            <a:r>
              <a:rPr sz="1800" b="1" spc="-10" dirty="0">
                <a:latin typeface="Arial Black"/>
                <a:cs typeface="Arial Black"/>
              </a:rPr>
              <a:t>s</a:t>
            </a:r>
            <a:r>
              <a:rPr sz="1800" b="1" spc="-15" dirty="0">
                <a:latin typeface="Arial Black"/>
                <a:cs typeface="Arial Black"/>
              </a:rPr>
              <a:t>t</a:t>
            </a:r>
            <a:r>
              <a:rPr sz="1800" b="1" spc="-5" dirty="0">
                <a:latin typeface="Arial Black"/>
                <a:cs typeface="Arial Black"/>
              </a:rPr>
              <a:t>r</a:t>
            </a:r>
            <a:r>
              <a:rPr sz="1800" b="1" spc="-20" dirty="0">
                <a:latin typeface="Arial Black"/>
                <a:cs typeface="Arial Black"/>
              </a:rPr>
              <a:t>a</a:t>
            </a:r>
            <a:r>
              <a:rPr sz="1800" b="1" dirty="0">
                <a:latin typeface="Arial Black"/>
                <a:cs typeface="Arial Black"/>
              </a:rPr>
              <a:t>i</a:t>
            </a:r>
            <a:r>
              <a:rPr sz="1800" b="1" spc="-5" dirty="0">
                <a:latin typeface="Arial Black"/>
                <a:cs typeface="Arial Black"/>
              </a:rPr>
              <a:t>n</a:t>
            </a:r>
            <a:r>
              <a:rPr sz="1800" b="1" spc="-10" dirty="0">
                <a:latin typeface="Arial Black"/>
                <a:cs typeface="Arial Black"/>
              </a:rPr>
              <a:t>t</a:t>
            </a:r>
            <a:r>
              <a:rPr sz="1800" b="1" spc="165" dirty="0">
                <a:latin typeface="Times New Roman"/>
                <a:cs typeface="Times New Roman"/>
              </a:rPr>
              <a:t> </a:t>
            </a:r>
            <a:r>
              <a:rPr sz="1850" b="1" spc="-45" dirty="0">
                <a:latin typeface="Arial Black"/>
                <a:cs typeface="Arial Black"/>
              </a:rPr>
              <a:t>C</a:t>
            </a:r>
            <a:r>
              <a:rPr sz="1575" b="1" spc="-232" baseline="-23809" dirty="0">
                <a:latin typeface="Arial Black"/>
                <a:cs typeface="Arial Black"/>
              </a:rPr>
              <a:t>i</a:t>
            </a:r>
            <a:r>
              <a:rPr sz="1575" b="1" baseline="-23809" dirty="0">
                <a:latin typeface="Times New Roman"/>
                <a:cs typeface="Times New Roman"/>
              </a:rPr>
              <a:t> </a:t>
            </a:r>
            <a:r>
              <a:rPr sz="1575" b="1" spc="120" baseline="-23809" dirty="0">
                <a:latin typeface="Times New Roman"/>
                <a:cs typeface="Times New Roman"/>
              </a:rPr>
              <a:t> </a:t>
            </a:r>
            <a:r>
              <a:rPr sz="1800" b="1" spc="-10" dirty="0">
                <a:latin typeface="Arial Black"/>
                <a:cs typeface="Arial Black"/>
              </a:rPr>
              <a:t>limi</a:t>
            </a:r>
            <a:r>
              <a:rPr sz="1800" b="1" spc="-15" dirty="0">
                <a:latin typeface="Arial Black"/>
                <a:cs typeface="Arial Black"/>
              </a:rPr>
              <a:t>ts</a:t>
            </a:r>
            <a:r>
              <a:rPr sz="1800" b="1" spc="145" dirty="0">
                <a:latin typeface="Times New Roman"/>
                <a:cs typeface="Times New Roman"/>
              </a:rPr>
              <a:t> </a:t>
            </a:r>
            <a:r>
              <a:rPr sz="1800" b="1" spc="-5" dirty="0">
                <a:latin typeface="Arial Black"/>
                <a:cs typeface="Arial Black"/>
              </a:rPr>
              <a:t>t</a:t>
            </a:r>
            <a:r>
              <a:rPr sz="1800" b="1" spc="-20" dirty="0">
                <a:latin typeface="Arial Black"/>
                <a:cs typeface="Arial Black"/>
              </a:rPr>
              <a:t>h</a:t>
            </a:r>
            <a:r>
              <a:rPr sz="1800" b="1" spc="-15" dirty="0">
                <a:latin typeface="Arial Black"/>
                <a:cs typeface="Arial Black"/>
              </a:rPr>
              <a:t>e</a:t>
            </a:r>
            <a:r>
              <a:rPr sz="1800" b="1" spc="145" dirty="0">
                <a:latin typeface="Times New Roman"/>
                <a:cs typeface="Times New Roman"/>
              </a:rPr>
              <a:t> </a:t>
            </a:r>
            <a:r>
              <a:rPr sz="1800" b="1" spc="-20" dirty="0">
                <a:latin typeface="Arial Black"/>
                <a:cs typeface="Arial Black"/>
              </a:rPr>
              <a:t>va</a:t>
            </a:r>
            <a:r>
              <a:rPr sz="1800" b="1" dirty="0">
                <a:latin typeface="Arial Black"/>
                <a:cs typeface="Arial Black"/>
              </a:rPr>
              <a:t>l</a:t>
            </a:r>
            <a:r>
              <a:rPr sz="1800" b="1" spc="-5" dirty="0">
                <a:latin typeface="Arial Black"/>
                <a:cs typeface="Arial Black"/>
              </a:rPr>
              <a:t>u</a:t>
            </a:r>
            <a:r>
              <a:rPr sz="1800" b="1" spc="-20" dirty="0">
                <a:latin typeface="Arial Black"/>
                <a:cs typeface="Arial Black"/>
              </a:rPr>
              <a:t>e</a:t>
            </a:r>
            <a:r>
              <a:rPr sz="1800" b="1" spc="-15" dirty="0">
                <a:latin typeface="Arial Black"/>
                <a:cs typeface="Arial Black"/>
              </a:rPr>
              <a:t>s</a:t>
            </a:r>
            <a:r>
              <a:rPr sz="1800" b="1" spc="155" dirty="0">
                <a:latin typeface="Times New Roman"/>
                <a:cs typeface="Times New Roman"/>
              </a:rPr>
              <a:t> </a:t>
            </a:r>
            <a:r>
              <a:rPr sz="1800" b="1" spc="-20" dirty="0">
                <a:latin typeface="Arial Black"/>
                <a:cs typeface="Arial Black"/>
              </a:rPr>
              <a:t>tha</a:t>
            </a:r>
            <a:r>
              <a:rPr sz="1800" b="1" spc="-10" dirty="0">
                <a:latin typeface="Arial Black"/>
                <a:cs typeface="Arial Black"/>
              </a:rPr>
              <a:t>t</a:t>
            </a:r>
            <a:r>
              <a:rPr sz="1800" b="1" spc="145" dirty="0">
                <a:latin typeface="Times New Roman"/>
                <a:cs typeface="Times New Roman"/>
              </a:rPr>
              <a:t> </a:t>
            </a:r>
            <a:r>
              <a:rPr sz="1800" b="1" spc="-10" dirty="0">
                <a:latin typeface="Arial Black"/>
                <a:cs typeface="Arial Black"/>
              </a:rPr>
              <a:t>v</a:t>
            </a:r>
            <a:r>
              <a:rPr sz="1800" b="1" spc="-15" dirty="0">
                <a:latin typeface="Arial Black"/>
                <a:cs typeface="Arial Black"/>
              </a:rPr>
              <a:t>ar</a:t>
            </a:r>
            <a:r>
              <a:rPr sz="1800" b="1" dirty="0">
                <a:latin typeface="Arial Black"/>
                <a:cs typeface="Arial Black"/>
              </a:rPr>
              <a:t>i</a:t>
            </a:r>
            <a:r>
              <a:rPr sz="1800" b="1" spc="-5" dirty="0">
                <a:latin typeface="Arial Black"/>
                <a:cs typeface="Arial Black"/>
              </a:rPr>
              <a:t>a</a:t>
            </a:r>
            <a:r>
              <a:rPr sz="1800" b="1" spc="-20" dirty="0">
                <a:latin typeface="Arial Black"/>
                <a:cs typeface="Arial Black"/>
              </a:rPr>
              <a:t>b</a:t>
            </a:r>
            <a:r>
              <a:rPr sz="1800" b="1" dirty="0">
                <a:latin typeface="Arial Black"/>
                <a:cs typeface="Arial Black"/>
              </a:rPr>
              <a:t>l</a:t>
            </a:r>
            <a:r>
              <a:rPr sz="1800" b="1" spc="-5" dirty="0">
                <a:latin typeface="Arial Black"/>
                <a:cs typeface="Arial Black"/>
              </a:rPr>
              <a:t>e</a:t>
            </a:r>
            <a:r>
              <a:rPr sz="1800" b="1" spc="-15" dirty="0">
                <a:latin typeface="Arial Black"/>
                <a:cs typeface="Arial Black"/>
              </a:rPr>
              <a:t>s</a:t>
            </a:r>
            <a:r>
              <a:rPr sz="1800" b="1" spc="155" dirty="0">
                <a:latin typeface="Times New Roman"/>
                <a:cs typeface="Times New Roman"/>
              </a:rPr>
              <a:t> </a:t>
            </a:r>
            <a:r>
              <a:rPr sz="1800" b="1" spc="-20" dirty="0">
                <a:latin typeface="Arial Black"/>
                <a:cs typeface="Arial Black"/>
              </a:rPr>
              <a:t>ca</a:t>
            </a:r>
            <a:r>
              <a:rPr sz="1800" b="1" spc="-15" dirty="0">
                <a:latin typeface="Arial Black"/>
                <a:cs typeface="Arial Black"/>
              </a:rPr>
              <a:t>n</a:t>
            </a:r>
            <a:r>
              <a:rPr sz="1800" b="1" spc="-5" dirty="0">
                <a:latin typeface="Times New Roman"/>
                <a:cs typeface="Times New Roman"/>
              </a:rPr>
              <a:t> </a:t>
            </a:r>
            <a:r>
              <a:rPr sz="1800" b="1" spc="-20" dirty="0">
                <a:latin typeface="Arial Black"/>
                <a:cs typeface="Arial Black"/>
              </a:rPr>
              <a:t>take</a:t>
            </a:r>
            <a:r>
              <a:rPr sz="1800" b="1" dirty="0">
                <a:latin typeface="Arial Black"/>
                <a:cs typeface="Arial Black"/>
              </a:rPr>
              <a:t>,</a:t>
            </a:r>
            <a:r>
              <a:rPr sz="1800" b="1" spc="145" dirty="0">
                <a:latin typeface="Times New Roman"/>
                <a:cs typeface="Times New Roman"/>
              </a:rPr>
              <a:t> </a:t>
            </a:r>
            <a:r>
              <a:rPr sz="1800" b="1" spc="-20" dirty="0">
                <a:latin typeface="Arial Black"/>
                <a:cs typeface="Arial Black"/>
              </a:rPr>
              <a:t>e</a:t>
            </a:r>
            <a:r>
              <a:rPr sz="1800" b="1" dirty="0">
                <a:latin typeface="Arial Black"/>
                <a:cs typeface="Arial Black"/>
              </a:rPr>
              <a:t>.</a:t>
            </a:r>
            <a:r>
              <a:rPr sz="1800" b="1" spc="-5" dirty="0">
                <a:latin typeface="Arial Black"/>
                <a:cs typeface="Arial Black"/>
              </a:rPr>
              <a:t>g</a:t>
            </a:r>
            <a:r>
              <a:rPr sz="1800" b="1" dirty="0">
                <a:latin typeface="Arial Black"/>
                <a:cs typeface="Arial Black"/>
              </a:rPr>
              <a:t>.,</a:t>
            </a:r>
            <a:r>
              <a:rPr sz="1800" b="1" spc="160" dirty="0">
                <a:latin typeface="Times New Roman"/>
                <a:cs typeface="Times New Roman"/>
              </a:rPr>
              <a:t> </a:t>
            </a:r>
            <a:r>
              <a:rPr sz="1850" b="1" spc="-45" dirty="0">
                <a:latin typeface="Arial Black"/>
                <a:cs typeface="Arial Black"/>
              </a:rPr>
              <a:t>V</a:t>
            </a:r>
            <a:r>
              <a:rPr sz="1575" b="1" spc="-457" baseline="-23809" dirty="0">
                <a:latin typeface="Arial Black"/>
                <a:cs typeface="Arial Black"/>
              </a:rPr>
              <a:t>1</a:t>
            </a:r>
            <a:r>
              <a:rPr sz="1575" b="1" spc="-82" baseline="-23809" dirty="0">
                <a:latin typeface="Times New Roman"/>
                <a:cs typeface="Times New Roman"/>
              </a:rPr>
              <a:t> </a:t>
            </a:r>
            <a:r>
              <a:rPr sz="1850" b="1" spc="-40" dirty="0">
                <a:latin typeface="Arial Black"/>
                <a:cs typeface="Arial Black"/>
              </a:rPr>
              <a:t>≠</a:t>
            </a:r>
            <a:r>
              <a:rPr sz="1850" b="1" spc="125" dirty="0">
                <a:latin typeface="Times New Roman"/>
                <a:cs typeface="Times New Roman"/>
              </a:rPr>
              <a:t> </a:t>
            </a:r>
            <a:r>
              <a:rPr sz="1850" b="1" spc="-40" dirty="0">
                <a:latin typeface="Arial Black"/>
                <a:cs typeface="Arial Black"/>
              </a:rPr>
              <a:t>V</a:t>
            </a:r>
            <a:r>
              <a:rPr sz="1575" b="1" spc="-457" baseline="-23809" dirty="0">
                <a:latin typeface="Arial Black"/>
                <a:cs typeface="Arial Black"/>
              </a:rPr>
              <a:t>2</a:t>
            </a:r>
            <a:endParaRPr sz="1575" baseline="-23809" dirty="0">
              <a:latin typeface="Arial Black"/>
              <a:cs typeface="Arial Black"/>
            </a:endParaRPr>
          </a:p>
        </p:txBody>
      </p:sp>
      <p:sp>
        <p:nvSpPr>
          <p:cNvPr id="7" name="object 7"/>
          <p:cNvSpPr txBox="1"/>
          <p:nvPr/>
        </p:nvSpPr>
        <p:spPr>
          <a:xfrm>
            <a:off x="993139" y="3728266"/>
            <a:ext cx="188595" cy="208279"/>
          </a:xfrm>
          <a:prstGeom prst="rect">
            <a:avLst/>
          </a:prstGeom>
        </p:spPr>
        <p:txBody>
          <a:bodyPr vert="horz" wrap="square" lIns="0" tIns="0" rIns="0" bIns="0" rtlCol="0">
            <a:spAutoFit/>
          </a:bodyPr>
          <a:lstStyle/>
          <a:p>
            <a:pPr marL="12700"/>
            <a:r>
              <a:rPr sz="1450" spc="-175" dirty="0">
                <a:solidFill>
                  <a:srgbClr val="9898CC"/>
                </a:solidFill>
                <a:latin typeface="OpenSymbol"/>
                <a:cs typeface="OpenSymbol"/>
              </a:rPr>
              <a:t></a:t>
            </a:r>
            <a:endParaRPr sz="1450">
              <a:solidFill>
                <a:prstClr val="black"/>
              </a:solidFill>
              <a:latin typeface="OpenSymbol"/>
              <a:cs typeface="OpenSymbol"/>
            </a:endParaRPr>
          </a:p>
        </p:txBody>
      </p:sp>
      <p:sp>
        <p:nvSpPr>
          <p:cNvPr id="8" name="object 8"/>
          <p:cNvSpPr txBox="1"/>
          <p:nvPr/>
        </p:nvSpPr>
        <p:spPr>
          <a:xfrm>
            <a:off x="535940" y="437593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sp>
        <p:nvSpPr>
          <p:cNvPr id="9" name="object 9"/>
          <p:cNvSpPr txBox="1"/>
          <p:nvPr/>
        </p:nvSpPr>
        <p:spPr>
          <a:xfrm>
            <a:off x="878839" y="4353286"/>
            <a:ext cx="7428865" cy="1526059"/>
          </a:xfrm>
          <a:prstGeom prst="rect">
            <a:avLst/>
          </a:prstGeom>
        </p:spPr>
        <p:txBody>
          <a:bodyPr vert="horz" wrap="square" lIns="0" tIns="0" rIns="0" bIns="0" rtlCol="0">
            <a:spAutoFit/>
          </a:bodyPr>
          <a:lstStyle/>
          <a:p>
            <a:pPr marL="12700" marR="5080">
              <a:lnSpc>
                <a:spcPts val="2810"/>
              </a:lnSpc>
            </a:pPr>
            <a:r>
              <a:rPr sz="2600" dirty="0">
                <a:solidFill>
                  <a:prstClr val="black"/>
                </a:solidFill>
                <a:latin typeface="Times New Roman"/>
                <a:cs typeface="Times New Roman"/>
              </a:rPr>
              <a:t>A </a:t>
            </a:r>
            <a:r>
              <a:rPr sz="2600" i="1" spc="-5" dirty="0">
                <a:solidFill>
                  <a:prstClr val="black"/>
                </a:solidFill>
                <a:latin typeface="Times New Roman"/>
                <a:cs typeface="Times New Roman"/>
              </a:rPr>
              <a:t>s</a:t>
            </a:r>
            <a:r>
              <a:rPr sz="2600" i="1" spc="-15" dirty="0">
                <a:solidFill>
                  <a:prstClr val="black"/>
                </a:solidFill>
                <a:latin typeface="Times New Roman"/>
                <a:cs typeface="Times New Roman"/>
              </a:rPr>
              <a:t>t</a:t>
            </a:r>
            <a:r>
              <a:rPr sz="2600" i="1" spc="5" dirty="0">
                <a:solidFill>
                  <a:prstClr val="black"/>
                </a:solidFill>
                <a:latin typeface="Times New Roman"/>
                <a:cs typeface="Times New Roman"/>
              </a:rPr>
              <a:t>a</a:t>
            </a:r>
            <a:r>
              <a:rPr sz="2600" i="1" spc="-15" dirty="0">
                <a:solidFill>
                  <a:prstClr val="black"/>
                </a:solidFill>
                <a:latin typeface="Times New Roman"/>
                <a:cs typeface="Times New Roman"/>
              </a:rPr>
              <a:t>te</a:t>
            </a:r>
            <a:r>
              <a:rPr sz="2600" i="1" spc="-5" dirty="0">
                <a:solidFill>
                  <a:prstClr val="black"/>
                </a:solidFill>
                <a:latin typeface="Times New Roman"/>
                <a:cs typeface="Times New Roman"/>
              </a:rPr>
              <a:t> </a:t>
            </a:r>
            <a:r>
              <a:rPr sz="2600" spc="-15" dirty="0">
                <a:solidFill>
                  <a:prstClr val="black"/>
                </a:solidFill>
                <a:latin typeface="Times New Roman"/>
                <a:cs typeface="Times New Roman"/>
              </a:rPr>
              <a:t>i</a:t>
            </a:r>
            <a:r>
              <a:rPr sz="2600" dirty="0">
                <a:solidFill>
                  <a:prstClr val="black"/>
                </a:solidFill>
                <a:latin typeface="Times New Roman"/>
                <a:cs typeface="Times New Roman"/>
              </a:rPr>
              <a:t>s</a:t>
            </a:r>
            <a:r>
              <a:rPr sz="2600" spc="-15" dirty="0">
                <a:solidFill>
                  <a:prstClr val="black"/>
                </a:solidFill>
                <a:latin typeface="Times New Roman"/>
                <a:cs typeface="Times New Roman"/>
              </a:rPr>
              <a:t> </a:t>
            </a:r>
            <a:r>
              <a:rPr sz="2600" spc="5" dirty="0">
                <a:solidFill>
                  <a:prstClr val="black"/>
                </a:solidFill>
                <a:latin typeface="Times New Roman"/>
                <a:cs typeface="Times New Roman"/>
              </a:rPr>
              <a:t>d</a:t>
            </a:r>
            <a:r>
              <a:rPr sz="2600" spc="-20" dirty="0">
                <a:solidFill>
                  <a:prstClr val="black"/>
                </a:solidFill>
                <a:latin typeface="Times New Roman"/>
                <a:cs typeface="Times New Roman"/>
              </a:rPr>
              <a:t>e</a:t>
            </a:r>
            <a:r>
              <a:rPr sz="2600" spc="-10" dirty="0">
                <a:solidFill>
                  <a:prstClr val="black"/>
                </a:solidFill>
                <a:latin typeface="Times New Roman"/>
                <a:cs typeface="Times New Roman"/>
              </a:rPr>
              <a:t>f</a:t>
            </a:r>
            <a:r>
              <a:rPr sz="2600" spc="-15" dirty="0">
                <a:solidFill>
                  <a:prstClr val="black"/>
                </a:solidFill>
                <a:latin typeface="Times New Roman"/>
                <a:cs typeface="Times New Roman"/>
              </a:rPr>
              <a:t>i</a:t>
            </a:r>
            <a:r>
              <a:rPr sz="2600" spc="5" dirty="0">
                <a:solidFill>
                  <a:prstClr val="black"/>
                </a:solidFill>
                <a:latin typeface="Times New Roman"/>
                <a:cs typeface="Times New Roman"/>
              </a:rPr>
              <a:t>n</a:t>
            </a:r>
            <a:r>
              <a:rPr sz="2600" spc="-20" dirty="0">
                <a:solidFill>
                  <a:prstClr val="black"/>
                </a:solidFill>
                <a:latin typeface="Times New Roman"/>
                <a:cs typeface="Times New Roman"/>
              </a:rPr>
              <a:t>e</a:t>
            </a:r>
            <a:r>
              <a:rPr sz="2600" dirty="0">
                <a:solidFill>
                  <a:prstClr val="black"/>
                </a:solidFill>
                <a:latin typeface="Times New Roman"/>
                <a:cs typeface="Times New Roman"/>
              </a:rPr>
              <a:t>d</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dirty="0">
                <a:solidFill>
                  <a:prstClr val="black"/>
                </a:solidFill>
                <a:latin typeface="Times New Roman"/>
                <a:cs typeface="Times New Roman"/>
              </a:rPr>
              <a:t>s</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dirty="0">
                <a:solidFill>
                  <a:prstClr val="black"/>
                </a:solidFill>
                <a:latin typeface="Times New Roman"/>
                <a:cs typeface="Times New Roman"/>
              </a:rPr>
              <a:t>n</a:t>
            </a:r>
            <a:r>
              <a:rPr sz="2600" spc="15" dirty="0">
                <a:solidFill>
                  <a:prstClr val="black"/>
                </a:solidFill>
                <a:latin typeface="Times New Roman"/>
                <a:cs typeface="Times New Roman"/>
              </a:rPr>
              <a:t> </a:t>
            </a:r>
            <a:r>
              <a:rPr sz="2600" i="1" dirty="0">
                <a:solidFill>
                  <a:prstClr val="black"/>
                </a:solidFill>
                <a:latin typeface="Times New Roman"/>
                <a:cs typeface="Times New Roman"/>
              </a:rPr>
              <a:t>a</a:t>
            </a:r>
            <a:r>
              <a:rPr sz="2600" i="1" spc="-5" dirty="0">
                <a:solidFill>
                  <a:prstClr val="black"/>
                </a:solidFill>
                <a:latin typeface="Times New Roman"/>
                <a:cs typeface="Times New Roman"/>
              </a:rPr>
              <a:t>ss</a:t>
            </a:r>
            <a:r>
              <a:rPr sz="2600" i="1" spc="-15" dirty="0">
                <a:solidFill>
                  <a:prstClr val="black"/>
                </a:solidFill>
                <a:latin typeface="Times New Roman"/>
                <a:cs typeface="Times New Roman"/>
              </a:rPr>
              <a:t>i</a:t>
            </a:r>
            <a:r>
              <a:rPr sz="2600" i="1" spc="5" dirty="0">
                <a:solidFill>
                  <a:prstClr val="black"/>
                </a:solidFill>
                <a:latin typeface="Times New Roman"/>
                <a:cs typeface="Times New Roman"/>
              </a:rPr>
              <a:t>gn</a:t>
            </a:r>
            <a:r>
              <a:rPr sz="2600" i="1" spc="-5" dirty="0">
                <a:solidFill>
                  <a:prstClr val="black"/>
                </a:solidFill>
                <a:latin typeface="Times New Roman"/>
                <a:cs typeface="Times New Roman"/>
              </a:rPr>
              <a:t>me</a:t>
            </a:r>
            <a:r>
              <a:rPr sz="2600" i="1" spc="5" dirty="0">
                <a:solidFill>
                  <a:prstClr val="black"/>
                </a:solidFill>
                <a:latin typeface="Times New Roman"/>
                <a:cs typeface="Times New Roman"/>
              </a:rPr>
              <a:t>n</a:t>
            </a:r>
            <a:r>
              <a:rPr sz="2600" i="1" spc="-10" dirty="0">
                <a:solidFill>
                  <a:prstClr val="black"/>
                </a:solidFill>
                <a:latin typeface="Times New Roman"/>
                <a:cs typeface="Times New Roman"/>
              </a:rPr>
              <a:t>t</a:t>
            </a:r>
            <a:r>
              <a:rPr sz="2600" i="1" spc="10" dirty="0">
                <a:solidFill>
                  <a:prstClr val="black"/>
                </a:solidFill>
                <a:latin typeface="Times New Roman"/>
                <a:cs typeface="Times New Roman"/>
              </a:rPr>
              <a:t> </a:t>
            </a:r>
            <a:r>
              <a:rPr sz="2600" spc="5" dirty="0">
                <a:solidFill>
                  <a:prstClr val="black"/>
                </a:solidFill>
                <a:latin typeface="Times New Roman"/>
                <a:cs typeface="Times New Roman"/>
              </a:rPr>
              <a:t>o</a:t>
            </a:r>
            <a:r>
              <a:rPr sz="2600" dirty="0">
                <a:solidFill>
                  <a:prstClr val="black"/>
                </a:solidFill>
                <a:latin typeface="Times New Roman"/>
                <a:cs typeface="Times New Roman"/>
              </a:rPr>
              <a:t>f</a:t>
            </a:r>
            <a:r>
              <a:rPr sz="2600" spc="-10" dirty="0">
                <a:solidFill>
                  <a:prstClr val="black"/>
                </a:solidFill>
                <a:latin typeface="Times New Roman"/>
                <a:cs typeface="Times New Roman"/>
              </a:rPr>
              <a:t> </a:t>
            </a:r>
            <a:r>
              <a:rPr sz="2600" spc="5" dirty="0">
                <a:solidFill>
                  <a:prstClr val="black"/>
                </a:solidFill>
                <a:latin typeface="Times New Roman"/>
                <a:cs typeface="Times New Roman"/>
              </a:rPr>
              <a:t>v</a:t>
            </a:r>
            <a:r>
              <a:rPr sz="2600" spc="-15" dirty="0">
                <a:solidFill>
                  <a:prstClr val="black"/>
                </a:solidFill>
                <a:latin typeface="Times New Roman"/>
                <a:cs typeface="Times New Roman"/>
              </a:rPr>
              <a:t>al</a:t>
            </a:r>
            <a:r>
              <a:rPr sz="2600" spc="5" dirty="0">
                <a:solidFill>
                  <a:prstClr val="black"/>
                </a:solidFill>
                <a:latin typeface="Times New Roman"/>
                <a:cs typeface="Times New Roman"/>
              </a:rPr>
              <a:t>u</a:t>
            </a:r>
            <a:r>
              <a:rPr sz="2600" spc="-20" dirty="0">
                <a:solidFill>
                  <a:prstClr val="black"/>
                </a:solidFill>
                <a:latin typeface="Times New Roman"/>
                <a:cs typeface="Times New Roman"/>
              </a:rPr>
              <a:t>e</a:t>
            </a:r>
            <a:r>
              <a:rPr sz="2600" dirty="0">
                <a:solidFill>
                  <a:prstClr val="black"/>
                </a:solidFill>
                <a:latin typeface="Times New Roman"/>
                <a:cs typeface="Times New Roman"/>
              </a:rPr>
              <a:t>s</a:t>
            </a:r>
            <a:r>
              <a:rPr sz="2600" spc="-15" dirty="0">
                <a:solidFill>
                  <a:prstClr val="black"/>
                </a:solidFill>
                <a:latin typeface="Times New Roman"/>
                <a:cs typeface="Times New Roman"/>
              </a:rPr>
              <a:t> t</a:t>
            </a:r>
            <a:r>
              <a:rPr sz="2600" dirty="0">
                <a:solidFill>
                  <a:prstClr val="black"/>
                </a:solidFill>
                <a:latin typeface="Times New Roman"/>
                <a:cs typeface="Times New Roman"/>
              </a:rPr>
              <a:t>o</a:t>
            </a:r>
            <a:r>
              <a:rPr sz="2600" spc="5" dirty="0">
                <a:solidFill>
                  <a:prstClr val="black"/>
                </a:solidFill>
                <a:latin typeface="Times New Roman"/>
                <a:cs typeface="Times New Roman"/>
              </a:rPr>
              <a:t> </a:t>
            </a:r>
            <a:r>
              <a:rPr sz="2600" spc="-5" dirty="0">
                <a:solidFill>
                  <a:prstClr val="black"/>
                </a:solidFill>
                <a:latin typeface="Times New Roman"/>
                <a:cs typeface="Times New Roman"/>
              </a:rPr>
              <a:t>s</a:t>
            </a:r>
            <a:r>
              <a:rPr sz="2600" spc="-15" dirty="0">
                <a:solidFill>
                  <a:prstClr val="black"/>
                </a:solidFill>
                <a:latin typeface="Times New Roman"/>
                <a:cs typeface="Times New Roman"/>
              </a:rPr>
              <a:t>o</a:t>
            </a:r>
            <a:r>
              <a:rPr sz="2600" spc="-30" dirty="0">
                <a:solidFill>
                  <a:prstClr val="black"/>
                </a:solidFill>
                <a:latin typeface="Times New Roman"/>
                <a:cs typeface="Times New Roman"/>
              </a:rPr>
              <a:t>m</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5" dirty="0">
                <a:solidFill>
                  <a:prstClr val="black"/>
                </a:solidFill>
                <a:latin typeface="Times New Roman"/>
                <a:cs typeface="Times New Roman"/>
              </a:rPr>
              <a:t>o</a:t>
            </a:r>
            <a:r>
              <a:rPr sz="2600" dirty="0">
                <a:solidFill>
                  <a:prstClr val="black"/>
                </a:solidFill>
                <a:latin typeface="Times New Roman"/>
                <a:cs typeface="Times New Roman"/>
              </a:rPr>
              <a:t>r </a:t>
            </a:r>
            <a:r>
              <a:rPr sz="2600" spc="-15" dirty="0">
                <a:solidFill>
                  <a:prstClr val="black"/>
                </a:solidFill>
                <a:latin typeface="Times New Roman"/>
                <a:cs typeface="Times New Roman"/>
              </a:rPr>
              <a:t>al</a:t>
            </a:r>
            <a:r>
              <a:rPr sz="2600" spc="-10" dirty="0">
                <a:solidFill>
                  <a:prstClr val="black"/>
                </a:solidFill>
                <a:latin typeface="Times New Roman"/>
                <a:cs typeface="Times New Roman"/>
              </a:rPr>
              <a:t>l</a:t>
            </a:r>
            <a:r>
              <a:rPr sz="2600" spc="-5" dirty="0">
                <a:solidFill>
                  <a:prstClr val="black"/>
                </a:solidFill>
                <a:latin typeface="Times New Roman"/>
                <a:cs typeface="Times New Roman"/>
              </a:rPr>
              <a:t> </a:t>
            </a:r>
            <a:r>
              <a:rPr sz="2600" spc="5" dirty="0">
                <a:solidFill>
                  <a:prstClr val="black"/>
                </a:solidFill>
                <a:latin typeface="Times New Roman"/>
                <a:cs typeface="Times New Roman"/>
              </a:rPr>
              <a:t>v</a:t>
            </a:r>
            <a:r>
              <a:rPr sz="2600" spc="-20" dirty="0">
                <a:solidFill>
                  <a:prstClr val="black"/>
                </a:solidFill>
                <a:latin typeface="Times New Roman"/>
                <a:cs typeface="Times New Roman"/>
              </a:rPr>
              <a:t>a</a:t>
            </a:r>
            <a:r>
              <a:rPr sz="2600" spc="-10" dirty="0">
                <a:solidFill>
                  <a:prstClr val="black"/>
                </a:solidFill>
                <a:latin typeface="Times New Roman"/>
                <a:cs typeface="Times New Roman"/>
              </a:rPr>
              <a:t>r</a:t>
            </a:r>
            <a:r>
              <a:rPr sz="2600" spc="-15" dirty="0">
                <a:solidFill>
                  <a:prstClr val="black"/>
                </a:solidFill>
                <a:latin typeface="Times New Roman"/>
                <a:cs typeface="Times New Roman"/>
              </a:rPr>
              <a:t>ia</a:t>
            </a:r>
            <a:r>
              <a:rPr sz="2600" spc="5" dirty="0">
                <a:solidFill>
                  <a:prstClr val="black"/>
                </a:solidFill>
                <a:latin typeface="Times New Roman"/>
                <a:cs typeface="Times New Roman"/>
              </a:rPr>
              <a:t>b</a:t>
            </a:r>
            <a:r>
              <a:rPr sz="2600" spc="-15" dirty="0">
                <a:solidFill>
                  <a:prstClr val="black"/>
                </a:solidFill>
                <a:latin typeface="Times New Roman"/>
                <a:cs typeface="Times New Roman"/>
              </a:rPr>
              <a:t>le</a:t>
            </a:r>
            <a:r>
              <a:rPr sz="2600" spc="-5" dirty="0">
                <a:solidFill>
                  <a:prstClr val="black"/>
                </a:solidFill>
                <a:latin typeface="Times New Roman"/>
                <a:cs typeface="Times New Roman"/>
              </a:rPr>
              <a:t>s</a:t>
            </a:r>
            <a:r>
              <a:rPr sz="2600" dirty="0">
                <a:solidFill>
                  <a:prstClr val="black"/>
                </a:solidFill>
                <a:latin typeface="Times New Roman"/>
                <a:cs typeface="Times New Roman"/>
              </a:rPr>
              <a:t>.</a:t>
            </a:r>
          </a:p>
          <a:p>
            <a:pPr marL="12700" marR="100965">
              <a:lnSpc>
                <a:spcPts val="2800"/>
              </a:lnSpc>
              <a:spcBef>
                <a:spcPts val="655"/>
              </a:spcBef>
            </a:pPr>
            <a:r>
              <a:rPr sz="2600" i="1" spc="-20" dirty="0">
                <a:solidFill>
                  <a:prstClr val="black"/>
                </a:solidFill>
                <a:latin typeface="Times New Roman"/>
                <a:cs typeface="Times New Roman"/>
              </a:rPr>
              <a:t>C</a:t>
            </a:r>
            <a:r>
              <a:rPr sz="2600" i="1" spc="5" dirty="0">
                <a:solidFill>
                  <a:prstClr val="black"/>
                </a:solidFill>
                <a:latin typeface="Times New Roman"/>
                <a:cs typeface="Times New Roman"/>
              </a:rPr>
              <a:t>on</a:t>
            </a:r>
            <a:r>
              <a:rPr sz="2600" i="1" spc="-15" dirty="0">
                <a:solidFill>
                  <a:prstClr val="black"/>
                </a:solidFill>
                <a:latin typeface="Times New Roman"/>
                <a:cs typeface="Times New Roman"/>
              </a:rPr>
              <a:t>si</a:t>
            </a:r>
            <a:r>
              <a:rPr sz="2600" i="1" spc="-5" dirty="0">
                <a:solidFill>
                  <a:prstClr val="black"/>
                </a:solidFill>
                <a:latin typeface="Times New Roman"/>
                <a:cs typeface="Times New Roman"/>
              </a:rPr>
              <a:t>s</a:t>
            </a:r>
            <a:r>
              <a:rPr sz="2600" i="1" spc="-15" dirty="0">
                <a:solidFill>
                  <a:prstClr val="black"/>
                </a:solidFill>
                <a:latin typeface="Times New Roman"/>
                <a:cs typeface="Times New Roman"/>
              </a:rPr>
              <a:t>te</a:t>
            </a:r>
            <a:r>
              <a:rPr sz="2600" i="1" spc="5" dirty="0">
                <a:solidFill>
                  <a:prstClr val="black"/>
                </a:solidFill>
                <a:latin typeface="Times New Roman"/>
                <a:cs typeface="Times New Roman"/>
              </a:rPr>
              <a:t>n</a:t>
            </a:r>
            <a:r>
              <a:rPr sz="2600" i="1" spc="-10" dirty="0">
                <a:solidFill>
                  <a:prstClr val="black"/>
                </a:solidFill>
                <a:latin typeface="Times New Roman"/>
                <a:cs typeface="Times New Roman"/>
              </a:rPr>
              <a:t>t</a:t>
            </a:r>
            <a:r>
              <a:rPr sz="2600" i="1" spc="-5" dirty="0">
                <a:solidFill>
                  <a:prstClr val="black"/>
                </a:solidFill>
                <a:latin typeface="Times New Roman"/>
                <a:cs typeface="Times New Roman"/>
              </a:rPr>
              <a:t> </a:t>
            </a:r>
            <a:r>
              <a:rPr sz="2600" i="1" spc="5" dirty="0">
                <a:solidFill>
                  <a:prstClr val="black"/>
                </a:solidFill>
                <a:latin typeface="Times New Roman"/>
                <a:cs typeface="Times New Roman"/>
              </a:rPr>
              <a:t>a</a:t>
            </a:r>
            <a:r>
              <a:rPr sz="2600" i="1" spc="-15" dirty="0">
                <a:solidFill>
                  <a:prstClr val="black"/>
                </a:solidFill>
                <a:latin typeface="Times New Roman"/>
                <a:cs typeface="Times New Roman"/>
              </a:rPr>
              <a:t>s</a:t>
            </a:r>
            <a:r>
              <a:rPr sz="2600" i="1" spc="-5" dirty="0">
                <a:solidFill>
                  <a:prstClr val="black"/>
                </a:solidFill>
                <a:latin typeface="Times New Roman"/>
                <a:cs typeface="Times New Roman"/>
              </a:rPr>
              <a:t>s</a:t>
            </a:r>
            <a:r>
              <a:rPr sz="2600" i="1" spc="-15" dirty="0">
                <a:solidFill>
                  <a:prstClr val="black"/>
                </a:solidFill>
                <a:latin typeface="Times New Roman"/>
                <a:cs typeface="Times New Roman"/>
              </a:rPr>
              <a:t>i</a:t>
            </a:r>
            <a:r>
              <a:rPr sz="2600" i="1" spc="5" dirty="0">
                <a:solidFill>
                  <a:prstClr val="black"/>
                </a:solidFill>
                <a:latin typeface="Times New Roman"/>
                <a:cs typeface="Times New Roman"/>
              </a:rPr>
              <a:t>gn</a:t>
            </a:r>
            <a:r>
              <a:rPr sz="2600" i="1" spc="-5" dirty="0">
                <a:solidFill>
                  <a:prstClr val="black"/>
                </a:solidFill>
                <a:latin typeface="Times New Roman"/>
                <a:cs typeface="Times New Roman"/>
              </a:rPr>
              <a:t>me</a:t>
            </a:r>
            <a:r>
              <a:rPr sz="2600" i="1" spc="5" dirty="0">
                <a:solidFill>
                  <a:prstClr val="black"/>
                </a:solidFill>
                <a:latin typeface="Times New Roman"/>
                <a:cs typeface="Times New Roman"/>
              </a:rPr>
              <a:t>nt</a:t>
            </a:r>
            <a:r>
              <a:rPr sz="2600" spc="-10" dirty="0">
                <a:solidFill>
                  <a:prstClr val="black"/>
                </a:solidFill>
                <a:latin typeface="Times New Roman"/>
                <a:cs typeface="Times New Roman"/>
              </a:rPr>
              <a:t>:</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spc="-5" dirty="0">
                <a:solidFill>
                  <a:prstClr val="black"/>
                </a:solidFill>
                <a:latin typeface="Times New Roman"/>
                <a:cs typeface="Times New Roman"/>
              </a:rPr>
              <a:t>ss</a:t>
            </a:r>
            <a:r>
              <a:rPr sz="2600" spc="-15" dirty="0">
                <a:solidFill>
                  <a:prstClr val="black"/>
                </a:solidFill>
                <a:latin typeface="Times New Roman"/>
                <a:cs typeface="Times New Roman"/>
              </a:rPr>
              <a:t>i</a:t>
            </a:r>
            <a:r>
              <a:rPr sz="2600" spc="5" dirty="0">
                <a:solidFill>
                  <a:prstClr val="black"/>
                </a:solidFill>
                <a:latin typeface="Times New Roman"/>
                <a:cs typeface="Times New Roman"/>
              </a:rPr>
              <a:t>g</a:t>
            </a:r>
            <a:r>
              <a:rPr sz="2600" spc="-15" dirty="0">
                <a:solidFill>
                  <a:prstClr val="black"/>
                </a:solidFill>
                <a:latin typeface="Times New Roman"/>
                <a:cs typeface="Times New Roman"/>
              </a:rPr>
              <a:t>n</a:t>
            </a:r>
            <a:r>
              <a:rPr sz="2600" spc="-25" dirty="0">
                <a:solidFill>
                  <a:prstClr val="black"/>
                </a:solidFill>
                <a:latin typeface="Times New Roman"/>
                <a:cs typeface="Times New Roman"/>
              </a:rPr>
              <a:t>me</a:t>
            </a:r>
            <a:r>
              <a:rPr sz="2600" spc="5" dirty="0">
                <a:solidFill>
                  <a:prstClr val="black"/>
                </a:solidFill>
                <a:latin typeface="Times New Roman"/>
                <a:cs typeface="Times New Roman"/>
              </a:rPr>
              <a:t>n</a:t>
            </a:r>
            <a:r>
              <a:rPr sz="2600" spc="-10" dirty="0">
                <a:solidFill>
                  <a:prstClr val="black"/>
                </a:solidFill>
                <a:latin typeface="Times New Roman"/>
                <a:cs typeface="Times New Roman"/>
              </a:rPr>
              <a:t>t</a:t>
            </a:r>
            <a:r>
              <a:rPr sz="2600" spc="-5" dirty="0">
                <a:solidFill>
                  <a:prstClr val="black"/>
                </a:solidFill>
                <a:latin typeface="Times New Roman"/>
                <a:cs typeface="Times New Roman"/>
              </a:rPr>
              <a:t> </a:t>
            </a:r>
            <a:r>
              <a:rPr sz="2600" spc="5" dirty="0">
                <a:solidFill>
                  <a:prstClr val="black"/>
                </a:solidFill>
                <a:latin typeface="Times New Roman"/>
                <a:cs typeface="Times New Roman"/>
              </a:rPr>
              <a:t>d</a:t>
            </a:r>
            <a:r>
              <a:rPr sz="2600" spc="-15" dirty="0">
                <a:solidFill>
                  <a:prstClr val="black"/>
                </a:solidFill>
                <a:latin typeface="Times New Roman"/>
                <a:cs typeface="Times New Roman"/>
              </a:rPr>
              <a:t>oe</a:t>
            </a:r>
            <a:r>
              <a:rPr sz="2600" dirty="0">
                <a:solidFill>
                  <a:prstClr val="black"/>
                </a:solidFill>
                <a:latin typeface="Times New Roman"/>
                <a:cs typeface="Times New Roman"/>
              </a:rPr>
              <a:t>s</a:t>
            </a:r>
            <a:r>
              <a:rPr sz="2600" spc="-15" dirty="0">
                <a:solidFill>
                  <a:prstClr val="black"/>
                </a:solidFill>
                <a:latin typeface="Times New Roman"/>
                <a:cs typeface="Times New Roman"/>
              </a:rPr>
              <a:t> </a:t>
            </a:r>
            <a:r>
              <a:rPr sz="2600" spc="5" dirty="0">
                <a:solidFill>
                  <a:prstClr val="black"/>
                </a:solidFill>
                <a:latin typeface="Times New Roman"/>
                <a:cs typeface="Times New Roman"/>
              </a:rPr>
              <a:t>no</a:t>
            </a:r>
            <a:r>
              <a:rPr sz="2600" spc="-10" dirty="0">
                <a:solidFill>
                  <a:prstClr val="black"/>
                </a:solidFill>
                <a:latin typeface="Times New Roman"/>
                <a:cs typeface="Times New Roman"/>
              </a:rPr>
              <a:t>t</a:t>
            </a:r>
            <a:r>
              <a:rPr sz="2600" spc="-5" dirty="0">
                <a:solidFill>
                  <a:prstClr val="black"/>
                </a:solidFill>
                <a:latin typeface="Times New Roman"/>
                <a:cs typeface="Times New Roman"/>
              </a:rPr>
              <a:t> </a:t>
            </a:r>
            <a:r>
              <a:rPr sz="2600" spc="5" dirty="0" smtClean="0">
                <a:solidFill>
                  <a:prstClr val="black"/>
                </a:solidFill>
                <a:latin typeface="Times New Roman"/>
                <a:cs typeface="Times New Roman"/>
              </a:rPr>
              <a:t>v</a:t>
            </a:r>
            <a:r>
              <a:rPr sz="2600" spc="-15" dirty="0" smtClean="0">
                <a:solidFill>
                  <a:prstClr val="black"/>
                </a:solidFill>
                <a:latin typeface="Times New Roman"/>
                <a:cs typeface="Times New Roman"/>
              </a:rPr>
              <a:t>i</a:t>
            </a:r>
            <a:r>
              <a:rPr sz="2600" spc="5" dirty="0" smtClean="0">
                <a:solidFill>
                  <a:prstClr val="black"/>
                </a:solidFill>
                <a:latin typeface="Times New Roman"/>
                <a:cs typeface="Times New Roman"/>
              </a:rPr>
              <a:t>o</a:t>
            </a:r>
            <a:r>
              <a:rPr sz="2600" spc="-15" dirty="0" smtClean="0">
                <a:solidFill>
                  <a:prstClr val="black"/>
                </a:solidFill>
                <a:latin typeface="Times New Roman"/>
                <a:cs typeface="Times New Roman"/>
              </a:rPr>
              <a:t>late</a:t>
            </a:r>
            <a:r>
              <a:rPr sz="2600" spc="-10" dirty="0" smtClean="0">
                <a:solidFill>
                  <a:prstClr val="black"/>
                </a:solidFill>
                <a:latin typeface="Times New Roman"/>
                <a:cs typeface="Times New Roman"/>
              </a:rPr>
              <a:t> </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h</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c</a:t>
            </a:r>
            <a:r>
              <a:rPr sz="2600" spc="5" dirty="0">
                <a:solidFill>
                  <a:prstClr val="black"/>
                </a:solidFill>
                <a:latin typeface="Times New Roman"/>
                <a:cs typeface="Times New Roman"/>
              </a:rPr>
              <a:t>on</a:t>
            </a:r>
            <a:r>
              <a:rPr sz="2600" spc="-15" dirty="0">
                <a:solidFill>
                  <a:prstClr val="black"/>
                </a:solidFill>
                <a:latin typeface="Times New Roman"/>
                <a:cs typeface="Times New Roman"/>
              </a:rPr>
              <a:t>st</a:t>
            </a:r>
            <a:r>
              <a:rPr sz="2600" dirty="0">
                <a:solidFill>
                  <a:prstClr val="black"/>
                </a:solidFill>
                <a:latin typeface="Times New Roman"/>
                <a:cs typeface="Times New Roman"/>
              </a:rPr>
              <a:t>r</a:t>
            </a:r>
            <a:r>
              <a:rPr sz="2600" spc="-15" dirty="0">
                <a:solidFill>
                  <a:prstClr val="black"/>
                </a:solidFill>
                <a:latin typeface="Times New Roman"/>
                <a:cs typeface="Times New Roman"/>
              </a:rPr>
              <a:t>ai</a:t>
            </a:r>
            <a:r>
              <a:rPr sz="2600" spc="5" dirty="0">
                <a:solidFill>
                  <a:prstClr val="black"/>
                </a:solidFill>
                <a:latin typeface="Times New Roman"/>
                <a:cs typeface="Times New Roman"/>
              </a:rPr>
              <a:t>n</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s</a:t>
            </a:r>
            <a:r>
              <a:rPr sz="2600" dirty="0">
                <a:solidFill>
                  <a:prstClr val="black"/>
                </a:solidFill>
                <a:latin typeface="Times New Roman"/>
                <a:cs typeface="Times New Roman"/>
              </a:rPr>
              <a:t>.</a:t>
            </a:r>
          </a:p>
        </p:txBody>
      </p:sp>
      <p:sp>
        <p:nvSpPr>
          <p:cNvPr id="10" name="object 10"/>
          <p:cNvSpPr txBox="1"/>
          <p:nvPr/>
        </p:nvSpPr>
        <p:spPr>
          <a:xfrm>
            <a:off x="535940" y="517095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cxnSp>
        <p:nvCxnSpPr>
          <p:cNvPr id="12" name="Straight Connector 11"/>
          <p:cNvCxnSpPr/>
          <p:nvPr/>
        </p:nvCxnSpPr>
        <p:spPr>
          <a:xfrm>
            <a:off x="0" y="1426526"/>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6006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92696"/>
            <a:ext cx="8428548" cy="553998"/>
          </a:xfrm>
          <a:prstGeom prst="rect">
            <a:avLst/>
          </a:prstGeom>
        </p:spPr>
        <p:txBody>
          <a:bodyPr vert="horz" wrap="square" lIns="0" tIns="0" rIns="0" bIns="0" rtlCol="0">
            <a:spAutoFit/>
          </a:bodyPr>
          <a:lstStyle/>
          <a:p>
            <a:pPr marL="12700" marR="5080"/>
            <a:r>
              <a:rPr sz="3600" b="1" spc="-45" dirty="0">
                <a:solidFill>
                  <a:prstClr val="black"/>
                </a:solidFill>
                <a:latin typeface="Arial Black"/>
                <a:cs typeface="Arial Black"/>
              </a:rPr>
              <a:t>C</a:t>
            </a:r>
            <a:r>
              <a:rPr sz="3600" b="1" spc="-25" dirty="0">
                <a:solidFill>
                  <a:prstClr val="black"/>
                </a:solidFill>
                <a:latin typeface="Arial Black"/>
                <a:cs typeface="Arial Black"/>
              </a:rPr>
              <a:t>o</a:t>
            </a:r>
            <a:r>
              <a:rPr sz="3600" b="1" spc="-30" dirty="0">
                <a:solidFill>
                  <a:prstClr val="black"/>
                </a:solidFill>
                <a:latin typeface="Arial Black"/>
                <a:cs typeface="Arial Black"/>
              </a:rPr>
              <a:t>n</a:t>
            </a:r>
            <a:r>
              <a:rPr sz="3600" b="1" spc="-40" dirty="0">
                <a:solidFill>
                  <a:prstClr val="black"/>
                </a:solidFill>
                <a:latin typeface="Arial Black"/>
                <a:cs typeface="Arial Black"/>
              </a:rPr>
              <a:t>s</a:t>
            </a:r>
            <a:r>
              <a:rPr sz="3600" b="1" spc="-25" dirty="0">
                <a:solidFill>
                  <a:prstClr val="black"/>
                </a:solidFill>
                <a:latin typeface="Arial Black"/>
                <a:cs typeface="Arial Black"/>
              </a:rPr>
              <a:t>t</a:t>
            </a:r>
            <a:r>
              <a:rPr sz="3600" b="1" spc="-30" dirty="0">
                <a:solidFill>
                  <a:prstClr val="black"/>
                </a:solidFill>
                <a:latin typeface="Arial Black"/>
                <a:cs typeface="Arial Black"/>
              </a:rPr>
              <a:t>ra</a:t>
            </a:r>
            <a:r>
              <a:rPr sz="3600" b="1" dirty="0">
                <a:solidFill>
                  <a:prstClr val="black"/>
                </a:solidFill>
                <a:latin typeface="Arial Black"/>
                <a:cs typeface="Arial Black"/>
              </a:rPr>
              <a:t>i</a:t>
            </a:r>
            <a:r>
              <a:rPr sz="3600" b="1" spc="-5" dirty="0">
                <a:solidFill>
                  <a:prstClr val="black"/>
                </a:solidFill>
                <a:latin typeface="Arial Black"/>
                <a:cs typeface="Arial Black"/>
              </a:rPr>
              <a:t>n</a:t>
            </a:r>
            <a:r>
              <a:rPr sz="3600" b="1" spc="-20" dirty="0">
                <a:solidFill>
                  <a:prstClr val="black"/>
                </a:solidFill>
                <a:latin typeface="Arial Black"/>
                <a:cs typeface="Arial Black"/>
              </a:rPr>
              <a:t>t</a:t>
            </a:r>
            <a:r>
              <a:rPr sz="3600" b="1" spc="295" dirty="0">
                <a:solidFill>
                  <a:prstClr val="black"/>
                </a:solidFill>
                <a:latin typeface="Times New Roman"/>
                <a:cs typeface="Times New Roman"/>
              </a:rPr>
              <a:t> </a:t>
            </a:r>
            <a:r>
              <a:rPr sz="3600" b="1" spc="-30" dirty="0">
                <a:solidFill>
                  <a:prstClr val="black"/>
                </a:solidFill>
                <a:latin typeface="Arial Black"/>
                <a:cs typeface="Arial Black"/>
              </a:rPr>
              <a:t>sat</a:t>
            </a:r>
            <a:r>
              <a:rPr sz="3600" b="1" spc="-15" dirty="0">
                <a:solidFill>
                  <a:prstClr val="black"/>
                </a:solidFill>
                <a:latin typeface="Arial Black"/>
                <a:cs typeface="Arial Black"/>
              </a:rPr>
              <a:t>i</a:t>
            </a:r>
            <a:r>
              <a:rPr sz="3600" b="1" spc="-30" dirty="0">
                <a:solidFill>
                  <a:prstClr val="black"/>
                </a:solidFill>
                <a:latin typeface="Arial Black"/>
                <a:cs typeface="Arial Black"/>
              </a:rPr>
              <a:t>s</a:t>
            </a:r>
            <a:r>
              <a:rPr sz="3600" b="1" spc="-5" dirty="0">
                <a:solidFill>
                  <a:prstClr val="black"/>
                </a:solidFill>
                <a:latin typeface="Arial Black"/>
                <a:cs typeface="Arial Black"/>
              </a:rPr>
              <a:t>fa</a:t>
            </a:r>
            <a:r>
              <a:rPr sz="3600" b="1" spc="-25" dirty="0">
                <a:solidFill>
                  <a:prstClr val="black"/>
                </a:solidFill>
                <a:latin typeface="Arial Black"/>
                <a:cs typeface="Arial Black"/>
              </a:rPr>
              <a:t>ct</a:t>
            </a:r>
            <a:r>
              <a:rPr sz="3600" b="1" dirty="0">
                <a:solidFill>
                  <a:prstClr val="black"/>
                </a:solidFill>
                <a:latin typeface="Arial Black"/>
                <a:cs typeface="Arial Black"/>
              </a:rPr>
              <a:t>i</a:t>
            </a:r>
            <a:r>
              <a:rPr sz="3600" b="1" spc="-5" dirty="0">
                <a:solidFill>
                  <a:prstClr val="black"/>
                </a:solidFill>
                <a:latin typeface="Arial Black"/>
                <a:cs typeface="Arial Black"/>
              </a:rPr>
              <a:t>o</a:t>
            </a:r>
            <a:r>
              <a:rPr sz="3600" b="1" spc="-25" dirty="0">
                <a:solidFill>
                  <a:prstClr val="black"/>
                </a:solidFill>
                <a:latin typeface="Arial Black"/>
                <a:cs typeface="Arial Black"/>
              </a:rPr>
              <a:t>n</a:t>
            </a:r>
            <a:r>
              <a:rPr sz="3600" b="1" spc="-10" dirty="0">
                <a:solidFill>
                  <a:prstClr val="black"/>
                </a:solidFill>
                <a:latin typeface="Times New Roman"/>
                <a:cs typeface="Times New Roman"/>
              </a:rPr>
              <a:t> </a:t>
            </a:r>
            <a:r>
              <a:rPr sz="3600" b="1" spc="-25" dirty="0">
                <a:solidFill>
                  <a:prstClr val="black"/>
                </a:solidFill>
                <a:latin typeface="Arial Black"/>
                <a:cs typeface="Arial Black"/>
              </a:rPr>
              <a:t>pr</a:t>
            </a:r>
            <a:r>
              <a:rPr sz="3600" b="1" spc="-40" dirty="0">
                <a:solidFill>
                  <a:prstClr val="black"/>
                </a:solidFill>
                <a:latin typeface="Arial Black"/>
                <a:cs typeface="Arial Black"/>
              </a:rPr>
              <a:t>o</a:t>
            </a:r>
            <a:r>
              <a:rPr sz="3600" b="1" spc="-25" dirty="0">
                <a:solidFill>
                  <a:prstClr val="black"/>
                </a:solidFill>
                <a:latin typeface="Arial Black"/>
                <a:cs typeface="Arial Black"/>
              </a:rPr>
              <a:t>b</a:t>
            </a:r>
            <a:r>
              <a:rPr sz="3600" b="1" spc="-10" dirty="0">
                <a:solidFill>
                  <a:prstClr val="black"/>
                </a:solidFill>
                <a:latin typeface="Arial Black"/>
                <a:cs typeface="Arial Black"/>
              </a:rPr>
              <a:t>l</a:t>
            </a:r>
            <a:r>
              <a:rPr sz="3600" b="1" spc="-30" dirty="0">
                <a:solidFill>
                  <a:prstClr val="black"/>
                </a:solidFill>
                <a:latin typeface="Arial Black"/>
                <a:cs typeface="Arial Black"/>
              </a:rPr>
              <a:t>ems</a:t>
            </a:r>
            <a:endParaRPr sz="3600" dirty="0">
              <a:solidFill>
                <a:prstClr val="black"/>
              </a:solidFill>
              <a:latin typeface="Arial Black"/>
              <a:cs typeface="Arial Black"/>
            </a:endParaRPr>
          </a:p>
        </p:txBody>
      </p:sp>
      <p:sp>
        <p:nvSpPr>
          <p:cNvPr id="3" name="object 3"/>
          <p:cNvSpPr txBox="1"/>
          <p:nvPr/>
        </p:nvSpPr>
        <p:spPr>
          <a:xfrm>
            <a:off x="535940" y="206072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sp>
        <p:nvSpPr>
          <p:cNvPr id="4" name="object 4"/>
          <p:cNvSpPr txBox="1"/>
          <p:nvPr/>
        </p:nvSpPr>
        <p:spPr>
          <a:xfrm>
            <a:off x="878839" y="2038076"/>
            <a:ext cx="7540625" cy="3454400"/>
          </a:xfrm>
          <a:prstGeom prst="rect">
            <a:avLst/>
          </a:prstGeom>
        </p:spPr>
        <p:txBody>
          <a:bodyPr vert="horz" wrap="square" lIns="0" tIns="0" rIns="0" bIns="0" rtlCol="0">
            <a:spAutoFit/>
          </a:bodyPr>
          <a:lstStyle/>
          <a:p>
            <a:pPr marL="12700" marR="1250950">
              <a:lnSpc>
                <a:spcPts val="2810"/>
              </a:lnSpc>
            </a:pPr>
            <a:r>
              <a:rPr sz="2600" spc="-5" dirty="0">
                <a:solidFill>
                  <a:prstClr val="black"/>
                </a:solidFill>
                <a:latin typeface="Times New Roman"/>
                <a:cs typeface="Times New Roman"/>
              </a:rPr>
              <a:t>A</a:t>
            </a:r>
            <a:r>
              <a:rPr sz="2600" dirty="0">
                <a:solidFill>
                  <a:prstClr val="black"/>
                </a:solidFill>
                <a:latin typeface="Times New Roman"/>
                <a:cs typeface="Times New Roman"/>
              </a:rPr>
              <a:t>n</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spc="-5" dirty="0">
                <a:solidFill>
                  <a:prstClr val="black"/>
                </a:solidFill>
                <a:latin typeface="Times New Roman"/>
                <a:cs typeface="Times New Roman"/>
              </a:rPr>
              <a:t>ss</a:t>
            </a:r>
            <a:r>
              <a:rPr sz="2600" spc="-15" dirty="0">
                <a:solidFill>
                  <a:prstClr val="black"/>
                </a:solidFill>
                <a:latin typeface="Times New Roman"/>
                <a:cs typeface="Times New Roman"/>
              </a:rPr>
              <a:t>i</a:t>
            </a:r>
            <a:r>
              <a:rPr sz="2600" spc="5" dirty="0">
                <a:solidFill>
                  <a:prstClr val="black"/>
                </a:solidFill>
                <a:latin typeface="Times New Roman"/>
                <a:cs typeface="Times New Roman"/>
              </a:rPr>
              <a:t>g</a:t>
            </a:r>
            <a:r>
              <a:rPr sz="2600" spc="-15" dirty="0">
                <a:solidFill>
                  <a:prstClr val="black"/>
                </a:solidFill>
                <a:latin typeface="Times New Roman"/>
                <a:cs typeface="Times New Roman"/>
              </a:rPr>
              <a:t>n</a:t>
            </a:r>
            <a:r>
              <a:rPr sz="2600" spc="-25" dirty="0">
                <a:solidFill>
                  <a:prstClr val="black"/>
                </a:solidFill>
                <a:latin typeface="Times New Roman"/>
                <a:cs typeface="Times New Roman"/>
              </a:rPr>
              <a:t>me</a:t>
            </a:r>
            <a:r>
              <a:rPr sz="2600" spc="5" dirty="0">
                <a:solidFill>
                  <a:prstClr val="black"/>
                </a:solidFill>
                <a:latin typeface="Times New Roman"/>
                <a:cs typeface="Times New Roman"/>
              </a:rPr>
              <a:t>n</a:t>
            </a:r>
            <a:r>
              <a:rPr sz="2600" spc="-10" dirty="0">
                <a:solidFill>
                  <a:prstClr val="black"/>
                </a:solidFill>
                <a:latin typeface="Times New Roman"/>
                <a:cs typeface="Times New Roman"/>
              </a:rPr>
              <a:t>t</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i</a:t>
            </a:r>
            <a:r>
              <a:rPr sz="2600" dirty="0">
                <a:solidFill>
                  <a:prstClr val="black"/>
                </a:solidFill>
                <a:latin typeface="Times New Roman"/>
                <a:cs typeface="Times New Roman"/>
              </a:rPr>
              <a:t>s </a:t>
            </a:r>
            <a:r>
              <a:rPr sz="2600" i="1" spc="-20" dirty="0">
                <a:solidFill>
                  <a:prstClr val="black"/>
                </a:solidFill>
                <a:latin typeface="Times New Roman"/>
                <a:cs typeface="Times New Roman"/>
              </a:rPr>
              <a:t>c</a:t>
            </a:r>
            <a:r>
              <a:rPr sz="2600" i="1" spc="5" dirty="0">
                <a:solidFill>
                  <a:prstClr val="black"/>
                </a:solidFill>
                <a:latin typeface="Times New Roman"/>
                <a:cs typeface="Times New Roman"/>
              </a:rPr>
              <a:t>o</a:t>
            </a:r>
            <a:r>
              <a:rPr sz="2600" i="1" spc="10" dirty="0">
                <a:solidFill>
                  <a:prstClr val="black"/>
                </a:solidFill>
                <a:latin typeface="Times New Roman"/>
                <a:cs typeface="Times New Roman"/>
              </a:rPr>
              <a:t>m</a:t>
            </a:r>
            <a:r>
              <a:rPr sz="2600" i="1" spc="-15" dirty="0">
                <a:solidFill>
                  <a:prstClr val="black"/>
                </a:solidFill>
                <a:latin typeface="Times New Roman"/>
                <a:cs typeface="Times New Roman"/>
              </a:rPr>
              <a:t>plete</a:t>
            </a:r>
            <a:r>
              <a:rPr sz="2600" i="1" dirty="0">
                <a:solidFill>
                  <a:prstClr val="black"/>
                </a:solidFill>
                <a:latin typeface="Times New Roman"/>
                <a:cs typeface="Times New Roman"/>
              </a:rPr>
              <a:t> </a:t>
            </a:r>
            <a:r>
              <a:rPr sz="2600" spc="-5" dirty="0">
                <a:solidFill>
                  <a:prstClr val="black"/>
                </a:solidFill>
                <a:latin typeface="Times New Roman"/>
                <a:cs typeface="Times New Roman"/>
              </a:rPr>
              <a:t>w</a:t>
            </a:r>
            <a:r>
              <a:rPr sz="2600" spc="5" dirty="0">
                <a:solidFill>
                  <a:prstClr val="black"/>
                </a:solidFill>
                <a:latin typeface="Times New Roman"/>
                <a:cs typeface="Times New Roman"/>
              </a:rPr>
              <a:t>h</a:t>
            </a:r>
            <a:r>
              <a:rPr sz="2600" spc="-20" dirty="0">
                <a:solidFill>
                  <a:prstClr val="black"/>
                </a:solidFill>
                <a:latin typeface="Times New Roman"/>
                <a:cs typeface="Times New Roman"/>
              </a:rPr>
              <a:t>e</a:t>
            </a:r>
            <a:r>
              <a:rPr sz="2600" dirty="0">
                <a:solidFill>
                  <a:prstClr val="black"/>
                </a:solidFill>
                <a:latin typeface="Times New Roman"/>
                <a:cs typeface="Times New Roman"/>
              </a:rPr>
              <a:t>n</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e</a:t>
            </a:r>
            <a:r>
              <a:rPr sz="2600" spc="5" dirty="0">
                <a:solidFill>
                  <a:prstClr val="black"/>
                </a:solidFill>
                <a:latin typeface="Times New Roman"/>
                <a:cs typeface="Times New Roman"/>
              </a:rPr>
              <a:t>v</a:t>
            </a:r>
            <a:r>
              <a:rPr sz="2600" spc="-20" dirty="0">
                <a:solidFill>
                  <a:prstClr val="black"/>
                </a:solidFill>
                <a:latin typeface="Times New Roman"/>
                <a:cs typeface="Times New Roman"/>
              </a:rPr>
              <a:t>e</a:t>
            </a:r>
            <a:r>
              <a:rPr sz="2600" spc="-10" dirty="0">
                <a:solidFill>
                  <a:prstClr val="black"/>
                </a:solidFill>
                <a:latin typeface="Times New Roman"/>
                <a:cs typeface="Times New Roman"/>
              </a:rPr>
              <a:t>r</a:t>
            </a:r>
            <a:r>
              <a:rPr sz="2600" dirty="0">
                <a:solidFill>
                  <a:prstClr val="black"/>
                </a:solidFill>
                <a:latin typeface="Times New Roman"/>
                <a:cs typeface="Times New Roman"/>
              </a:rPr>
              <a:t>y</a:t>
            </a:r>
            <a:r>
              <a:rPr sz="2600" spc="25" dirty="0">
                <a:solidFill>
                  <a:prstClr val="black"/>
                </a:solidFill>
                <a:latin typeface="Times New Roman"/>
                <a:cs typeface="Times New Roman"/>
              </a:rPr>
              <a:t> </a:t>
            </a:r>
            <a:r>
              <a:rPr sz="2600" spc="5" dirty="0">
                <a:solidFill>
                  <a:prstClr val="black"/>
                </a:solidFill>
                <a:latin typeface="Times New Roman"/>
                <a:cs typeface="Times New Roman"/>
              </a:rPr>
              <a:t>v</a:t>
            </a:r>
            <a:r>
              <a:rPr sz="2600" spc="-15" dirty="0">
                <a:solidFill>
                  <a:prstClr val="black"/>
                </a:solidFill>
                <a:latin typeface="Times New Roman"/>
                <a:cs typeface="Times New Roman"/>
              </a:rPr>
              <a:t>al</a:t>
            </a:r>
            <a:r>
              <a:rPr sz="2600" spc="5" dirty="0">
                <a:solidFill>
                  <a:prstClr val="black"/>
                </a:solidFill>
                <a:latin typeface="Times New Roman"/>
                <a:cs typeface="Times New Roman"/>
              </a:rPr>
              <a:t>u</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i</a:t>
            </a:r>
            <a:r>
              <a:rPr sz="2600" dirty="0">
                <a:solidFill>
                  <a:prstClr val="black"/>
                </a:solidFill>
                <a:latin typeface="Times New Roman"/>
                <a:cs typeface="Times New Roman"/>
              </a:rPr>
              <a:t>s </a:t>
            </a:r>
            <a:r>
              <a:rPr sz="2600" spc="-40" dirty="0">
                <a:solidFill>
                  <a:prstClr val="black"/>
                </a:solidFill>
                <a:latin typeface="Times New Roman"/>
                <a:cs typeface="Times New Roman"/>
              </a:rPr>
              <a:t>m</a:t>
            </a:r>
            <a:r>
              <a:rPr sz="2600" spc="-15" dirty="0">
                <a:solidFill>
                  <a:prstClr val="black"/>
                </a:solidFill>
                <a:latin typeface="Times New Roman"/>
                <a:cs typeface="Times New Roman"/>
              </a:rPr>
              <a:t>enti</a:t>
            </a:r>
            <a:r>
              <a:rPr sz="2600" spc="5" dirty="0">
                <a:solidFill>
                  <a:prstClr val="black"/>
                </a:solidFill>
                <a:latin typeface="Times New Roman"/>
                <a:cs typeface="Times New Roman"/>
              </a:rPr>
              <a:t>on</a:t>
            </a:r>
            <a:r>
              <a:rPr sz="2600" spc="-20" dirty="0">
                <a:solidFill>
                  <a:prstClr val="black"/>
                </a:solidFill>
                <a:latin typeface="Times New Roman"/>
                <a:cs typeface="Times New Roman"/>
              </a:rPr>
              <a:t>e</a:t>
            </a:r>
            <a:r>
              <a:rPr sz="2600" spc="5" dirty="0">
                <a:solidFill>
                  <a:prstClr val="black"/>
                </a:solidFill>
                <a:latin typeface="Times New Roman"/>
                <a:cs typeface="Times New Roman"/>
              </a:rPr>
              <a:t>d</a:t>
            </a:r>
            <a:r>
              <a:rPr sz="2600" dirty="0">
                <a:solidFill>
                  <a:prstClr val="black"/>
                </a:solidFill>
                <a:latin typeface="Times New Roman"/>
                <a:cs typeface="Times New Roman"/>
              </a:rPr>
              <a:t>.</a:t>
            </a:r>
            <a:endParaRPr sz="2600">
              <a:solidFill>
                <a:prstClr val="black"/>
              </a:solidFill>
              <a:latin typeface="Times New Roman"/>
              <a:cs typeface="Times New Roman"/>
            </a:endParaRPr>
          </a:p>
          <a:p>
            <a:pPr marL="12700" marR="924560">
              <a:lnSpc>
                <a:spcPts val="2800"/>
              </a:lnSpc>
              <a:spcBef>
                <a:spcPts val="655"/>
              </a:spcBef>
            </a:pPr>
            <a:r>
              <a:rPr sz="2600" dirty="0">
                <a:solidFill>
                  <a:prstClr val="black"/>
                </a:solidFill>
                <a:latin typeface="Times New Roman"/>
                <a:cs typeface="Times New Roman"/>
              </a:rPr>
              <a:t>A </a:t>
            </a:r>
            <a:r>
              <a:rPr sz="2600" i="1" spc="-5" dirty="0">
                <a:solidFill>
                  <a:prstClr val="black"/>
                </a:solidFill>
                <a:latin typeface="Times New Roman"/>
                <a:cs typeface="Times New Roman"/>
              </a:rPr>
              <a:t>s</a:t>
            </a:r>
            <a:r>
              <a:rPr sz="2600" i="1" spc="5" dirty="0">
                <a:solidFill>
                  <a:prstClr val="black"/>
                </a:solidFill>
                <a:latin typeface="Times New Roman"/>
                <a:cs typeface="Times New Roman"/>
              </a:rPr>
              <a:t>o</a:t>
            </a:r>
            <a:r>
              <a:rPr sz="2600" i="1" spc="-15" dirty="0">
                <a:solidFill>
                  <a:prstClr val="black"/>
                </a:solidFill>
                <a:latin typeface="Times New Roman"/>
                <a:cs typeface="Times New Roman"/>
              </a:rPr>
              <a:t>luti</a:t>
            </a:r>
            <a:r>
              <a:rPr sz="2600" i="1" spc="5" dirty="0">
                <a:solidFill>
                  <a:prstClr val="black"/>
                </a:solidFill>
                <a:latin typeface="Times New Roman"/>
                <a:cs typeface="Times New Roman"/>
              </a:rPr>
              <a:t>o</a:t>
            </a:r>
            <a:r>
              <a:rPr sz="2600" i="1" dirty="0">
                <a:solidFill>
                  <a:prstClr val="black"/>
                </a:solidFill>
                <a:latin typeface="Times New Roman"/>
                <a:cs typeface="Times New Roman"/>
              </a:rPr>
              <a:t>n</a:t>
            </a:r>
            <a:r>
              <a:rPr sz="2600" i="1" spc="15" dirty="0">
                <a:solidFill>
                  <a:prstClr val="black"/>
                </a:solidFill>
                <a:latin typeface="Times New Roman"/>
                <a:cs typeface="Times New Roman"/>
              </a:rPr>
              <a:t> </a:t>
            </a:r>
            <a:r>
              <a:rPr sz="2600" spc="-15" dirty="0">
                <a:solidFill>
                  <a:prstClr val="black"/>
                </a:solidFill>
                <a:latin typeface="Times New Roman"/>
                <a:cs typeface="Times New Roman"/>
              </a:rPr>
              <a:t>t</a:t>
            </a:r>
            <a:r>
              <a:rPr sz="2600" dirty="0">
                <a:solidFill>
                  <a:prstClr val="black"/>
                </a:solidFill>
                <a:latin typeface="Times New Roman"/>
                <a:cs typeface="Times New Roman"/>
              </a:rPr>
              <a:t>o </a:t>
            </a:r>
            <a:r>
              <a:rPr sz="2600" spc="-15" dirty="0">
                <a:solidFill>
                  <a:prstClr val="black"/>
                </a:solidFill>
                <a:latin typeface="Times New Roman"/>
                <a:cs typeface="Times New Roman"/>
              </a:rPr>
              <a:t>a</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C</a:t>
            </a:r>
            <a:r>
              <a:rPr sz="2600" spc="10" dirty="0">
                <a:solidFill>
                  <a:prstClr val="black"/>
                </a:solidFill>
                <a:latin typeface="Times New Roman"/>
                <a:cs typeface="Times New Roman"/>
              </a:rPr>
              <a:t>S</a:t>
            </a:r>
            <a:r>
              <a:rPr sz="2600" dirty="0">
                <a:solidFill>
                  <a:prstClr val="black"/>
                </a:solidFill>
                <a:latin typeface="Times New Roman"/>
                <a:cs typeface="Times New Roman"/>
              </a:rPr>
              <a:t>P </a:t>
            </a:r>
            <a:r>
              <a:rPr sz="2600" spc="-15" dirty="0">
                <a:solidFill>
                  <a:prstClr val="black"/>
                </a:solidFill>
                <a:latin typeface="Times New Roman"/>
                <a:cs typeface="Times New Roman"/>
              </a:rPr>
              <a:t>i</a:t>
            </a:r>
            <a:r>
              <a:rPr sz="2600" dirty="0">
                <a:solidFill>
                  <a:prstClr val="black"/>
                </a:solidFill>
                <a:latin typeface="Times New Roman"/>
                <a:cs typeface="Times New Roman"/>
              </a:rPr>
              <a:t>s</a:t>
            </a:r>
            <a:r>
              <a:rPr sz="2600" spc="-15" dirty="0">
                <a:solidFill>
                  <a:prstClr val="black"/>
                </a:solidFill>
                <a:latin typeface="Times New Roman"/>
                <a:cs typeface="Times New Roman"/>
              </a:rPr>
              <a:t> a</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c</a:t>
            </a:r>
            <a:r>
              <a:rPr sz="2600" spc="5" dirty="0">
                <a:solidFill>
                  <a:prstClr val="black"/>
                </a:solidFill>
                <a:latin typeface="Times New Roman"/>
                <a:cs typeface="Times New Roman"/>
              </a:rPr>
              <a:t>o</a:t>
            </a:r>
            <a:r>
              <a:rPr sz="2600" spc="-30" dirty="0">
                <a:solidFill>
                  <a:prstClr val="black"/>
                </a:solidFill>
                <a:latin typeface="Times New Roman"/>
                <a:cs typeface="Times New Roman"/>
              </a:rPr>
              <a:t>m</a:t>
            </a:r>
            <a:r>
              <a:rPr sz="2600" spc="-15" dirty="0">
                <a:solidFill>
                  <a:prstClr val="black"/>
                </a:solidFill>
                <a:latin typeface="Times New Roman"/>
                <a:cs typeface="Times New Roman"/>
              </a:rPr>
              <a:t>plete</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spc="-5" dirty="0">
                <a:solidFill>
                  <a:prstClr val="black"/>
                </a:solidFill>
                <a:latin typeface="Times New Roman"/>
                <a:cs typeface="Times New Roman"/>
              </a:rPr>
              <a:t>s</a:t>
            </a:r>
            <a:r>
              <a:rPr sz="2600" spc="-15" dirty="0">
                <a:solidFill>
                  <a:prstClr val="black"/>
                </a:solidFill>
                <a:latin typeface="Times New Roman"/>
                <a:cs typeface="Times New Roman"/>
              </a:rPr>
              <a:t>si</a:t>
            </a:r>
            <a:r>
              <a:rPr sz="2600" spc="5" dirty="0">
                <a:solidFill>
                  <a:prstClr val="black"/>
                </a:solidFill>
                <a:latin typeface="Times New Roman"/>
                <a:cs typeface="Times New Roman"/>
              </a:rPr>
              <a:t>gn</a:t>
            </a:r>
            <a:r>
              <a:rPr sz="2600" spc="-25" dirty="0">
                <a:solidFill>
                  <a:prstClr val="black"/>
                </a:solidFill>
                <a:latin typeface="Times New Roman"/>
                <a:cs typeface="Times New Roman"/>
              </a:rPr>
              <a:t>me</a:t>
            </a:r>
            <a:r>
              <a:rPr sz="2600" spc="5" dirty="0">
                <a:solidFill>
                  <a:prstClr val="black"/>
                </a:solidFill>
                <a:latin typeface="Times New Roman"/>
                <a:cs typeface="Times New Roman"/>
              </a:rPr>
              <a:t>n</a:t>
            </a:r>
            <a:r>
              <a:rPr sz="2600" spc="-10" dirty="0">
                <a:solidFill>
                  <a:prstClr val="black"/>
                </a:solidFill>
                <a:latin typeface="Times New Roman"/>
                <a:cs typeface="Times New Roman"/>
              </a:rPr>
              <a:t>t</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that</a:t>
            </a:r>
            <a:r>
              <a:rPr sz="2600" spc="-10" dirty="0">
                <a:solidFill>
                  <a:prstClr val="black"/>
                </a:solidFill>
                <a:latin typeface="Times New Roman"/>
                <a:cs typeface="Times New Roman"/>
              </a:rPr>
              <a:t> </a:t>
            </a:r>
            <a:r>
              <a:rPr sz="2600" spc="-5" dirty="0">
                <a:solidFill>
                  <a:prstClr val="black"/>
                </a:solidFill>
                <a:latin typeface="Times New Roman"/>
                <a:cs typeface="Times New Roman"/>
              </a:rPr>
              <a:t>s</a:t>
            </a:r>
            <a:r>
              <a:rPr sz="2600" spc="-15" dirty="0">
                <a:solidFill>
                  <a:prstClr val="black"/>
                </a:solidFill>
                <a:latin typeface="Times New Roman"/>
                <a:cs typeface="Times New Roman"/>
              </a:rPr>
              <a:t>ati</a:t>
            </a:r>
            <a:r>
              <a:rPr sz="2600" spc="-5" dirty="0">
                <a:solidFill>
                  <a:prstClr val="black"/>
                </a:solidFill>
                <a:latin typeface="Times New Roman"/>
                <a:cs typeface="Times New Roman"/>
              </a:rPr>
              <a:t>s</a:t>
            </a:r>
            <a:r>
              <a:rPr sz="2600" spc="-10" dirty="0">
                <a:solidFill>
                  <a:prstClr val="black"/>
                </a:solidFill>
                <a:latin typeface="Times New Roman"/>
                <a:cs typeface="Times New Roman"/>
              </a:rPr>
              <a:t>f</a:t>
            </a:r>
            <a:r>
              <a:rPr sz="2600" spc="-15" dirty="0">
                <a:solidFill>
                  <a:prstClr val="black"/>
                </a:solidFill>
                <a:latin typeface="Times New Roman"/>
                <a:cs typeface="Times New Roman"/>
              </a:rPr>
              <a:t>ie</a:t>
            </a:r>
            <a:r>
              <a:rPr sz="2600" dirty="0">
                <a:solidFill>
                  <a:prstClr val="black"/>
                </a:solidFill>
                <a:latin typeface="Times New Roman"/>
                <a:cs typeface="Times New Roman"/>
              </a:rPr>
              <a:t>s</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al</a:t>
            </a:r>
            <a:r>
              <a:rPr sz="2600" spc="-10" dirty="0">
                <a:solidFill>
                  <a:prstClr val="black"/>
                </a:solidFill>
                <a:latin typeface="Times New Roman"/>
                <a:cs typeface="Times New Roman"/>
              </a:rPr>
              <a:t>l</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c</a:t>
            </a:r>
            <a:r>
              <a:rPr sz="2600" spc="5" dirty="0">
                <a:solidFill>
                  <a:prstClr val="black"/>
                </a:solidFill>
                <a:latin typeface="Times New Roman"/>
                <a:cs typeface="Times New Roman"/>
              </a:rPr>
              <a:t>on</a:t>
            </a:r>
            <a:r>
              <a:rPr sz="2600" spc="-15" dirty="0">
                <a:solidFill>
                  <a:prstClr val="black"/>
                </a:solidFill>
                <a:latin typeface="Times New Roman"/>
                <a:cs typeface="Times New Roman"/>
              </a:rPr>
              <a:t>st</a:t>
            </a:r>
            <a:r>
              <a:rPr sz="2600" dirty="0">
                <a:solidFill>
                  <a:prstClr val="black"/>
                </a:solidFill>
                <a:latin typeface="Times New Roman"/>
                <a:cs typeface="Times New Roman"/>
              </a:rPr>
              <a:t>r</a:t>
            </a:r>
            <a:r>
              <a:rPr sz="2600" spc="-15" dirty="0">
                <a:solidFill>
                  <a:prstClr val="black"/>
                </a:solidFill>
                <a:latin typeface="Times New Roman"/>
                <a:cs typeface="Times New Roman"/>
              </a:rPr>
              <a:t>ai</a:t>
            </a:r>
            <a:r>
              <a:rPr sz="2600" spc="5" dirty="0">
                <a:solidFill>
                  <a:prstClr val="black"/>
                </a:solidFill>
                <a:latin typeface="Times New Roman"/>
                <a:cs typeface="Times New Roman"/>
              </a:rPr>
              <a:t>n</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s</a:t>
            </a:r>
            <a:r>
              <a:rPr sz="2600" dirty="0">
                <a:solidFill>
                  <a:prstClr val="black"/>
                </a:solidFill>
                <a:latin typeface="Times New Roman"/>
                <a:cs typeface="Times New Roman"/>
              </a:rPr>
              <a:t>.</a:t>
            </a:r>
            <a:endParaRPr sz="2600">
              <a:solidFill>
                <a:prstClr val="black"/>
              </a:solidFill>
              <a:latin typeface="Times New Roman"/>
              <a:cs typeface="Times New Roman"/>
            </a:endParaRPr>
          </a:p>
          <a:p>
            <a:pPr marL="12700" algn="just">
              <a:lnSpc>
                <a:spcPts val="2960"/>
              </a:lnSpc>
              <a:spcBef>
                <a:spcPts val="300"/>
              </a:spcBef>
            </a:pPr>
            <a:r>
              <a:rPr sz="2600" dirty="0">
                <a:solidFill>
                  <a:prstClr val="black"/>
                </a:solidFill>
                <a:latin typeface="Times New Roman"/>
                <a:cs typeface="Times New Roman"/>
              </a:rPr>
              <a:t>S</a:t>
            </a:r>
            <a:r>
              <a:rPr sz="2600" spc="5" dirty="0">
                <a:solidFill>
                  <a:prstClr val="black"/>
                </a:solidFill>
                <a:latin typeface="Times New Roman"/>
                <a:cs typeface="Times New Roman"/>
              </a:rPr>
              <a:t>o</a:t>
            </a:r>
            <a:r>
              <a:rPr sz="2600" spc="-40" dirty="0">
                <a:solidFill>
                  <a:prstClr val="black"/>
                </a:solidFill>
                <a:latin typeface="Times New Roman"/>
                <a:cs typeface="Times New Roman"/>
              </a:rPr>
              <a:t>m</a:t>
            </a:r>
            <a:r>
              <a:rPr sz="2600" spc="-15" dirty="0">
                <a:solidFill>
                  <a:prstClr val="black"/>
                </a:solidFill>
                <a:latin typeface="Times New Roman"/>
                <a:cs typeface="Times New Roman"/>
              </a:rPr>
              <a:t>e</a:t>
            </a:r>
            <a:r>
              <a:rPr sz="2600" spc="-10" dirty="0">
                <a:solidFill>
                  <a:prstClr val="black"/>
                </a:solidFill>
                <a:latin typeface="Times New Roman"/>
                <a:cs typeface="Times New Roman"/>
              </a:rPr>
              <a:t> C</a:t>
            </a:r>
            <a:r>
              <a:rPr sz="2600" dirty="0">
                <a:solidFill>
                  <a:prstClr val="black"/>
                </a:solidFill>
                <a:latin typeface="Times New Roman"/>
                <a:cs typeface="Times New Roman"/>
              </a:rPr>
              <a:t>SPs</a:t>
            </a:r>
            <a:r>
              <a:rPr sz="2600" spc="-15" dirty="0">
                <a:solidFill>
                  <a:prstClr val="black"/>
                </a:solidFill>
                <a:latin typeface="Times New Roman"/>
                <a:cs typeface="Times New Roman"/>
              </a:rPr>
              <a:t> </a:t>
            </a:r>
            <a:r>
              <a:rPr sz="2600" dirty="0">
                <a:solidFill>
                  <a:prstClr val="black"/>
                </a:solidFill>
                <a:latin typeface="Times New Roman"/>
                <a:cs typeface="Times New Roman"/>
              </a:rPr>
              <a:t>r</a:t>
            </a:r>
            <a:r>
              <a:rPr sz="2600" spc="-20" dirty="0">
                <a:solidFill>
                  <a:prstClr val="black"/>
                </a:solidFill>
                <a:latin typeface="Times New Roman"/>
                <a:cs typeface="Times New Roman"/>
              </a:rPr>
              <a:t>e</a:t>
            </a:r>
            <a:r>
              <a:rPr sz="2600" spc="5" dirty="0">
                <a:solidFill>
                  <a:prstClr val="black"/>
                </a:solidFill>
                <a:latin typeface="Times New Roman"/>
                <a:cs typeface="Times New Roman"/>
              </a:rPr>
              <a:t>qu</a:t>
            </a:r>
            <a:r>
              <a:rPr sz="2600" spc="-15" dirty="0">
                <a:solidFill>
                  <a:prstClr val="black"/>
                </a:solidFill>
                <a:latin typeface="Times New Roman"/>
                <a:cs typeface="Times New Roman"/>
              </a:rPr>
              <a:t>i</a:t>
            </a:r>
            <a:r>
              <a:rPr sz="2600" spc="-10" dirty="0">
                <a:solidFill>
                  <a:prstClr val="black"/>
                </a:solidFill>
                <a:latin typeface="Times New Roman"/>
                <a:cs typeface="Times New Roman"/>
              </a:rPr>
              <a:t>r</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a</a:t>
            </a:r>
            <a:r>
              <a:rPr sz="2600" spc="-5" dirty="0">
                <a:solidFill>
                  <a:prstClr val="black"/>
                </a:solidFill>
                <a:latin typeface="Times New Roman"/>
                <a:cs typeface="Times New Roman"/>
              </a:rPr>
              <a:t> s</a:t>
            </a:r>
            <a:r>
              <a:rPr sz="2600" spc="5" dirty="0">
                <a:solidFill>
                  <a:prstClr val="black"/>
                </a:solidFill>
                <a:latin typeface="Times New Roman"/>
                <a:cs typeface="Times New Roman"/>
              </a:rPr>
              <a:t>o</a:t>
            </a:r>
            <a:r>
              <a:rPr sz="2600" spc="-15" dirty="0">
                <a:solidFill>
                  <a:prstClr val="black"/>
                </a:solidFill>
                <a:latin typeface="Times New Roman"/>
                <a:cs typeface="Times New Roman"/>
              </a:rPr>
              <a:t>l</a:t>
            </a:r>
            <a:r>
              <a:rPr sz="2600" spc="5" dirty="0">
                <a:solidFill>
                  <a:prstClr val="black"/>
                </a:solidFill>
                <a:latin typeface="Times New Roman"/>
                <a:cs typeface="Times New Roman"/>
              </a:rPr>
              <a:t>u</a:t>
            </a:r>
            <a:r>
              <a:rPr sz="2600" spc="-15" dirty="0">
                <a:solidFill>
                  <a:prstClr val="black"/>
                </a:solidFill>
                <a:latin typeface="Times New Roman"/>
                <a:cs typeface="Times New Roman"/>
              </a:rPr>
              <a:t>ti</a:t>
            </a:r>
            <a:r>
              <a:rPr sz="2600" dirty="0">
                <a:solidFill>
                  <a:prstClr val="black"/>
                </a:solidFill>
                <a:latin typeface="Times New Roman"/>
                <a:cs typeface="Times New Roman"/>
              </a:rPr>
              <a:t>on</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h</a:t>
            </a:r>
            <a:r>
              <a:rPr sz="2600" spc="-20" dirty="0">
                <a:solidFill>
                  <a:prstClr val="black"/>
                </a:solidFill>
                <a:latin typeface="Times New Roman"/>
                <a:cs typeface="Times New Roman"/>
              </a:rPr>
              <a:t>a</a:t>
            </a:r>
            <a:r>
              <a:rPr sz="2600" spc="-10" dirty="0">
                <a:solidFill>
                  <a:prstClr val="black"/>
                </a:solidFill>
                <a:latin typeface="Times New Roman"/>
                <a:cs typeface="Times New Roman"/>
              </a:rPr>
              <a:t>t</a:t>
            </a:r>
            <a:r>
              <a:rPr sz="2600" spc="-5" dirty="0">
                <a:solidFill>
                  <a:prstClr val="black"/>
                </a:solidFill>
                <a:latin typeface="Times New Roman"/>
                <a:cs typeface="Times New Roman"/>
              </a:rPr>
              <a:t> </a:t>
            </a:r>
            <a:r>
              <a:rPr sz="2600" spc="-40" dirty="0">
                <a:solidFill>
                  <a:prstClr val="black"/>
                </a:solidFill>
                <a:latin typeface="Times New Roman"/>
                <a:cs typeface="Times New Roman"/>
              </a:rPr>
              <a:t>m</a:t>
            </a:r>
            <a:r>
              <a:rPr sz="2600" spc="-20" dirty="0">
                <a:solidFill>
                  <a:prstClr val="black"/>
                </a:solidFill>
                <a:latin typeface="Times New Roman"/>
                <a:cs typeface="Times New Roman"/>
              </a:rPr>
              <a:t>a</a:t>
            </a:r>
            <a:r>
              <a:rPr sz="2600" spc="5" dirty="0">
                <a:solidFill>
                  <a:prstClr val="black"/>
                </a:solidFill>
                <a:latin typeface="Times New Roman"/>
                <a:cs typeface="Times New Roman"/>
              </a:rPr>
              <a:t>x</a:t>
            </a:r>
            <a:r>
              <a:rPr sz="2600" spc="-20" dirty="0">
                <a:solidFill>
                  <a:prstClr val="black"/>
                </a:solidFill>
                <a:latin typeface="Times New Roman"/>
                <a:cs typeface="Times New Roman"/>
              </a:rPr>
              <a:t>imize</a:t>
            </a:r>
            <a:r>
              <a:rPr sz="2600" dirty="0">
                <a:solidFill>
                  <a:prstClr val="black"/>
                </a:solidFill>
                <a:latin typeface="Times New Roman"/>
                <a:cs typeface="Times New Roman"/>
              </a:rPr>
              <a:t>s</a:t>
            </a:r>
            <a:r>
              <a:rPr sz="2600" spc="-5" dirty="0">
                <a:solidFill>
                  <a:prstClr val="black"/>
                </a:solidFill>
                <a:latin typeface="Times New Roman"/>
                <a:cs typeface="Times New Roman"/>
              </a:rPr>
              <a:t> </a:t>
            </a:r>
            <a:r>
              <a:rPr sz="2600" spc="-20" dirty="0">
                <a:solidFill>
                  <a:prstClr val="black"/>
                </a:solidFill>
                <a:latin typeface="Times New Roman"/>
                <a:cs typeface="Times New Roman"/>
              </a:rPr>
              <a:t>a</a:t>
            </a:r>
            <a:r>
              <a:rPr sz="2600" dirty="0">
                <a:solidFill>
                  <a:prstClr val="black"/>
                </a:solidFill>
                <a:latin typeface="Times New Roman"/>
                <a:cs typeface="Times New Roman"/>
              </a:rPr>
              <a:t>n</a:t>
            </a:r>
            <a:endParaRPr sz="2600">
              <a:solidFill>
                <a:prstClr val="black"/>
              </a:solidFill>
              <a:latin typeface="Times New Roman"/>
              <a:cs typeface="Times New Roman"/>
            </a:endParaRPr>
          </a:p>
          <a:p>
            <a:pPr marL="12700" algn="just">
              <a:lnSpc>
                <a:spcPts val="2960"/>
              </a:lnSpc>
            </a:pPr>
            <a:r>
              <a:rPr sz="2600" i="1" spc="5" dirty="0">
                <a:solidFill>
                  <a:prstClr val="black"/>
                </a:solidFill>
                <a:latin typeface="Times New Roman"/>
                <a:cs typeface="Times New Roman"/>
              </a:rPr>
              <a:t>o</a:t>
            </a:r>
            <a:r>
              <a:rPr sz="2600" i="1" spc="-15" dirty="0">
                <a:solidFill>
                  <a:prstClr val="black"/>
                </a:solidFill>
                <a:latin typeface="Times New Roman"/>
                <a:cs typeface="Times New Roman"/>
              </a:rPr>
              <a:t>bjective</a:t>
            </a:r>
            <a:r>
              <a:rPr sz="2600" i="1" spc="-5" dirty="0">
                <a:solidFill>
                  <a:prstClr val="black"/>
                </a:solidFill>
                <a:latin typeface="Times New Roman"/>
                <a:cs typeface="Times New Roman"/>
              </a:rPr>
              <a:t> </a:t>
            </a:r>
            <a:r>
              <a:rPr sz="2600" i="1" spc="-15" dirty="0">
                <a:solidFill>
                  <a:prstClr val="black"/>
                </a:solidFill>
                <a:latin typeface="Times New Roman"/>
                <a:cs typeface="Times New Roman"/>
              </a:rPr>
              <a:t>f</a:t>
            </a:r>
            <a:r>
              <a:rPr sz="2600" i="1" spc="5" dirty="0">
                <a:solidFill>
                  <a:prstClr val="black"/>
                </a:solidFill>
                <a:latin typeface="Times New Roman"/>
                <a:cs typeface="Times New Roman"/>
              </a:rPr>
              <a:t>un</a:t>
            </a:r>
            <a:r>
              <a:rPr sz="2600" i="1" spc="-15" dirty="0">
                <a:solidFill>
                  <a:prstClr val="black"/>
                </a:solidFill>
                <a:latin typeface="Times New Roman"/>
                <a:cs typeface="Times New Roman"/>
              </a:rPr>
              <a:t>cti</a:t>
            </a:r>
            <a:r>
              <a:rPr sz="2600" i="1" spc="5" dirty="0">
                <a:solidFill>
                  <a:prstClr val="black"/>
                </a:solidFill>
                <a:latin typeface="Times New Roman"/>
                <a:cs typeface="Times New Roman"/>
              </a:rPr>
              <a:t>o</a:t>
            </a:r>
            <a:r>
              <a:rPr sz="2600" i="1" spc="10" dirty="0">
                <a:solidFill>
                  <a:prstClr val="black"/>
                </a:solidFill>
                <a:latin typeface="Times New Roman"/>
                <a:cs typeface="Times New Roman"/>
              </a:rPr>
              <a:t>n</a:t>
            </a:r>
            <a:r>
              <a:rPr sz="2600" dirty="0">
                <a:solidFill>
                  <a:prstClr val="black"/>
                </a:solidFill>
                <a:latin typeface="Times New Roman"/>
                <a:cs typeface="Times New Roman"/>
              </a:rPr>
              <a:t>.</a:t>
            </a:r>
            <a:endParaRPr sz="2600">
              <a:solidFill>
                <a:prstClr val="black"/>
              </a:solidFill>
              <a:latin typeface="Times New Roman"/>
              <a:cs typeface="Times New Roman"/>
            </a:endParaRPr>
          </a:p>
          <a:p>
            <a:pPr marL="12700" marR="5080" algn="just">
              <a:lnSpc>
                <a:spcPct val="89900"/>
              </a:lnSpc>
              <a:spcBef>
                <a:spcPts val="655"/>
              </a:spcBef>
            </a:pPr>
            <a:r>
              <a:rPr sz="2600" spc="-5" dirty="0">
                <a:solidFill>
                  <a:prstClr val="black"/>
                </a:solidFill>
                <a:latin typeface="Times New Roman"/>
                <a:cs typeface="Times New Roman"/>
              </a:rPr>
              <a:t>A</a:t>
            </a:r>
            <a:r>
              <a:rPr sz="2600" spc="5" dirty="0">
                <a:solidFill>
                  <a:prstClr val="black"/>
                </a:solidFill>
                <a:latin typeface="Times New Roman"/>
                <a:cs typeface="Times New Roman"/>
              </a:rPr>
              <a:t>pp</a:t>
            </a:r>
            <a:r>
              <a:rPr sz="2600" spc="-15" dirty="0">
                <a:solidFill>
                  <a:prstClr val="black"/>
                </a:solidFill>
                <a:latin typeface="Times New Roman"/>
                <a:cs typeface="Times New Roman"/>
              </a:rPr>
              <a:t>licati</a:t>
            </a:r>
            <a:r>
              <a:rPr sz="2600" spc="5" dirty="0">
                <a:solidFill>
                  <a:prstClr val="black"/>
                </a:solidFill>
                <a:latin typeface="Times New Roman"/>
                <a:cs typeface="Times New Roman"/>
              </a:rPr>
              <a:t>on</a:t>
            </a:r>
            <a:r>
              <a:rPr sz="2600" spc="-5" dirty="0">
                <a:solidFill>
                  <a:prstClr val="black"/>
                </a:solidFill>
                <a:latin typeface="Times New Roman"/>
                <a:cs typeface="Times New Roman"/>
              </a:rPr>
              <a:t>s</a:t>
            </a:r>
            <a:r>
              <a:rPr sz="2600" spc="-10" dirty="0">
                <a:solidFill>
                  <a:prstClr val="black"/>
                </a:solidFill>
                <a:latin typeface="Times New Roman"/>
                <a:cs typeface="Times New Roman"/>
              </a:rPr>
              <a:t>:</a:t>
            </a:r>
            <a:r>
              <a:rPr sz="2600" spc="-15" dirty="0">
                <a:solidFill>
                  <a:prstClr val="black"/>
                </a:solidFill>
                <a:latin typeface="Times New Roman"/>
                <a:cs typeface="Times New Roman"/>
              </a:rPr>
              <a:t> </a:t>
            </a:r>
            <a:r>
              <a:rPr sz="2600" spc="10" dirty="0">
                <a:solidFill>
                  <a:prstClr val="black"/>
                </a:solidFill>
                <a:latin typeface="Times New Roman"/>
                <a:cs typeface="Times New Roman"/>
              </a:rPr>
              <a:t>S</a:t>
            </a:r>
            <a:r>
              <a:rPr sz="2600" spc="-20" dirty="0">
                <a:solidFill>
                  <a:prstClr val="black"/>
                </a:solidFill>
                <a:latin typeface="Times New Roman"/>
                <a:cs typeface="Times New Roman"/>
              </a:rPr>
              <a:t>c</a:t>
            </a:r>
            <a:r>
              <a:rPr sz="2600" spc="5" dirty="0">
                <a:solidFill>
                  <a:prstClr val="black"/>
                </a:solidFill>
                <a:latin typeface="Times New Roman"/>
                <a:cs typeface="Times New Roman"/>
              </a:rPr>
              <a:t>h</a:t>
            </a:r>
            <a:r>
              <a:rPr sz="2600" spc="-20" dirty="0">
                <a:solidFill>
                  <a:prstClr val="black"/>
                </a:solidFill>
                <a:latin typeface="Times New Roman"/>
                <a:cs typeface="Times New Roman"/>
              </a:rPr>
              <a:t>e</a:t>
            </a:r>
            <a:r>
              <a:rPr sz="2600" spc="5" dirty="0">
                <a:solidFill>
                  <a:prstClr val="black"/>
                </a:solidFill>
                <a:latin typeface="Times New Roman"/>
                <a:cs typeface="Times New Roman"/>
              </a:rPr>
              <a:t>du</a:t>
            </a:r>
            <a:r>
              <a:rPr sz="2600" spc="-15" dirty="0">
                <a:solidFill>
                  <a:prstClr val="black"/>
                </a:solidFill>
                <a:latin typeface="Times New Roman"/>
                <a:cs typeface="Times New Roman"/>
              </a:rPr>
              <a:t>li</a:t>
            </a:r>
            <a:r>
              <a:rPr sz="2600" dirty="0">
                <a:solidFill>
                  <a:prstClr val="black"/>
                </a:solidFill>
                <a:latin typeface="Times New Roman"/>
                <a:cs typeface="Times New Roman"/>
              </a:rPr>
              <a:t>ng</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h</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ti</a:t>
            </a:r>
            <a:r>
              <a:rPr sz="2600" spc="-40" dirty="0">
                <a:solidFill>
                  <a:prstClr val="black"/>
                </a:solidFill>
                <a:latin typeface="Times New Roman"/>
                <a:cs typeface="Times New Roman"/>
              </a:rPr>
              <a:t>m</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5" dirty="0">
                <a:solidFill>
                  <a:prstClr val="black"/>
                </a:solidFill>
                <a:latin typeface="Times New Roman"/>
                <a:cs typeface="Times New Roman"/>
              </a:rPr>
              <a:t>o</a:t>
            </a:r>
            <a:r>
              <a:rPr sz="2600" dirty="0">
                <a:solidFill>
                  <a:prstClr val="black"/>
                </a:solidFill>
                <a:latin typeface="Times New Roman"/>
                <a:cs typeface="Times New Roman"/>
              </a:rPr>
              <a:t>f</a:t>
            </a:r>
            <a:r>
              <a:rPr sz="2600" spc="-10" dirty="0">
                <a:solidFill>
                  <a:prstClr val="black"/>
                </a:solidFill>
                <a:latin typeface="Times New Roman"/>
                <a:cs typeface="Times New Roman"/>
              </a:rPr>
              <a:t> </a:t>
            </a:r>
            <a:r>
              <a:rPr sz="2600" spc="5" dirty="0">
                <a:solidFill>
                  <a:prstClr val="black"/>
                </a:solidFill>
                <a:latin typeface="Times New Roman"/>
                <a:cs typeface="Times New Roman"/>
              </a:rPr>
              <a:t>ob</a:t>
            </a:r>
            <a:r>
              <a:rPr sz="2600" spc="-5" dirty="0">
                <a:solidFill>
                  <a:prstClr val="black"/>
                </a:solidFill>
                <a:latin typeface="Times New Roman"/>
                <a:cs typeface="Times New Roman"/>
              </a:rPr>
              <a:t>s</a:t>
            </a:r>
            <a:r>
              <a:rPr sz="2600" spc="-20" dirty="0">
                <a:solidFill>
                  <a:prstClr val="black"/>
                </a:solidFill>
                <a:latin typeface="Times New Roman"/>
                <a:cs typeface="Times New Roman"/>
              </a:rPr>
              <a:t>e</a:t>
            </a:r>
            <a:r>
              <a:rPr sz="2600" spc="-10" dirty="0">
                <a:solidFill>
                  <a:prstClr val="black"/>
                </a:solidFill>
                <a:latin typeface="Times New Roman"/>
                <a:cs typeface="Times New Roman"/>
              </a:rPr>
              <a:t>r</a:t>
            </a:r>
            <a:r>
              <a:rPr sz="2600" spc="5" dirty="0">
                <a:solidFill>
                  <a:prstClr val="black"/>
                </a:solidFill>
                <a:latin typeface="Times New Roman"/>
                <a:cs typeface="Times New Roman"/>
              </a:rPr>
              <a:t>v</a:t>
            </a:r>
            <a:r>
              <a:rPr sz="2600" spc="-15" dirty="0">
                <a:solidFill>
                  <a:prstClr val="black"/>
                </a:solidFill>
                <a:latin typeface="Times New Roman"/>
                <a:cs typeface="Times New Roman"/>
              </a:rPr>
              <a:t>ati</a:t>
            </a:r>
            <a:r>
              <a:rPr sz="2600" spc="5" dirty="0">
                <a:solidFill>
                  <a:prstClr val="black"/>
                </a:solidFill>
                <a:latin typeface="Times New Roman"/>
                <a:cs typeface="Times New Roman"/>
              </a:rPr>
              <a:t>on</a:t>
            </a:r>
            <a:r>
              <a:rPr sz="2600" dirty="0">
                <a:solidFill>
                  <a:prstClr val="black"/>
                </a:solidFill>
                <a:latin typeface="Times New Roman"/>
                <a:cs typeface="Times New Roman"/>
              </a:rPr>
              <a:t>s</a:t>
            </a:r>
            <a:r>
              <a:rPr sz="2600" spc="-15" dirty="0">
                <a:solidFill>
                  <a:prstClr val="black"/>
                </a:solidFill>
                <a:latin typeface="Times New Roman"/>
                <a:cs typeface="Times New Roman"/>
              </a:rPr>
              <a:t> </a:t>
            </a:r>
            <a:r>
              <a:rPr sz="2600" spc="5" dirty="0">
                <a:solidFill>
                  <a:prstClr val="black"/>
                </a:solidFill>
                <a:latin typeface="Times New Roman"/>
                <a:cs typeface="Times New Roman"/>
              </a:rPr>
              <a:t>o</a:t>
            </a:r>
            <a:r>
              <a:rPr sz="2600" dirty="0">
                <a:solidFill>
                  <a:prstClr val="black"/>
                </a:solidFill>
                <a:latin typeface="Times New Roman"/>
                <a:cs typeface="Times New Roman"/>
              </a:rPr>
              <a:t>n</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t</a:t>
            </a:r>
            <a:r>
              <a:rPr sz="2600" spc="5" dirty="0">
                <a:solidFill>
                  <a:prstClr val="black"/>
                </a:solidFill>
                <a:latin typeface="Times New Roman"/>
                <a:cs typeface="Times New Roman"/>
              </a:rPr>
              <a:t>h</a:t>
            </a:r>
            <a:r>
              <a:rPr sz="2600" spc="-15" dirty="0">
                <a:solidFill>
                  <a:prstClr val="black"/>
                </a:solidFill>
                <a:latin typeface="Times New Roman"/>
                <a:cs typeface="Times New Roman"/>
              </a:rPr>
              <a:t>e</a:t>
            </a:r>
            <a:r>
              <a:rPr sz="2600" spc="-10" dirty="0">
                <a:solidFill>
                  <a:prstClr val="black"/>
                </a:solidFill>
                <a:latin typeface="Times New Roman"/>
                <a:cs typeface="Times New Roman"/>
              </a:rPr>
              <a:t> </a:t>
            </a:r>
            <a:r>
              <a:rPr sz="2600" spc="-5" dirty="0">
                <a:solidFill>
                  <a:prstClr val="black"/>
                </a:solidFill>
                <a:latin typeface="Times New Roman"/>
                <a:cs typeface="Times New Roman"/>
              </a:rPr>
              <a:t>H</a:t>
            </a:r>
            <a:r>
              <a:rPr sz="2600" spc="5" dirty="0">
                <a:solidFill>
                  <a:prstClr val="black"/>
                </a:solidFill>
                <a:latin typeface="Times New Roman"/>
                <a:cs typeface="Times New Roman"/>
              </a:rPr>
              <a:t>ubb</a:t>
            </a:r>
            <a:r>
              <a:rPr sz="2600" spc="-15" dirty="0">
                <a:solidFill>
                  <a:prstClr val="black"/>
                </a:solidFill>
                <a:latin typeface="Times New Roman"/>
                <a:cs typeface="Times New Roman"/>
              </a:rPr>
              <a:t>le</a:t>
            </a:r>
            <a:r>
              <a:rPr sz="2600" spc="-5" dirty="0">
                <a:solidFill>
                  <a:prstClr val="black"/>
                </a:solidFill>
                <a:latin typeface="Times New Roman"/>
                <a:cs typeface="Times New Roman"/>
              </a:rPr>
              <a:t> </a:t>
            </a:r>
            <a:r>
              <a:rPr sz="2600" dirty="0">
                <a:solidFill>
                  <a:prstClr val="black"/>
                </a:solidFill>
                <a:latin typeface="Times New Roman"/>
                <a:cs typeface="Times New Roman"/>
              </a:rPr>
              <a:t>S</a:t>
            </a:r>
            <a:r>
              <a:rPr sz="2600" spc="5" dirty="0">
                <a:solidFill>
                  <a:prstClr val="black"/>
                </a:solidFill>
                <a:latin typeface="Times New Roman"/>
                <a:cs typeface="Times New Roman"/>
              </a:rPr>
              <a:t>p</a:t>
            </a:r>
            <a:r>
              <a:rPr sz="2600" spc="-20" dirty="0">
                <a:solidFill>
                  <a:prstClr val="black"/>
                </a:solidFill>
                <a:latin typeface="Times New Roman"/>
                <a:cs typeface="Times New Roman"/>
              </a:rPr>
              <a:t>ac</a:t>
            </a:r>
            <a:r>
              <a:rPr sz="2600" spc="-15" dirty="0">
                <a:solidFill>
                  <a:prstClr val="black"/>
                </a:solidFill>
                <a:latin typeface="Times New Roman"/>
                <a:cs typeface="Times New Roman"/>
              </a:rPr>
              <a:t>e</a:t>
            </a:r>
            <a:r>
              <a:rPr sz="2600" spc="-5" dirty="0">
                <a:solidFill>
                  <a:prstClr val="black"/>
                </a:solidFill>
                <a:latin typeface="Times New Roman"/>
                <a:cs typeface="Times New Roman"/>
              </a:rPr>
              <a:t> </a:t>
            </a:r>
            <a:r>
              <a:rPr sz="2600" spc="-30" dirty="0">
                <a:solidFill>
                  <a:prstClr val="black"/>
                </a:solidFill>
                <a:latin typeface="Times New Roman"/>
                <a:cs typeface="Times New Roman"/>
              </a:rPr>
              <a:t>T</a:t>
            </a:r>
            <a:r>
              <a:rPr sz="2600" spc="-15" dirty="0">
                <a:solidFill>
                  <a:prstClr val="black"/>
                </a:solidFill>
                <a:latin typeface="Times New Roman"/>
                <a:cs typeface="Times New Roman"/>
              </a:rPr>
              <a:t>ele</a:t>
            </a:r>
            <a:r>
              <a:rPr sz="2600" spc="-5" dirty="0">
                <a:solidFill>
                  <a:prstClr val="black"/>
                </a:solidFill>
                <a:latin typeface="Times New Roman"/>
                <a:cs typeface="Times New Roman"/>
              </a:rPr>
              <a:t>s</a:t>
            </a:r>
            <a:r>
              <a:rPr sz="2600" spc="-20" dirty="0">
                <a:solidFill>
                  <a:prstClr val="black"/>
                </a:solidFill>
                <a:latin typeface="Times New Roman"/>
                <a:cs typeface="Times New Roman"/>
              </a:rPr>
              <a:t>c</a:t>
            </a:r>
            <a:r>
              <a:rPr sz="2600" spc="5" dirty="0">
                <a:solidFill>
                  <a:prstClr val="black"/>
                </a:solidFill>
                <a:latin typeface="Times New Roman"/>
                <a:cs typeface="Times New Roman"/>
              </a:rPr>
              <a:t>o</a:t>
            </a:r>
            <a:r>
              <a:rPr sz="2600" spc="-15" dirty="0">
                <a:solidFill>
                  <a:prstClr val="black"/>
                </a:solidFill>
                <a:latin typeface="Times New Roman"/>
                <a:cs typeface="Times New Roman"/>
              </a:rPr>
              <a:t>pe</a:t>
            </a:r>
            <a:r>
              <a:rPr sz="2600" dirty="0">
                <a:solidFill>
                  <a:prstClr val="black"/>
                </a:solidFill>
                <a:latin typeface="Times New Roman"/>
                <a:cs typeface="Times New Roman"/>
              </a:rPr>
              <a:t>,</a:t>
            </a:r>
            <a:r>
              <a:rPr sz="2600" spc="-15" dirty="0">
                <a:solidFill>
                  <a:prstClr val="black"/>
                </a:solidFill>
                <a:latin typeface="Times New Roman"/>
                <a:cs typeface="Times New Roman"/>
              </a:rPr>
              <a:t> </a:t>
            </a:r>
            <a:r>
              <a:rPr sz="2600" spc="10" dirty="0">
                <a:solidFill>
                  <a:prstClr val="black"/>
                </a:solidFill>
                <a:latin typeface="Times New Roman"/>
                <a:cs typeface="Times New Roman"/>
              </a:rPr>
              <a:t>F</a:t>
            </a:r>
            <a:r>
              <a:rPr sz="2600" spc="-15" dirty="0">
                <a:solidFill>
                  <a:prstClr val="black"/>
                </a:solidFill>
                <a:latin typeface="Times New Roman"/>
                <a:cs typeface="Times New Roman"/>
              </a:rPr>
              <a:t>l</a:t>
            </a:r>
            <a:r>
              <a:rPr sz="2600" dirty="0">
                <a:solidFill>
                  <a:prstClr val="black"/>
                </a:solidFill>
                <a:latin typeface="Times New Roman"/>
                <a:cs typeface="Times New Roman"/>
              </a:rPr>
              <a:t>o</a:t>
            </a:r>
            <a:r>
              <a:rPr sz="2600" spc="5" dirty="0">
                <a:solidFill>
                  <a:prstClr val="black"/>
                </a:solidFill>
                <a:latin typeface="Times New Roman"/>
                <a:cs typeface="Times New Roman"/>
              </a:rPr>
              <a:t>o</a:t>
            </a:r>
            <a:r>
              <a:rPr sz="2600" dirty="0">
                <a:solidFill>
                  <a:prstClr val="black"/>
                </a:solidFill>
                <a:latin typeface="Times New Roman"/>
                <a:cs typeface="Times New Roman"/>
              </a:rPr>
              <a:t>r</a:t>
            </a:r>
            <a:r>
              <a:rPr sz="2600" spc="-10" dirty="0">
                <a:solidFill>
                  <a:prstClr val="black"/>
                </a:solidFill>
                <a:latin typeface="Times New Roman"/>
                <a:cs typeface="Times New Roman"/>
              </a:rPr>
              <a:t> </a:t>
            </a:r>
            <a:r>
              <a:rPr sz="2600" spc="5" dirty="0">
                <a:solidFill>
                  <a:prstClr val="black"/>
                </a:solidFill>
                <a:latin typeface="Times New Roman"/>
                <a:cs typeface="Times New Roman"/>
              </a:rPr>
              <a:t>p</a:t>
            </a:r>
            <a:r>
              <a:rPr sz="2600" spc="-15" dirty="0">
                <a:solidFill>
                  <a:prstClr val="black"/>
                </a:solidFill>
                <a:latin typeface="Times New Roman"/>
                <a:cs typeface="Times New Roman"/>
              </a:rPr>
              <a:t>la</a:t>
            </a:r>
            <a:r>
              <a:rPr sz="2600" spc="5" dirty="0">
                <a:solidFill>
                  <a:prstClr val="black"/>
                </a:solidFill>
                <a:latin typeface="Times New Roman"/>
                <a:cs typeface="Times New Roman"/>
              </a:rPr>
              <a:t>nn</a:t>
            </a:r>
            <a:r>
              <a:rPr sz="2600" spc="-15" dirty="0">
                <a:solidFill>
                  <a:prstClr val="black"/>
                </a:solidFill>
                <a:latin typeface="Times New Roman"/>
                <a:cs typeface="Times New Roman"/>
              </a:rPr>
              <a:t>i</a:t>
            </a:r>
            <a:r>
              <a:rPr sz="2600" spc="5" dirty="0">
                <a:solidFill>
                  <a:prstClr val="black"/>
                </a:solidFill>
                <a:latin typeface="Times New Roman"/>
                <a:cs typeface="Times New Roman"/>
              </a:rPr>
              <a:t>ng</a:t>
            </a:r>
            <a:r>
              <a:rPr sz="2600" dirty="0">
                <a:solidFill>
                  <a:prstClr val="black"/>
                </a:solidFill>
                <a:latin typeface="Times New Roman"/>
                <a:cs typeface="Times New Roman"/>
              </a:rPr>
              <a:t>,</a:t>
            </a:r>
            <a:r>
              <a:rPr sz="2600" spc="-15" dirty="0">
                <a:solidFill>
                  <a:prstClr val="black"/>
                </a:solidFill>
                <a:latin typeface="Times New Roman"/>
                <a:cs typeface="Times New Roman"/>
              </a:rPr>
              <a:t> </a:t>
            </a:r>
            <a:r>
              <a:rPr sz="2600" dirty="0">
                <a:solidFill>
                  <a:prstClr val="black"/>
                </a:solidFill>
                <a:latin typeface="Times New Roman"/>
                <a:cs typeface="Times New Roman"/>
              </a:rPr>
              <a:t>M</a:t>
            </a:r>
            <a:r>
              <a:rPr sz="2600" spc="-20" dirty="0">
                <a:solidFill>
                  <a:prstClr val="black"/>
                </a:solidFill>
                <a:latin typeface="Times New Roman"/>
                <a:cs typeface="Times New Roman"/>
              </a:rPr>
              <a:t>a</a:t>
            </a:r>
            <a:r>
              <a:rPr sz="2600" dirty="0">
                <a:solidFill>
                  <a:prstClr val="black"/>
                </a:solidFill>
                <a:latin typeface="Times New Roman"/>
                <a:cs typeface="Times New Roman"/>
              </a:rPr>
              <a:t>p</a:t>
            </a:r>
            <a:r>
              <a:rPr sz="2600" spc="-5" dirty="0">
                <a:solidFill>
                  <a:prstClr val="black"/>
                </a:solidFill>
                <a:latin typeface="Times New Roman"/>
                <a:cs typeface="Times New Roman"/>
              </a:rPr>
              <a:t> </a:t>
            </a:r>
            <a:r>
              <a:rPr sz="2600" spc="-15" dirty="0">
                <a:solidFill>
                  <a:prstClr val="black"/>
                </a:solidFill>
                <a:latin typeface="Times New Roman"/>
                <a:cs typeface="Times New Roman"/>
              </a:rPr>
              <a:t>col</a:t>
            </a:r>
            <a:r>
              <a:rPr sz="2600" spc="5" dirty="0">
                <a:solidFill>
                  <a:prstClr val="black"/>
                </a:solidFill>
                <a:latin typeface="Times New Roman"/>
                <a:cs typeface="Times New Roman"/>
              </a:rPr>
              <a:t>o</a:t>
            </a:r>
            <a:r>
              <a:rPr sz="2600" dirty="0">
                <a:solidFill>
                  <a:prstClr val="black"/>
                </a:solidFill>
                <a:latin typeface="Times New Roman"/>
                <a:cs typeface="Times New Roman"/>
              </a:rPr>
              <a:t>r</a:t>
            </a:r>
            <a:r>
              <a:rPr sz="2600" spc="-15" dirty="0">
                <a:solidFill>
                  <a:prstClr val="black"/>
                </a:solidFill>
                <a:latin typeface="Times New Roman"/>
                <a:cs typeface="Times New Roman"/>
              </a:rPr>
              <a:t>i</a:t>
            </a:r>
            <a:r>
              <a:rPr sz="2600" spc="5" dirty="0">
                <a:solidFill>
                  <a:prstClr val="black"/>
                </a:solidFill>
                <a:latin typeface="Times New Roman"/>
                <a:cs typeface="Times New Roman"/>
              </a:rPr>
              <a:t>n</a:t>
            </a:r>
            <a:r>
              <a:rPr sz="2600" dirty="0">
                <a:solidFill>
                  <a:prstClr val="black"/>
                </a:solidFill>
                <a:latin typeface="Times New Roman"/>
                <a:cs typeface="Times New Roman"/>
              </a:rPr>
              <a:t>g, </a:t>
            </a:r>
            <a:r>
              <a:rPr sz="2600" spc="-20" dirty="0">
                <a:solidFill>
                  <a:prstClr val="black"/>
                </a:solidFill>
                <a:latin typeface="Times New Roman"/>
                <a:cs typeface="Times New Roman"/>
              </a:rPr>
              <a:t>C</a:t>
            </a:r>
            <a:r>
              <a:rPr sz="2600" spc="-10" dirty="0">
                <a:solidFill>
                  <a:prstClr val="black"/>
                </a:solidFill>
                <a:latin typeface="Times New Roman"/>
                <a:cs typeface="Times New Roman"/>
              </a:rPr>
              <a:t>r</a:t>
            </a:r>
            <a:r>
              <a:rPr sz="2600" spc="35" dirty="0">
                <a:solidFill>
                  <a:prstClr val="black"/>
                </a:solidFill>
                <a:latin typeface="Times New Roman"/>
                <a:cs typeface="Times New Roman"/>
              </a:rPr>
              <a:t>y</a:t>
            </a:r>
            <a:r>
              <a:rPr sz="2600" spc="-15" dirty="0">
                <a:solidFill>
                  <a:prstClr val="black"/>
                </a:solidFill>
                <a:latin typeface="Times New Roman"/>
                <a:cs typeface="Times New Roman"/>
              </a:rPr>
              <a:t>pt</a:t>
            </a:r>
            <a:r>
              <a:rPr sz="2600" spc="5" dirty="0">
                <a:solidFill>
                  <a:prstClr val="black"/>
                </a:solidFill>
                <a:latin typeface="Times New Roman"/>
                <a:cs typeface="Times New Roman"/>
              </a:rPr>
              <a:t>og</a:t>
            </a:r>
            <a:r>
              <a:rPr sz="2600" spc="-10" dirty="0">
                <a:solidFill>
                  <a:prstClr val="black"/>
                </a:solidFill>
                <a:latin typeface="Times New Roman"/>
                <a:cs typeface="Times New Roman"/>
              </a:rPr>
              <a:t>r</a:t>
            </a:r>
            <a:r>
              <a:rPr sz="2600" spc="-20" dirty="0">
                <a:solidFill>
                  <a:prstClr val="black"/>
                </a:solidFill>
                <a:latin typeface="Times New Roman"/>
                <a:cs typeface="Times New Roman"/>
              </a:rPr>
              <a:t>a</a:t>
            </a:r>
            <a:r>
              <a:rPr sz="2600" spc="5" dirty="0">
                <a:solidFill>
                  <a:prstClr val="black"/>
                </a:solidFill>
                <a:latin typeface="Times New Roman"/>
                <a:cs typeface="Times New Roman"/>
              </a:rPr>
              <a:t>ph</a:t>
            </a:r>
            <a:r>
              <a:rPr sz="2600" dirty="0">
                <a:solidFill>
                  <a:prstClr val="black"/>
                </a:solidFill>
                <a:latin typeface="Times New Roman"/>
                <a:cs typeface="Times New Roman"/>
              </a:rPr>
              <a:t>y</a:t>
            </a:r>
            <a:endParaRPr sz="2600">
              <a:solidFill>
                <a:prstClr val="black"/>
              </a:solidFill>
              <a:latin typeface="Times New Roman"/>
              <a:cs typeface="Times New Roman"/>
            </a:endParaRPr>
          </a:p>
        </p:txBody>
      </p:sp>
      <p:sp>
        <p:nvSpPr>
          <p:cNvPr id="5" name="object 5"/>
          <p:cNvSpPr txBox="1"/>
          <p:nvPr/>
        </p:nvSpPr>
        <p:spPr>
          <a:xfrm>
            <a:off x="535940" y="285574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sp>
        <p:nvSpPr>
          <p:cNvPr id="6" name="object 6"/>
          <p:cNvSpPr txBox="1"/>
          <p:nvPr/>
        </p:nvSpPr>
        <p:spPr>
          <a:xfrm>
            <a:off x="535940" y="365203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sp>
        <p:nvSpPr>
          <p:cNvPr id="7" name="object 7"/>
          <p:cNvSpPr txBox="1"/>
          <p:nvPr/>
        </p:nvSpPr>
        <p:spPr>
          <a:xfrm>
            <a:off x="535940" y="4447058"/>
            <a:ext cx="214629" cy="273050"/>
          </a:xfrm>
          <a:prstGeom prst="rect">
            <a:avLst/>
          </a:prstGeom>
        </p:spPr>
        <p:txBody>
          <a:bodyPr vert="horz" wrap="square" lIns="0" tIns="0" rIns="0" bIns="0" rtlCol="0">
            <a:spAutoFit/>
          </a:bodyPr>
          <a:lstStyle/>
          <a:p>
            <a:pPr marL="12700"/>
            <a:r>
              <a:rPr sz="1950" spc="15" dirty="0">
                <a:solidFill>
                  <a:srgbClr val="00007F"/>
                </a:solidFill>
                <a:latin typeface="OpenSymbol"/>
                <a:cs typeface="OpenSymbol"/>
              </a:rPr>
              <a:t></a:t>
            </a:r>
            <a:endParaRPr sz="1950">
              <a:solidFill>
                <a:prstClr val="black"/>
              </a:solidFill>
              <a:latin typeface="OpenSymbol"/>
              <a:cs typeface="OpenSymbol"/>
            </a:endParaRPr>
          </a:p>
        </p:txBody>
      </p:sp>
      <p:cxnSp>
        <p:nvCxnSpPr>
          <p:cNvPr id="8" name="Straight Connector 7"/>
          <p:cNvCxnSpPr/>
          <p:nvPr/>
        </p:nvCxnSpPr>
        <p:spPr>
          <a:xfrm>
            <a:off x="0" y="1426526"/>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8173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92696"/>
            <a:ext cx="8428548" cy="553998"/>
          </a:xfrm>
          <a:prstGeom prst="rect">
            <a:avLst/>
          </a:prstGeom>
        </p:spPr>
        <p:txBody>
          <a:bodyPr vert="horz" wrap="square" lIns="0" tIns="0" rIns="0" bIns="0" rtlCol="0">
            <a:spAutoFit/>
          </a:bodyPr>
          <a:lstStyle/>
          <a:p>
            <a:pPr marL="12700" marR="5080"/>
            <a:r>
              <a:rPr sz="3600" b="1" spc="-45" dirty="0">
                <a:solidFill>
                  <a:prstClr val="black"/>
                </a:solidFill>
                <a:latin typeface="Arial Black"/>
                <a:cs typeface="Arial Black"/>
              </a:rPr>
              <a:t>C</a:t>
            </a:r>
            <a:r>
              <a:rPr sz="3600" b="1" spc="-25" dirty="0">
                <a:solidFill>
                  <a:prstClr val="black"/>
                </a:solidFill>
                <a:latin typeface="Arial Black"/>
                <a:cs typeface="Arial Black"/>
              </a:rPr>
              <a:t>o</a:t>
            </a:r>
            <a:r>
              <a:rPr sz="3600" b="1" spc="-30" dirty="0">
                <a:solidFill>
                  <a:prstClr val="black"/>
                </a:solidFill>
                <a:latin typeface="Arial Black"/>
                <a:cs typeface="Arial Black"/>
              </a:rPr>
              <a:t>n</a:t>
            </a:r>
            <a:r>
              <a:rPr sz="3600" b="1" spc="-40" dirty="0">
                <a:solidFill>
                  <a:prstClr val="black"/>
                </a:solidFill>
                <a:latin typeface="Arial Black"/>
                <a:cs typeface="Arial Black"/>
              </a:rPr>
              <a:t>s</a:t>
            </a:r>
            <a:r>
              <a:rPr sz="3600" b="1" spc="-25" dirty="0">
                <a:solidFill>
                  <a:prstClr val="black"/>
                </a:solidFill>
                <a:latin typeface="Arial Black"/>
                <a:cs typeface="Arial Black"/>
              </a:rPr>
              <a:t>t</a:t>
            </a:r>
            <a:r>
              <a:rPr sz="3600" b="1" spc="-30" dirty="0">
                <a:solidFill>
                  <a:prstClr val="black"/>
                </a:solidFill>
                <a:latin typeface="Arial Black"/>
                <a:cs typeface="Arial Black"/>
              </a:rPr>
              <a:t>ra</a:t>
            </a:r>
            <a:r>
              <a:rPr sz="3600" b="1" dirty="0">
                <a:solidFill>
                  <a:prstClr val="black"/>
                </a:solidFill>
                <a:latin typeface="Arial Black"/>
                <a:cs typeface="Arial Black"/>
              </a:rPr>
              <a:t>i</a:t>
            </a:r>
            <a:r>
              <a:rPr sz="3600" b="1" spc="-5" dirty="0">
                <a:solidFill>
                  <a:prstClr val="black"/>
                </a:solidFill>
                <a:latin typeface="Arial Black"/>
                <a:cs typeface="Arial Black"/>
              </a:rPr>
              <a:t>n</a:t>
            </a:r>
            <a:r>
              <a:rPr sz="3600" b="1" spc="-20" dirty="0">
                <a:solidFill>
                  <a:prstClr val="black"/>
                </a:solidFill>
                <a:latin typeface="Arial Black"/>
                <a:cs typeface="Arial Black"/>
              </a:rPr>
              <a:t>t</a:t>
            </a:r>
            <a:r>
              <a:rPr sz="3600" b="1" spc="295" dirty="0">
                <a:solidFill>
                  <a:prstClr val="black"/>
                </a:solidFill>
                <a:latin typeface="Times New Roman"/>
                <a:cs typeface="Times New Roman"/>
              </a:rPr>
              <a:t> </a:t>
            </a:r>
            <a:r>
              <a:rPr sz="3600" b="1" spc="-30" dirty="0">
                <a:solidFill>
                  <a:prstClr val="black"/>
                </a:solidFill>
                <a:latin typeface="Arial Black"/>
                <a:cs typeface="Arial Black"/>
              </a:rPr>
              <a:t>sat</a:t>
            </a:r>
            <a:r>
              <a:rPr sz="3600" b="1" spc="-15" dirty="0">
                <a:solidFill>
                  <a:prstClr val="black"/>
                </a:solidFill>
                <a:latin typeface="Arial Black"/>
                <a:cs typeface="Arial Black"/>
              </a:rPr>
              <a:t>i</a:t>
            </a:r>
            <a:r>
              <a:rPr sz="3600" b="1" spc="-30" dirty="0">
                <a:solidFill>
                  <a:prstClr val="black"/>
                </a:solidFill>
                <a:latin typeface="Arial Black"/>
                <a:cs typeface="Arial Black"/>
              </a:rPr>
              <a:t>s</a:t>
            </a:r>
            <a:r>
              <a:rPr sz="3600" b="1" spc="-5" dirty="0">
                <a:solidFill>
                  <a:prstClr val="black"/>
                </a:solidFill>
                <a:latin typeface="Arial Black"/>
                <a:cs typeface="Arial Black"/>
              </a:rPr>
              <a:t>fa</a:t>
            </a:r>
            <a:r>
              <a:rPr sz="3600" b="1" spc="-25" dirty="0">
                <a:solidFill>
                  <a:prstClr val="black"/>
                </a:solidFill>
                <a:latin typeface="Arial Black"/>
                <a:cs typeface="Arial Black"/>
              </a:rPr>
              <a:t>ct</a:t>
            </a:r>
            <a:r>
              <a:rPr sz="3600" b="1" dirty="0">
                <a:solidFill>
                  <a:prstClr val="black"/>
                </a:solidFill>
                <a:latin typeface="Arial Black"/>
                <a:cs typeface="Arial Black"/>
              </a:rPr>
              <a:t>i</a:t>
            </a:r>
            <a:r>
              <a:rPr sz="3600" b="1" spc="-5" dirty="0">
                <a:solidFill>
                  <a:prstClr val="black"/>
                </a:solidFill>
                <a:latin typeface="Arial Black"/>
                <a:cs typeface="Arial Black"/>
              </a:rPr>
              <a:t>o</a:t>
            </a:r>
            <a:r>
              <a:rPr sz="3600" b="1" spc="-25" dirty="0">
                <a:solidFill>
                  <a:prstClr val="black"/>
                </a:solidFill>
                <a:latin typeface="Arial Black"/>
                <a:cs typeface="Arial Black"/>
              </a:rPr>
              <a:t>n</a:t>
            </a:r>
            <a:r>
              <a:rPr sz="3600" b="1" spc="-10" dirty="0">
                <a:solidFill>
                  <a:prstClr val="black"/>
                </a:solidFill>
                <a:latin typeface="Times New Roman"/>
                <a:cs typeface="Times New Roman"/>
              </a:rPr>
              <a:t> </a:t>
            </a:r>
            <a:r>
              <a:rPr sz="3600" b="1" spc="-25" dirty="0">
                <a:solidFill>
                  <a:prstClr val="black"/>
                </a:solidFill>
                <a:latin typeface="Arial Black"/>
                <a:cs typeface="Arial Black"/>
              </a:rPr>
              <a:t>pr</a:t>
            </a:r>
            <a:r>
              <a:rPr sz="3600" b="1" spc="-40" dirty="0">
                <a:solidFill>
                  <a:prstClr val="black"/>
                </a:solidFill>
                <a:latin typeface="Arial Black"/>
                <a:cs typeface="Arial Black"/>
              </a:rPr>
              <a:t>o</a:t>
            </a:r>
            <a:r>
              <a:rPr sz="3600" b="1" spc="-25" dirty="0">
                <a:solidFill>
                  <a:prstClr val="black"/>
                </a:solidFill>
                <a:latin typeface="Arial Black"/>
                <a:cs typeface="Arial Black"/>
              </a:rPr>
              <a:t>b</a:t>
            </a:r>
            <a:r>
              <a:rPr sz="3600" b="1" spc="-10" dirty="0">
                <a:solidFill>
                  <a:prstClr val="black"/>
                </a:solidFill>
                <a:latin typeface="Arial Black"/>
                <a:cs typeface="Arial Black"/>
              </a:rPr>
              <a:t>l</a:t>
            </a:r>
            <a:r>
              <a:rPr sz="3600" b="1" spc="-30" dirty="0">
                <a:solidFill>
                  <a:prstClr val="black"/>
                </a:solidFill>
                <a:latin typeface="Arial Black"/>
                <a:cs typeface="Arial Black"/>
              </a:rPr>
              <a:t>ems</a:t>
            </a:r>
            <a:endParaRPr sz="3600" dirty="0">
              <a:solidFill>
                <a:prstClr val="black"/>
              </a:solidFill>
              <a:latin typeface="Arial Black"/>
              <a:cs typeface="Arial Black"/>
            </a:endParaRPr>
          </a:p>
        </p:txBody>
      </p:sp>
      <p:cxnSp>
        <p:nvCxnSpPr>
          <p:cNvPr id="8" name="Straight Connector 7"/>
          <p:cNvCxnSpPr/>
          <p:nvPr/>
        </p:nvCxnSpPr>
        <p:spPr>
          <a:xfrm>
            <a:off x="0" y="1426526"/>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940" y="1426526"/>
            <a:ext cx="8140516" cy="5026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76658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76672"/>
            <a:ext cx="8072119" cy="1031239"/>
          </a:xfrm>
          <a:prstGeom prst="rect">
            <a:avLst/>
          </a:prstGeom>
        </p:spPr>
        <p:txBody>
          <a:bodyPr vert="horz" wrap="square" lIns="0" tIns="274319" rIns="0" bIns="0" rtlCol="0">
            <a:spAutoFit/>
          </a:bodyPr>
          <a:lstStyle/>
          <a:p>
            <a:pPr marL="12700">
              <a:lnSpc>
                <a:spcPct val="100000"/>
              </a:lnSpc>
            </a:pPr>
            <a:r>
              <a:rPr sz="3600" spc="-45" dirty="0">
                <a:latin typeface="Arial Black"/>
                <a:cs typeface="Arial Black"/>
              </a:rPr>
              <a:t>C</a:t>
            </a:r>
            <a:r>
              <a:rPr sz="3600" spc="5" dirty="0">
                <a:latin typeface="Arial Black"/>
                <a:cs typeface="Arial Black"/>
              </a:rPr>
              <a:t>S</a:t>
            </a:r>
            <a:r>
              <a:rPr sz="3600" dirty="0">
                <a:latin typeface="Arial Black"/>
                <a:cs typeface="Arial Black"/>
              </a:rPr>
              <a:t>P</a:t>
            </a:r>
            <a:r>
              <a:rPr sz="3600" spc="295" dirty="0">
                <a:latin typeface="Times New Roman"/>
                <a:cs typeface="Times New Roman"/>
              </a:rPr>
              <a:t> </a:t>
            </a:r>
            <a:r>
              <a:rPr sz="3600" spc="-25" dirty="0">
                <a:latin typeface="Arial Black"/>
                <a:cs typeface="Arial Black"/>
              </a:rPr>
              <a:t>e</a:t>
            </a:r>
            <a:r>
              <a:rPr sz="3600" spc="-40" dirty="0">
                <a:latin typeface="Arial Black"/>
                <a:cs typeface="Arial Black"/>
              </a:rPr>
              <a:t>x</a:t>
            </a:r>
            <a:r>
              <a:rPr sz="3600" spc="-30" dirty="0">
                <a:latin typeface="Arial Black"/>
                <a:cs typeface="Arial Black"/>
              </a:rPr>
              <a:t>amp</a:t>
            </a:r>
            <a:r>
              <a:rPr sz="3600" spc="-10" dirty="0">
                <a:latin typeface="Arial Black"/>
                <a:cs typeface="Arial Black"/>
              </a:rPr>
              <a:t>l</a:t>
            </a:r>
            <a:r>
              <a:rPr sz="3600" spc="-25" dirty="0">
                <a:latin typeface="Arial Black"/>
                <a:cs typeface="Arial Black"/>
              </a:rPr>
              <a:t>e</a:t>
            </a:r>
            <a:r>
              <a:rPr sz="3600" dirty="0">
                <a:latin typeface="Arial Black"/>
                <a:cs typeface="Arial Black"/>
              </a:rPr>
              <a:t>:</a:t>
            </a:r>
            <a:r>
              <a:rPr sz="3600" spc="290" dirty="0">
                <a:latin typeface="Times New Roman"/>
                <a:cs typeface="Times New Roman"/>
              </a:rPr>
              <a:t> </a:t>
            </a:r>
            <a:r>
              <a:rPr sz="3600" spc="-40" dirty="0">
                <a:latin typeface="Arial Black"/>
                <a:cs typeface="Arial Black"/>
              </a:rPr>
              <a:t>m</a:t>
            </a:r>
            <a:r>
              <a:rPr sz="3600" spc="-30" dirty="0">
                <a:latin typeface="Arial Black"/>
                <a:cs typeface="Arial Black"/>
              </a:rPr>
              <a:t>a</a:t>
            </a:r>
            <a:r>
              <a:rPr sz="3600" spc="-25" dirty="0">
                <a:latin typeface="Arial Black"/>
                <a:cs typeface="Arial Black"/>
              </a:rPr>
              <a:t>p</a:t>
            </a:r>
            <a:r>
              <a:rPr sz="3600" spc="295" dirty="0">
                <a:latin typeface="Times New Roman"/>
                <a:cs typeface="Times New Roman"/>
              </a:rPr>
              <a:t> </a:t>
            </a:r>
            <a:r>
              <a:rPr sz="3600" spc="-25" dirty="0">
                <a:latin typeface="Arial Black"/>
                <a:cs typeface="Arial Black"/>
              </a:rPr>
              <a:t>c</a:t>
            </a:r>
            <a:r>
              <a:rPr sz="3600" spc="-40" dirty="0">
                <a:latin typeface="Arial Black"/>
                <a:cs typeface="Arial Black"/>
              </a:rPr>
              <a:t>o</a:t>
            </a:r>
            <a:r>
              <a:rPr sz="3600" spc="5" dirty="0">
                <a:latin typeface="Arial Black"/>
                <a:cs typeface="Arial Black"/>
              </a:rPr>
              <a:t>l</a:t>
            </a:r>
            <a:r>
              <a:rPr sz="3600" spc="-40" dirty="0">
                <a:latin typeface="Arial Black"/>
                <a:cs typeface="Arial Black"/>
              </a:rPr>
              <a:t>o</a:t>
            </a:r>
            <a:r>
              <a:rPr sz="3600" spc="-25" dirty="0">
                <a:latin typeface="Arial Black"/>
                <a:cs typeface="Arial Black"/>
              </a:rPr>
              <a:t>r</a:t>
            </a:r>
            <a:r>
              <a:rPr sz="3600" dirty="0">
                <a:latin typeface="Arial Black"/>
                <a:cs typeface="Arial Black"/>
              </a:rPr>
              <a:t>i</a:t>
            </a:r>
            <a:r>
              <a:rPr sz="3600" spc="-5" dirty="0">
                <a:latin typeface="Arial Black"/>
                <a:cs typeface="Arial Black"/>
              </a:rPr>
              <a:t>n</a:t>
            </a:r>
            <a:r>
              <a:rPr sz="3600" spc="-25" dirty="0">
                <a:latin typeface="Arial Black"/>
                <a:cs typeface="Arial Black"/>
              </a:rPr>
              <a:t>g</a:t>
            </a:r>
            <a:endParaRPr sz="3600" dirty="0">
              <a:latin typeface="Arial Black"/>
              <a:cs typeface="Arial Black"/>
            </a:endParaRPr>
          </a:p>
        </p:txBody>
      </p:sp>
      <p:sp>
        <p:nvSpPr>
          <p:cNvPr id="3" name="object 3"/>
          <p:cNvSpPr txBox="1"/>
          <p:nvPr/>
        </p:nvSpPr>
        <p:spPr>
          <a:xfrm>
            <a:off x="535940" y="4415773"/>
            <a:ext cx="185420" cy="1018540"/>
          </a:xfrm>
          <a:prstGeom prst="rect">
            <a:avLst/>
          </a:prstGeom>
        </p:spPr>
        <p:txBody>
          <a:bodyPr vert="horz" wrap="square" lIns="0" tIns="0" rIns="0" bIns="0" rtlCol="0">
            <a:spAutoFit/>
          </a:bodyPr>
          <a:lstStyle/>
          <a:p>
            <a:pPr marL="12700"/>
            <a:r>
              <a:rPr sz="1650" spc="15" dirty="0">
                <a:solidFill>
                  <a:srgbClr val="00007F"/>
                </a:solidFill>
                <a:latin typeface="OpenSymbol"/>
                <a:cs typeface="OpenSymbol"/>
              </a:rPr>
              <a:t></a:t>
            </a:r>
            <a:endParaRPr sz="1650">
              <a:solidFill>
                <a:prstClr val="black"/>
              </a:solidFill>
              <a:latin typeface="OpenSymbol"/>
              <a:cs typeface="OpenSymbol"/>
            </a:endParaRPr>
          </a:p>
          <a:p>
            <a:pPr marL="12700">
              <a:spcBef>
                <a:spcPts val="1090"/>
              </a:spcBef>
            </a:pPr>
            <a:r>
              <a:rPr sz="1650" spc="15" dirty="0">
                <a:solidFill>
                  <a:srgbClr val="00007F"/>
                </a:solidFill>
                <a:latin typeface="OpenSymbol"/>
                <a:cs typeface="OpenSymbol"/>
              </a:rPr>
              <a:t></a:t>
            </a:r>
            <a:endParaRPr sz="1650">
              <a:solidFill>
                <a:prstClr val="black"/>
              </a:solidFill>
              <a:latin typeface="OpenSymbol"/>
              <a:cs typeface="OpenSymbol"/>
            </a:endParaRPr>
          </a:p>
          <a:p>
            <a:pPr marL="12700">
              <a:spcBef>
                <a:spcPts val="1120"/>
              </a:spcBef>
            </a:pPr>
            <a:r>
              <a:rPr sz="1650" spc="15" dirty="0">
                <a:solidFill>
                  <a:srgbClr val="00007F"/>
                </a:solidFill>
                <a:latin typeface="OpenSymbol"/>
                <a:cs typeface="OpenSymbol"/>
              </a:rPr>
              <a:t></a:t>
            </a:r>
            <a:endParaRPr sz="1650">
              <a:solidFill>
                <a:prstClr val="black"/>
              </a:solidFill>
              <a:latin typeface="OpenSymbol"/>
              <a:cs typeface="OpenSymbol"/>
            </a:endParaRPr>
          </a:p>
        </p:txBody>
      </p:sp>
      <p:sp>
        <p:nvSpPr>
          <p:cNvPr id="4" name="object 4"/>
          <p:cNvSpPr txBox="1"/>
          <p:nvPr/>
        </p:nvSpPr>
        <p:spPr>
          <a:xfrm>
            <a:off x="878839" y="4396704"/>
            <a:ext cx="6257290" cy="1089660"/>
          </a:xfrm>
          <a:prstGeom prst="rect">
            <a:avLst/>
          </a:prstGeom>
        </p:spPr>
        <p:txBody>
          <a:bodyPr vert="horz" wrap="square" lIns="0" tIns="0" rIns="0" bIns="0" rtlCol="0">
            <a:spAutoFit/>
          </a:bodyPr>
          <a:lstStyle/>
          <a:p>
            <a:pPr marL="12700"/>
            <a:r>
              <a:rPr sz="2200" spc="-10" dirty="0">
                <a:solidFill>
                  <a:prstClr val="black"/>
                </a:solidFill>
                <a:latin typeface="Times New Roman"/>
                <a:cs typeface="Times New Roman"/>
              </a:rPr>
              <a:t>Va</a:t>
            </a:r>
            <a:r>
              <a:rPr sz="2200" spc="-5" dirty="0">
                <a:solidFill>
                  <a:prstClr val="black"/>
                </a:solidFill>
                <a:latin typeface="Times New Roman"/>
                <a:cs typeface="Times New Roman"/>
              </a:rPr>
              <a:t>r</a:t>
            </a:r>
            <a:r>
              <a:rPr sz="2200" spc="-15" dirty="0">
                <a:solidFill>
                  <a:prstClr val="black"/>
                </a:solidFill>
                <a:latin typeface="Times New Roman"/>
                <a:cs typeface="Times New Roman"/>
              </a:rPr>
              <a:t>i</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b</a:t>
            </a:r>
            <a:r>
              <a:rPr sz="2200" spc="-5" dirty="0">
                <a:solidFill>
                  <a:prstClr val="black"/>
                </a:solidFill>
                <a:latin typeface="Times New Roman"/>
                <a:cs typeface="Times New Roman"/>
              </a:rPr>
              <a:t>l</a:t>
            </a:r>
            <a:r>
              <a:rPr sz="2200" spc="-20" dirty="0">
                <a:solidFill>
                  <a:prstClr val="black"/>
                </a:solidFill>
                <a:latin typeface="Times New Roman"/>
                <a:cs typeface="Times New Roman"/>
              </a:rPr>
              <a:t>e</a:t>
            </a:r>
            <a:r>
              <a:rPr sz="2200" spc="-10" dirty="0">
                <a:solidFill>
                  <a:prstClr val="black"/>
                </a:solidFill>
                <a:latin typeface="Times New Roman"/>
                <a:cs typeface="Times New Roman"/>
              </a:rPr>
              <a:t>s:</a:t>
            </a:r>
            <a:r>
              <a:rPr sz="2200" dirty="0">
                <a:solidFill>
                  <a:prstClr val="black"/>
                </a:solidFill>
                <a:latin typeface="Times New Roman"/>
                <a:cs typeface="Times New Roman"/>
              </a:rPr>
              <a:t> </a:t>
            </a:r>
            <a:r>
              <a:rPr sz="2200" i="1" dirty="0">
                <a:solidFill>
                  <a:prstClr val="black"/>
                </a:solidFill>
                <a:latin typeface="Times New Roman"/>
                <a:cs typeface="Times New Roman"/>
              </a:rPr>
              <a:t>W</a:t>
            </a:r>
            <a:r>
              <a:rPr sz="2200" i="1" spc="-20" dirty="0">
                <a:solidFill>
                  <a:prstClr val="black"/>
                </a:solidFill>
                <a:latin typeface="Times New Roman"/>
                <a:cs typeface="Times New Roman"/>
              </a:rPr>
              <a:t>A</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spc="-25" dirty="0">
                <a:solidFill>
                  <a:prstClr val="black"/>
                </a:solidFill>
                <a:latin typeface="Times New Roman"/>
                <a:cs typeface="Times New Roman"/>
              </a:rPr>
              <a:t>N</a:t>
            </a:r>
            <a:r>
              <a:rPr sz="2200" i="1" dirty="0">
                <a:solidFill>
                  <a:prstClr val="black"/>
                </a:solidFill>
                <a:latin typeface="Times New Roman"/>
                <a:cs typeface="Times New Roman"/>
              </a:rPr>
              <a:t>T, </a:t>
            </a:r>
            <a:r>
              <a:rPr sz="2200" i="1" spc="-10" dirty="0">
                <a:solidFill>
                  <a:prstClr val="black"/>
                </a:solidFill>
                <a:latin typeface="Times New Roman"/>
                <a:cs typeface="Times New Roman"/>
              </a:rPr>
              <a:t>Q</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spc="-25" dirty="0">
                <a:solidFill>
                  <a:prstClr val="black"/>
                </a:solidFill>
                <a:latin typeface="Times New Roman"/>
                <a:cs typeface="Times New Roman"/>
              </a:rPr>
              <a:t>N</a:t>
            </a:r>
            <a:r>
              <a:rPr sz="2200" i="1" spc="5" dirty="0">
                <a:solidFill>
                  <a:prstClr val="black"/>
                </a:solidFill>
                <a:latin typeface="Times New Roman"/>
                <a:cs typeface="Times New Roman"/>
              </a:rPr>
              <a:t>S</a:t>
            </a:r>
            <a:r>
              <a:rPr sz="2200" i="1" spc="-5" dirty="0">
                <a:solidFill>
                  <a:prstClr val="black"/>
                </a:solidFill>
                <a:latin typeface="Times New Roman"/>
                <a:cs typeface="Times New Roman"/>
              </a:rPr>
              <a:t>W</a:t>
            </a:r>
            <a:r>
              <a:rPr sz="2200" i="1" dirty="0">
                <a:solidFill>
                  <a:prstClr val="black"/>
                </a:solidFill>
                <a:latin typeface="Times New Roman"/>
                <a:cs typeface="Times New Roman"/>
              </a:rPr>
              <a:t>, </a:t>
            </a:r>
            <a:r>
              <a:rPr sz="2200" i="1" spc="-15" dirty="0">
                <a:solidFill>
                  <a:prstClr val="black"/>
                </a:solidFill>
                <a:latin typeface="Times New Roman"/>
                <a:cs typeface="Times New Roman"/>
              </a:rPr>
              <a:t>V</a:t>
            </a:r>
            <a:r>
              <a:rPr sz="2200" i="1" dirty="0">
                <a:solidFill>
                  <a:prstClr val="black"/>
                </a:solidFill>
                <a:latin typeface="Times New Roman"/>
                <a:cs typeface="Times New Roman"/>
              </a:rPr>
              <a:t>, </a:t>
            </a:r>
            <a:r>
              <a:rPr sz="2200" i="1" spc="5" dirty="0">
                <a:solidFill>
                  <a:prstClr val="black"/>
                </a:solidFill>
                <a:latin typeface="Times New Roman"/>
                <a:cs typeface="Times New Roman"/>
              </a:rPr>
              <a:t>S</a:t>
            </a:r>
            <a:r>
              <a:rPr sz="2200" i="1" spc="-20" dirty="0">
                <a:solidFill>
                  <a:prstClr val="black"/>
                </a:solidFill>
                <a:latin typeface="Times New Roman"/>
                <a:cs typeface="Times New Roman"/>
              </a:rPr>
              <a:t>A</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dirty="0">
                <a:solidFill>
                  <a:prstClr val="black"/>
                </a:solidFill>
                <a:latin typeface="Times New Roman"/>
                <a:cs typeface="Times New Roman"/>
              </a:rPr>
              <a:t>T</a:t>
            </a:r>
            <a:endParaRPr sz="2200">
              <a:solidFill>
                <a:prstClr val="black"/>
              </a:solidFill>
              <a:latin typeface="Times New Roman"/>
              <a:cs typeface="Times New Roman"/>
            </a:endParaRPr>
          </a:p>
          <a:p>
            <a:pPr marL="12700">
              <a:spcBef>
                <a:spcPts val="250"/>
              </a:spcBef>
            </a:pPr>
            <a:r>
              <a:rPr sz="2200" spc="-10" dirty="0">
                <a:solidFill>
                  <a:prstClr val="black"/>
                </a:solidFill>
                <a:latin typeface="Times New Roman"/>
                <a:cs typeface="Times New Roman"/>
              </a:rPr>
              <a:t>D</a:t>
            </a:r>
            <a:r>
              <a:rPr sz="2200" spc="5" dirty="0">
                <a:solidFill>
                  <a:prstClr val="black"/>
                </a:solidFill>
                <a:latin typeface="Times New Roman"/>
                <a:cs typeface="Times New Roman"/>
              </a:rPr>
              <a:t>o</a:t>
            </a:r>
            <a:r>
              <a:rPr sz="2200" spc="-45" dirty="0">
                <a:solidFill>
                  <a:prstClr val="black"/>
                </a:solidFill>
                <a:latin typeface="Times New Roman"/>
                <a:cs typeface="Times New Roman"/>
              </a:rPr>
              <a:t>m</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i</a:t>
            </a:r>
            <a:r>
              <a:rPr sz="2200" spc="5" dirty="0">
                <a:solidFill>
                  <a:prstClr val="black"/>
                </a:solidFill>
                <a:latin typeface="Times New Roman"/>
                <a:cs typeface="Times New Roman"/>
              </a:rPr>
              <a:t>n</a:t>
            </a:r>
            <a:r>
              <a:rPr sz="2200" spc="-10" dirty="0">
                <a:solidFill>
                  <a:prstClr val="black"/>
                </a:solidFill>
                <a:latin typeface="Times New Roman"/>
                <a:cs typeface="Times New Roman"/>
              </a:rPr>
              <a:t>s:</a:t>
            </a:r>
            <a:r>
              <a:rPr sz="2200" dirty="0">
                <a:solidFill>
                  <a:prstClr val="black"/>
                </a:solidFill>
                <a:latin typeface="Times New Roman"/>
                <a:cs typeface="Times New Roman"/>
              </a:rPr>
              <a:t> </a:t>
            </a:r>
            <a:r>
              <a:rPr sz="2200" i="1" dirty="0">
                <a:solidFill>
                  <a:prstClr val="black"/>
                </a:solidFill>
                <a:latin typeface="Times New Roman"/>
                <a:cs typeface="Times New Roman"/>
              </a:rPr>
              <a:t>D</a:t>
            </a:r>
            <a:r>
              <a:rPr sz="1875" i="1" spc="-232" baseline="-24444" dirty="0">
                <a:solidFill>
                  <a:prstClr val="black"/>
                </a:solidFill>
                <a:latin typeface="Times New Roman"/>
                <a:cs typeface="Times New Roman"/>
              </a:rPr>
              <a:t>i</a:t>
            </a:r>
            <a:r>
              <a:rPr sz="2200" i="1" spc="-20" dirty="0">
                <a:solidFill>
                  <a:prstClr val="black"/>
                </a:solidFill>
                <a:latin typeface="Times New Roman"/>
                <a:cs typeface="Times New Roman"/>
              </a:rPr>
              <a:t>={</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a:t>
            </a:r>
            <a:r>
              <a:rPr sz="2200" i="1" dirty="0">
                <a:solidFill>
                  <a:prstClr val="black"/>
                </a:solidFill>
                <a:latin typeface="Times New Roman"/>
                <a:cs typeface="Times New Roman"/>
              </a:rPr>
              <a:t>d,</a:t>
            </a:r>
            <a:r>
              <a:rPr sz="2200" i="1" spc="5" dirty="0">
                <a:solidFill>
                  <a:prstClr val="black"/>
                </a:solidFill>
                <a:latin typeface="Times New Roman"/>
                <a:cs typeface="Times New Roman"/>
              </a:rPr>
              <a:t>g</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ee</a:t>
            </a:r>
            <a:r>
              <a:rPr sz="2200" i="1" spc="5" dirty="0">
                <a:solidFill>
                  <a:prstClr val="black"/>
                </a:solidFill>
                <a:latin typeface="Times New Roman"/>
                <a:cs typeface="Times New Roman"/>
              </a:rPr>
              <a:t>n</a:t>
            </a:r>
            <a:r>
              <a:rPr sz="2200" i="1" spc="-10" dirty="0">
                <a:solidFill>
                  <a:prstClr val="black"/>
                </a:solidFill>
                <a:latin typeface="Times New Roman"/>
                <a:cs typeface="Times New Roman"/>
              </a:rPr>
              <a:t>,b</a:t>
            </a:r>
            <a:r>
              <a:rPr sz="2200" i="1" spc="-5" dirty="0">
                <a:solidFill>
                  <a:prstClr val="black"/>
                </a:solidFill>
                <a:latin typeface="Times New Roman"/>
                <a:cs typeface="Times New Roman"/>
              </a:rPr>
              <a:t>l</a:t>
            </a:r>
            <a:r>
              <a:rPr sz="2200" i="1" spc="-15" dirty="0">
                <a:solidFill>
                  <a:prstClr val="black"/>
                </a:solidFill>
                <a:latin typeface="Times New Roman"/>
                <a:cs typeface="Times New Roman"/>
              </a:rPr>
              <a:t>u</a:t>
            </a:r>
            <a:r>
              <a:rPr sz="2200" i="1" spc="-20" dirty="0">
                <a:solidFill>
                  <a:prstClr val="black"/>
                </a:solidFill>
                <a:latin typeface="Times New Roman"/>
                <a:cs typeface="Times New Roman"/>
              </a:rPr>
              <a:t>e</a:t>
            </a:r>
            <a:r>
              <a:rPr sz="2200" i="1" spc="-10" dirty="0">
                <a:solidFill>
                  <a:prstClr val="black"/>
                </a:solidFill>
                <a:latin typeface="Times New Roman"/>
                <a:cs typeface="Times New Roman"/>
              </a:rPr>
              <a:t>}</a:t>
            </a:r>
            <a:endParaRPr sz="2200">
              <a:solidFill>
                <a:prstClr val="black"/>
              </a:solidFill>
              <a:latin typeface="Times New Roman"/>
              <a:cs typeface="Times New Roman"/>
            </a:endParaRPr>
          </a:p>
          <a:p>
            <a:pPr marL="12700">
              <a:spcBef>
                <a:spcPts val="650"/>
              </a:spcBef>
            </a:pPr>
            <a:r>
              <a:rPr sz="2200" spc="-25" dirty="0">
                <a:solidFill>
                  <a:prstClr val="black"/>
                </a:solidFill>
                <a:latin typeface="Times New Roman"/>
                <a:cs typeface="Times New Roman"/>
              </a:rPr>
              <a:t>C</a:t>
            </a:r>
            <a:r>
              <a:rPr sz="2200" spc="5" dirty="0">
                <a:solidFill>
                  <a:prstClr val="black"/>
                </a:solidFill>
                <a:latin typeface="Times New Roman"/>
                <a:cs typeface="Times New Roman"/>
              </a:rPr>
              <a:t>o</a:t>
            </a:r>
            <a:r>
              <a:rPr sz="2200" dirty="0">
                <a:solidFill>
                  <a:prstClr val="black"/>
                </a:solidFill>
                <a:latin typeface="Times New Roman"/>
                <a:cs typeface="Times New Roman"/>
              </a:rPr>
              <a:t>n</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t</a:t>
            </a:r>
            <a:r>
              <a:rPr sz="2200" dirty="0">
                <a:solidFill>
                  <a:prstClr val="black"/>
                </a:solidFill>
                <a:latin typeface="Times New Roman"/>
                <a:cs typeface="Times New Roman"/>
              </a:rPr>
              <a:t>r</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in</a:t>
            </a:r>
            <a:r>
              <a:rPr sz="2200" spc="-5" dirty="0">
                <a:solidFill>
                  <a:prstClr val="black"/>
                </a:solidFill>
                <a:latin typeface="Times New Roman"/>
                <a:cs typeface="Times New Roman"/>
              </a:rPr>
              <a:t>t</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a:t>
            </a:r>
            <a:r>
              <a:rPr sz="2200" spc="-20" dirty="0">
                <a:solidFill>
                  <a:prstClr val="black"/>
                </a:solidFill>
                <a:latin typeface="Times New Roman"/>
                <a:cs typeface="Times New Roman"/>
              </a:rPr>
              <a:t>a</a:t>
            </a:r>
            <a:r>
              <a:rPr sz="2200" spc="5" dirty="0">
                <a:solidFill>
                  <a:prstClr val="black"/>
                </a:solidFill>
                <a:latin typeface="Times New Roman"/>
                <a:cs typeface="Times New Roman"/>
              </a:rPr>
              <a:t>d</a:t>
            </a:r>
            <a:r>
              <a:rPr sz="2200" spc="-15" dirty="0">
                <a:solidFill>
                  <a:prstClr val="black"/>
                </a:solidFill>
                <a:latin typeface="Times New Roman"/>
                <a:cs typeface="Times New Roman"/>
              </a:rPr>
              <a:t>j</a:t>
            </a:r>
            <a:r>
              <a:rPr sz="2200" spc="-20" dirty="0">
                <a:solidFill>
                  <a:prstClr val="black"/>
                </a:solidFill>
                <a:latin typeface="Times New Roman"/>
                <a:cs typeface="Times New Roman"/>
              </a:rPr>
              <a:t>ac</a:t>
            </a:r>
            <a:r>
              <a:rPr sz="2200" spc="-10" dirty="0">
                <a:solidFill>
                  <a:prstClr val="black"/>
                </a:solidFill>
                <a:latin typeface="Times New Roman"/>
                <a:cs typeface="Times New Roman"/>
              </a:rPr>
              <a:t>ent</a:t>
            </a:r>
            <a:r>
              <a:rPr sz="2200" spc="-5" dirty="0">
                <a:solidFill>
                  <a:prstClr val="black"/>
                </a:solidFill>
                <a:latin typeface="Times New Roman"/>
                <a:cs typeface="Times New Roman"/>
              </a:rPr>
              <a:t> r</a:t>
            </a:r>
            <a:r>
              <a:rPr sz="2200" spc="-15" dirty="0">
                <a:solidFill>
                  <a:prstClr val="black"/>
                </a:solidFill>
                <a:latin typeface="Times New Roman"/>
                <a:cs typeface="Times New Roman"/>
              </a:rPr>
              <a:t>egi</a:t>
            </a:r>
            <a:r>
              <a:rPr sz="2200" spc="5" dirty="0">
                <a:solidFill>
                  <a:prstClr val="black"/>
                </a:solidFill>
                <a:latin typeface="Times New Roman"/>
                <a:cs typeface="Times New Roman"/>
              </a:rPr>
              <a:t>o</a:t>
            </a:r>
            <a:r>
              <a:rPr sz="2200" dirty="0">
                <a:solidFill>
                  <a:prstClr val="black"/>
                </a:solidFill>
                <a:latin typeface="Times New Roman"/>
                <a:cs typeface="Times New Roman"/>
              </a:rPr>
              <a:t>ns </a:t>
            </a:r>
            <a:r>
              <a:rPr sz="2200" spc="-45" dirty="0">
                <a:solidFill>
                  <a:prstClr val="black"/>
                </a:solidFill>
                <a:latin typeface="Times New Roman"/>
                <a:cs typeface="Times New Roman"/>
              </a:rPr>
              <a:t>m</a:t>
            </a:r>
            <a:r>
              <a:rPr sz="2200" dirty="0">
                <a:solidFill>
                  <a:prstClr val="black"/>
                </a:solidFill>
                <a:latin typeface="Times New Roman"/>
                <a:cs typeface="Times New Roman"/>
              </a:rPr>
              <a:t>u</a:t>
            </a:r>
            <a:r>
              <a:rPr sz="2200" spc="-10" dirty="0">
                <a:solidFill>
                  <a:prstClr val="black"/>
                </a:solidFill>
                <a:latin typeface="Times New Roman"/>
                <a:cs typeface="Times New Roman"/>
              </a:rPr>
              <a:t>st</a:t>
            </a:r>
            <a:r>
              <a:rPr sz="2200" spc="5" dirty="0">
                <a:solidFill>
                  <a:prstClr val="black"/>
                </a:solidFill>
                <a:latin typeface="Times New Roman"/>
                <a:cs typeface="Times New Roman"/>
              </a:rPr>
              <a:t> </a:t>
            </a:r>
            <a:r>
              <a:rPr sz="2200" spc="-15" dirty="0">
                <a:solidFill>
                  <a:prstClr val="black"/>
                </a:solidFill>
                <a:latin typeface="Times New Roman"/>
                <a:cs typeface="Times New Roman"/>
              </a:rPr>
              <a:t>h</a:t>
            </a:r>
            <a:r>
              <a:rPr sz="2200" spc="-20" dirty="0">
                <a:solidFill>
                  <a:prstClr val="black"/>
                </a:solidFill>
                <a:latin typeface="Times New Roman"/>
                <a:cs typeface="Times New Roman"/>
              </a:rPr>
              <a:t>a</a:t>
            </a:r>
            <a:r>
              <a:rPr sz="2200" spc="5" dirty="0">
                <a:solidFill>
                  <a:prstClr val="black"/>
                </a:solidFill>
                <a:latin typeface="Times New Roman"/>
                <a:cs typeface="Times New Roman"/>
              </a:rPr>
              <a:t>v</a:t>
            </a:r>
            <a:r>
              <a:rPr sz="2200" spc="-10" dirty="0">
                <a:solidFill>
                  <a:prstClr val="black"/>
                </a:solidFill>
                <a:latin typeface="Times New Roman"/>
                <a:cs typeface="Times New Roman"/>
              </a:rPr>
              <a:t>e </a:t>
            </a:r>
            <a:r>
              <a:rPr sz="2200" spc="-15" dirty="0">
                <a:solidFill>
                  <a:prstClr val="black"/>
                </a:solidFill>
                <a:latin typeface="Times New Roman"/>
                <a:cs typeface="Times New Roman"/>
              </a:rPr>
              <a:t>d</a:t>
            </a:r>
            <a:r>
              <a:rPr sz="2200" spc="-5" dirty="0">
                <a:solidFill>
                  <a:prstClr val="black"/>
                </a:solidFill>
                <a:latin typeface="Times New Roman"/>
                <a:cs typeface="Times New Roman"/>
              </a:rPr>
              <a:t>iff</a:t>
            </a:r>
            <a:r>
              <a:rPr sz="2200" spc="-20" dirty="0">
                <a:solidFill>
                  <a:prstClr val="black"/>
                </a:solidFill>
                <a:latin typeface="Times New Roman"/>
                <a:cs typeface="Times New Roman"/>
              </a:rPr>
              <a:t>e</a:t>
            </a:r>
            <a:r>
              <a:rPr sz="2200" dirty="0">
                <a:solidFill>
                  <a:prstClr val="black"/>
                </a:solidFill>
                <a:latin typeface="Times New Roman"/>
                <a:cs typeface="Times New Roman"/>
              </a:rPr>
              <a:t>r</a:t>
            </a:r>
            <a:r>
              <a:rPr sz="2200" spc="-20" dirty="0">
                <a:solidFill>
                  <a:prstClr val="black"/>
                </a:solidFill>
                <a:latin typeface="Times New Roman"/>
                <a:cs typeface="Times New Roman"/>
              </a:rPr>
              <a:t>e</a:t>
            </a:r>
            <a:r>
              <a:rPr sz="2200" spc="-10" dirty="0">
                <a:solidFill>
                  <a:prstClr val="black"/>
                </a:solidFill>
                <a:latin typeface="Times New Roman"/>
                <a:cs typeface="Times New Roman"/>
              </a:rPr>
              <a:t>nt</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c</a:t>
            </a:r>
            <a:r>
              <a:rPr sz="2200" spc="-15" dirty="0">
                <a:solidFill>
                  <a:prstClr val="black"/>
                </a:solidFill>
                <a:latin typeface="Times New Roman"/>
                <a:cs typeface="Times New Roman"/>
              </a:rPr>
              <a:t>ol</a:t>
            </a:r>
            <a:r>
              <a:rPr sz="2200" spc="5" dirty="0">
                <a:solidFill>
                  <a:prstClr val="black"/>
                </a:solidFill>
                <a:latin typeface="Times New Roman"/>
                <a:cs typeface="Times New Roman"/>
              </a:rPr>
              <a:t>o</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s</a:t>
            </a:r>
            <a:r>
              <a:rPr sz="2200" dirty="0">
                <a:solidFill>
                  <a:prstClr val="black"/>
                </a:solidFill>
                <a:latin typeface="Times New Roman"/>
                <a:cs typeface="Times New Roman"/>
              </a:rPr>
              <a:t>.</a:t>
            </a:r>
            <a:endParaRPr sz="2200">
              <a:solidFill>
                <a:prstClr val="black"/>
              </a:solidFill>
              <a:latin typeface="Times New Roman"/>
              <a:cs typeface="Times New Roman"/>
            </a:endParaRPr>
          </a:p>
        </p:txBody>
      </p:sp>
      <p:sp>
        <p:nvSpPr>
          <p:cNvPr id="5" name="object 5"/>
          <p:cNvSpPr txBox="1"/>
          <p:nvPr/>
        </p:nvSpPr>
        <p:spPr>
          <a:xfrm>
            <a:off x="1450339" y="5561041"/>
            <a:ext cx="139065" cy="173990"/>
          </a:xfrm>
          <a:prstGeom prst="rect">
            <a:avLst/>
          </a:prstGeom>
        </p:spPr>
        <p:txBody>
          <a:bodyPr vert="horz" wrap="square" lIns="0" tIns="0" rIns="0" bIns="0" rtlCol="0">
            <a:spAutoFit/>
          </a:bodyPr>
          <a:lstStyle/>
          <a:p>
            <a:pPr marL="12700"/>
            <a:r>
              <a:rPr sz="1150" spc="30" dirty="0">
                <a:solidFill>
                  <a:srgbClr val="00007F"/>
                </a:solidFill>
                <a:latin typeface="OpenSymbol"/>
                <a:cs typeface="OpenSymbol"/>
              </a:rPr>
              <a:t></a:t>
            </a:r>
            <a:endParaRPr sz="1150">
              <a:solidFill>
                <a:prstClr val="black"/>
              </a:solidFill>
              <a:latin typeface="OpenSymbol"/>
              <a:cs typeface="OpenSymbol"/>
            </a:endParaRPr>
          </a:p>
        </p:txBody>
      </p:sp>
      <p:sp>
        <p:nvSpPr>
          <p:cNvPr id="6" name="object 6"/>
          <p:cNvSpPr txBox="1"/>
          <p:nvPr/>
        </p:nvSpPr>
        <p:spPr>
          <a:xfrm>
            <a:off x="1678939" y="5493724"/>
            <a:ext cx="5095875" cy="600075"/>
          </a:xfrm>
          <a:prstGeom prst="rect">
            <a:avLst/>
          </a:prstGeom>
        </p:spPr>
        <p:txBody>
          <a:bodyPr vert="horz" wrap="square" lIns="0" tIns="0" rIns="0" bIns="0" rtlCol="0">
            <a:spAutoFit/>
          </a:bodyPr>
          <a:lstStyle/>
          <a:p>
            <a:pPr marL="12700"/>
            <a:r>
              <a:rPr spc="-20" dirty="0">
                <a:solidFill>
                  <a:prstClr val="black"/>
                </a:solidFill>
                <a:latin typeface="Times New Roman"/>
                <a:cs typeface="Times New Roman"/>
              </a:rPr>
              <a:t>E</a:t>
            </a:r>
            <a:r>
              <a:rPr spc="5" dirty="0">
                <a:solidFill>
                  <a:prstClr val="black"/>
                </a:solidFill>
                <a:latin typeface="Times New Roman"/>
                <a:cs typeface="Times New Roman"/>
              </a:rPr>
              <a:t>.</a:t>
            </a:r>
            <a:r>
              <a:rPr dirty="0">
                <a:solidFill>
                  <a:prstClr val="black"/>
                </a:solidFill>
                <a:latin typeface="Times New Roman"/>
                <a:cs typeface="Times New Roman"/>
              </a:rPr>
              <a:t>g.</a:t>
            </a:r>
            <a:r>
              <a:rPr spc="10" dirty="0">
                <a:solidFill>
                  <a:prstClr val="black"/>
                </a:solidFill>
                <a:latin typeface="Times New Roman"/>
                <a:cs typeface="Times New Roman"/>
              </a:rPr>
              <a:t> </a:t>
            </a:r>
            <a:r>
              <a:rPr i="1" spc="-20" dirty="0">
                <a:solidFill>
                  <a:prstClr val="black"/>
                </a:solidFill>
                <a:latin typeface="Times New Roman"/>
                <a:cs typeface="Times New Roman"/>
              </a:rPr>
              <a:t>W</a:t>
            </a:r>
            <a:r>
              <a:rPr i="1" spc="-15" dirty="0">
                <a:solidFill>
                  <a:prstClr val="black"/>
                </a:solidFill>
                <a:latin typeface="Times New Roman"/>
                <a:cs typeface="Times New Roman"/>
              </a:rPr>
              <a:t>A</a:t>
            </a:r>
            <a:r>
              <a:rPr i="1" spc="10" dirty="0">
                <a:solidFill>
                  <a:prstClr val="black"/>
                </a:solidFill>
                <a:latin typeface="Times New Roman"/>
                <a:cs typeface="Times New Roman"/>
              </a:rPr>
              <a:t> </a:t>
            </a:r>
            <a:r>
              <a:rPr sz="1850" i="1" spc="-35" dirty="0">
                <a:solidFill>
                  <a:prstClr val="black"/>
                </a:solidFill>
                <a:latin typeface="Symbol"/>
                <a:cs typeface="Symbol"/>
              </a:rPr>
              <a:t></a:t>
            </a:r>
            <a:r>
              <a:rPr sz="1850" i="1" spc="-15" dirty="0">
                <a:solidFill>
                  <a:prstClr val="black"/>
                </a:solidFill>
                <a:latin typeface="Times New Roman"/>
                <a:cs typeface="Times New Roman"/>
              </a:rPr>
              <a:t> </a:t>
            </a:r>
            <a:r>
              <a:rPr i="1" spc="-20" dirty="0">
                <a:solidFill>
                  <a:prstClr val="black"/>
                </a:solidFill>
                <a:latin typeface="Times New Roman"/>
                <a:cs typeface="Times New Roman"/>
              </a:rPr>
              <a:t>N</a:t>
            </a:r>
            <a:r>
              <a:rPr i="1" dirty="0">
                <a:solidFill>
                  <a:prstClr val="black"/>
                </a:solidFill>
                <a:latin typeface="Times New Roman"/>
                <a:cs typeface="Times New Roman"/>
              </a:rPr>
              <a:t>T </a:t>
            </a:r>
            <a:r>
              <a:rPr spc="-10" dirty="0">
                <a:solidFill>
                  <a:prstClr val="black"/>
                </a:solidFill>
                <a:latin typeface="Times New Roman"/>
                <a:cs typeface="Times New Roman"/>
              </a:rPr>
              <a:t>(</a:t>
            </a:r>
            <a:r>
              <a:rPr dirty="0">
                <a:solidFill>
                  <a:prstClr val="black"/>
                </a:solidFill>
                <a:latin typeface="Times New Roman"/>
                <a:cs typeface="Times New Roman"/>
              </a:rPr>
              <a:t>if t</a:t>
            </a:r>
            <a:r>
              <a:rPr spc="-10" dirty="0">
                <a:solidFill>
                  <a:prstClr val="black"/>
                </a:solidFill>
                <a:latin typeface="Times New Roman"/>
                <a:cs typeface="Times New Roman"/>
              </a:rPr>
              <a:t>he</a:t>
            </a:r>
            <a:r>
              <a:rPr spc="5" dirty="0">
                <a:solidFill>
                  <a:prstClr val="black"/>
                </a:solidFill>
                <a:latin typeface="Times New Roman"/>
                <a:cs typeface="Times New Roman"/>
              </a:rPr>
              <a:t> </a:t>
            </a:r>
            <a:r>
              <a:rPr spc="-10" dirty="0">
                <a:solidFill>
                  <a:prstClr val="black"/>
                </a:solidFill>
                <a:latin typeface="Times New Roman"/>
                <a:cs typeface="Times New Roman"/>
              </a:rPr>
              <a:t>l</a:t>
            </a:r>
            <a:r>
              <a:rPr spc="-15" dirty="0">
                <a:solidFill>
                  <a:prstClr val="black"/>
                </a:solidFill>
                <a:latin typeface="Times New Roman"/>
                <a:cs typeface="Times New Roman"/>
              </a:rPr>
              <a:t>a</a:t>
            </a:r>
            <a:r>
              <a:rPr spc="5" dirty="0">
                <a:solidFill>
                  <a:prstClr val="black"/>
                </a:solidFill>
                <a:latin typeface="Times New Roman"/>
                <a:cs typeface="Times New Roman"/>
              </a:rPr>
              <a:t>n</a:t>
            </a:r>
            <a:r>
              <a:rPr spc="-15" dirty="0">
                <a:solidFill>
                  <a:prstClr val="black"/>
                </a:solidFill>
                <a:latin typeface="Times New Roman"/>
                <a:cs typeface="Times New Roman"/>
              </a:rPr>
              <a:t>g</a:t>
            </a:r>
            <a:r>
              <a:rPr spc="5" dirty="0">
                <a:solidFill>
                  <a:prstClr val="black"/>
                </a:solidFill>
                <a:latin typeface="Times New Roman"/>
                <a:cs typeface="Times New Roman"/>
              </a:rPr>
              <a:t>u</a:t>
            </a:r>
            <a:r>
              <a:rPr spc="-15" dirty="0">
                <a:solidFill>
                  <a:prstClr val="black"/>
                </a:solidFill>
                <a:latin typeface="Times New Roman"/>
                <a:cs typeface="Times New Roman"/>
              </a:rPr>
              <a:t>a</a:t>
            </a:r>
            <a:r>
              <a:rPr spc="-10" dirty="0">
                <a:solidFill>
                  <a:prstClr val="black"/>
                </a:solidFill>
                <a:latin typeface="Times New Roman"/>
                <a:cs typeface="Times New Roman"/>
              </a:rPr>
              <a:t>ge</a:t>
            </a:r>
            <a:r>
              <a:rPr spc="5" dirty="0">
                <a:solidFill>
                  <a:prstClr val="black"/>
                </a:solidFill>
                <a:latin typeface="Times New Roman"/>
                <a:cs typeface="Times New Roman"/>
              </a:rPr>
              <a:t> </a:t>
            </a:r>
            <a:r>
              <a:rPr spc="-15" dirty="0">
                <a:solidFill>
                  <a:prstClr val="black"/>
                </a:solidFill>
                <a:latin typeface="Times New Roman"/>
                <a:cs typeface="Times New Roman"/>
              </a:rPr>
              <a:t>a</a:t>
            </a:r>
            <a:r>
              <a:rPr dirty="0">
                <a:solidFill>
                  <a:prstClr val="black"/>
                </a:solidFill>
                <a:latin typeface="Times New Roman"/>
                <a:cs typeface="Times New Roman"/>
              </a:rPr>
              <a:t>l</a:t>
            </a:r>
            <a:r>
              <a:rPr spc="-10" dirty="0">
                <a:solidFill>
                  <a:prstClr val="black"/>
                </a:solidFill>
                <a:latin typeface="Times New Roman"/>
                <a:cs typeface="Times New Roman"/>
              </a:rPr>
              <a:t>l</a:t>
            </a:r>
            <a:r>
              <a:rPr dirty="0">
                <a:solidFill>
                  <a:prstClr val="black"/>
                </a:solidFill>
                <a:latin typeface="Times New Roman"/>
                <a:cs typeface="Times New Roman"/>
              </a:rPr>
              <a:t>ows</a:t>
            </a:r>
            <a:r>
              <a:rPr spc="-5" dirty="0">
                <a:solidFill>
                  <a:prstClr val="black"/>
                </a:solidFill>
                <a:latin typeface="Times New Roman"/>
                <a:cs typeface="Times New Roman"/>
              </a:rPr>
              <a:t> </a:t>
            </a:r>
            <a:r>
              <a:rPr spc="-10" dirty="0">
                <a:solidFill>
                  <a:prstClr val="black"/>
                </a:solidFill>
                <a:latin typeface="Times New Roman"/>
                <a:cs typeface="Times New Roman"/>
              </a:rPr>
              <a:t>th</a:t>
            </a:r>
            <a:r>
              <a:rPr dirty="0">
                <a:solidFill>
                  <a:prstClr val="black"/>
                </a:solidFill>
                <a:latin typeface="Times New Roman"/>
                <a:cs typeface="Times New Roman"/>
              </a:rPr>
              <a:t>i</a:t>
            </a:r>
            <a:r>
              <a:rPr spc="-15" dirty="0">
                <a:solidFill>
                  <a:prstClr val="black"/>
                </a:solidFill>
                <a:latin typeface="Times New Roman"/>
                <a:cs typeface="Times New Roman"/>
              </a:rPr>
              <a:t>s</a:t>
            </a:r>
            <a:r>
              <a:rPr dirty="0">
                <a:solidFill>
                  <a:prstClr val="black"/>
                </a:solidFill>
                <a:latin typeface="Times New Roman"/>
                <a:cs typeface="Times New Roman"/>
              </a:rPr>
              <a:t>)</a:t>
            </a:r>
          </a:p>
          <a:p>
            <a:pPr marL="12700">
              <a:spcBef>
                <a:spcPts val="170"/>
              </a:spcBef>
            </a:pPr>
            <a:r>
              <a:rPr spc="-20" dirty="0">
                <a:solidFill>
                  <a:prstClr val="black"/>
                </a:solidFill>
                <a:latin typeface="Times New Roman"/>
                <a:cs typeface="Times New Roman"/>
              </a:rPr>
              <a:t>E</a:t>
            </a:r>
            <a:r>
              <a:rPr spc="5" dirty="0">
                <a:solidFill>
                  <a:prstClr val="black"/>
                </a:solidFill>
                <a:latin typeface="Times New Roman"/>
                <a:cs typeface="Times New Roman"/>
              </a:rPr>
              <a:t>.</a:t>
            </a:r>
            <a:r>
              <a:rPr dirty="0">
                <a:solidFill>
                  <a:prstClr val="black"/>
                </a:solidFill>
                <a:latin typeface="Times New Roman"/>
                <a:cs typeface="Times New Roman"/>
              </a:rPr>
              <a:t>g.</a:t>
            </a:r>
            <a:r>
              <a:rPr spc="10" dirty="0">
                <a:solidFill>
                  <a:prstClr val="black"/>
                </a:solidFill>
                <a:latin typeface="Times New Roman"/>
                <a:cs typeface="Times New Roman"/>
              </a:rPr>
              <a:t> </a:t>
            </a:r>
            <a:r>
              <a:rPr i="1" spc="-10" dirty="0">
                <a:solidFill>
                  <a:prstClr val="black"/>
                </a:solidFill>
                <a:latin typeface="Times New Roman"/>
                <a:cs typeface="Times New Roman"/>
              </a:rPr>
              <a:t>(</a:t>
            </a:r>
            <a:r>
              <a:rPr i="1" spc="-20" dirty="0">
                <a:solidFill>
                  <a:prstClr val="black"/>
                </a:solidFill>
                <a:latin typeface="Times New Roman"/>
                <a:cs typeface="Times New Roman"/>
              </a:rPr>
              <a:t>WA</a:t>
            </a:r>
            <a:r>
              <a:rPr i="1" spc="5" dirty="0">
                <a:solidFill>
                  <a:prstClr val="black"/>
                </a:solidFill>
                <a:latin typeface="Times New Roman"/>
                <a:cs typeface="Times New Roman"/>
              </a:rPr>
              <a:t>,</a:t>
            </a:r>
            <a:r>
              <a:rPr i="1" spc="-20" dirty="0">
                <a:solidFill>
                  <a:prstClr val="black"/>
                </a:solidFill>
                <a:latin typeface="Times New Roman"/>
                <a:cs typeface="Times New Roman"/>
              </a:rPr>
              <a:t>N</a:t>
            </a:r>
            <a:r>
              <a:rPr i="1" spc="-15" dirty="0">
                <a:solidFill>
                  <a:prstClr val="black"/>
                </a:solidFill>
                <a:latin typeface="Times New Roman"/>
                <a:cs typeface="Times New Roman"/>
              </a:rPr>
              <a:t>T</a:t>
            </a:r>
            <a:r>
              <a:rPr i="1" dirty="0">
                <a:solidFill>
                  <a:prstClr val="black"/>
                </a:solidFill>
                <a:latin typeface="Times New Roman"/>
                <a:cs typeface="Times New Roman"/>
              </a:rPr>
              <a:t>) </a:t>
            </a:r>
            <a:r>
              <a:rPr lang="en-IN" sz="1850" i="1" spc="-35" dirty="0" smtClean="0">
                <a:solidFill>
                  <a:prstClr val="black"/>
                </a:solidFill>
                <a:latin typeface="Symbol"/>
                <a:cs typeface="Times New Roman"/>
              </a:rPr>
              <a:t> =</a:t>
            </a:r>
            <a:r>
              <a:rPr sz="1850" i="1" dirty="0" smtClean="0">
                <a:solidFill>
                  <a:prstClr val="black"/>
                </a:solidFill>
                <a:latin typeface="Times New Roman"/>
                <a:cs typeface="Times New Roman"/>
              </a:rPr>
              <a:t> </a:t>
            </a:r>
            <a:r>
              <a:rPr sz="1850" i="1" spc="-25" dirty="0" smtClean="0">
                <a:solidFill>
                  <a:prstClr val="black"/>
                </a:solidFill>
                <a:latin typeface="Times New Roman"/>
                <a:cs typeface="Times New Roman"/>
              </a:rPr>
              <a:t> </a:t>
            </a:r>
            <a:r>
              <a:rPr i="1" spc="-15" dirty="0">
                <a:solidFill>
                  <a:prstClr val="black"/>
                </a:solidFill>
                <a:latin typeface="Times New Roman"/>
                <a:cs typeface="Times New Roman"/>
              </a:rPr>
              <a:t>{</a:t>
            </a:r>
            <a:r>
              <a:rPr i="1" spc="-10" dirty="0">
                <a:solidFill>
                  <a:prstClr val="black"/>
                </a:solidFill>
                <a:latin typeface="Times New Roman"/>
                <a:cs typeface="Times New Roman"/>
              </a:rPr>
              <a:t>(</a:t>
            </a:r>
            <a:r>
              <a:rPr i="1" spc="-5" dirty="0">
                <a:solidFill>
                  <a:prstClr val="black"/>
                </a:solidFill>
                <a:latin typeface="Times New Roman"/>
                <a:cs typeface="Times New Roman"/>
              </a:rPr>
              <a:t>re</a:t>
            </a:r>
            <a:r>
              <a:rPr i="1" dirty="0">
                <a:solidFill>
                  <a:prstClr val="black"/>
                </a:solidFill>
                <a:latin typeface="Times New Roman"/>
                <a:cs typeface="Times New Roman"/>
              </a:rPr>
              <a:t>d</a:t>
            </a:r>
            <a:r>
              <a:rPr i="1" spc="5" dirty="0">
                <a:solidFill>
                  <a:prstClr val="black"/>
                </a:solidFill>
                <a:latin typeface="Times New Roman"/>
                <a:cs typeface="Times New Roman"/>
              </a:rPr>
              <a:t>,</a:t>
            </a:r>
            <a:r>
              <a:rPr i="1" spc="-15" dirty="0">
                <a:solidFill>
                  <a:prstClr val="black"/>
                </a:solidFill>
                <a:latin typeface="Times New Roman"/>
                <a:cs typeface="Times New Roman"/>
              </a:rPr>
              <a:t>g</a:t>
            </a:r>
            <a:r>
              <a:rPr i="1" spc="-5" dirty="0">
                <a:solidFill>
                  <a:prstClr val="black"/>
                </a:solidFill>
                <a:latin typeface="Times New Roman"/>
                <a:cs typeface="Times New Roman"/>
              </a:rPr>
              <a:t>ree</a:t>
            </a:r>
            <a:r>
              <a:rPr i="1" dirty="0">
                <a:solidFill>
                  <a:prstClr val="black"/>
                </a:solidFill>
                <a:latin typeface="Times New Roman"/>
                <a:cs typeface="Times New Roman"/>
              </a:rPr>
              <a:t>n</a:t>
            </a:r>
            <a:r>
              <a:rPr i="1" spc="-10" dirty="0">
                <a:solidFill>
                  <a:prstClr val="black"/>
                </a:solidFill>
                <a:latin typeface="Times New Roman"/>
                <a:cs typeface="Times New Roman"/>
              </a:rPr>
              <a:t>)</a:t>
            </a:r>
            <a:r>
              <a:rPr i="1" dirty="0">
                <a:solidFill>
                  <a:prstClr val="black"/>
                </a:solidFill>
                <a:latin typeface="Times New Roman"/>
                <a:cs typeface="Times New Roman"/>
              </a:rPr>
              <a:t>,</a:t>
            </a:r>
            <a:r>
              <a:rPr i="1" spc="-10" dirty="0">
                <a:solidFill>
                  <a:prstClr val="black"/>
                </a:solidFill>
                <a:latin typeface="Times New Roman"/>
                <a:cs typeface="Times New Roman"/>
              </a:rPr>
              <a:t>(</a:t>
            </a:r>
            <a:r>
              <a:rPr i="1" spc="-5" dirty="0">
                <a:solidFill>
                  <a:prstClr val="black"/>
                </a:solidFill>
                <a:latin typeface="Times New Roman"/>
                <a:cs typeface="Times New Roman"/>
              </a:rPr>
              <a:t>re</a:t>
            </a:r>
            <a:r>
              <a:rPr i="1" dirty="0">
                <a:solidFill>
                  <a:prstClr val="black"/>
                </a:solidFill>
                <a:latin typeface="Times New Roman"/>
                <a:cs typeface="Times New Roman"/>
              </a:rPr>
              <a:t>d</a:t>
            </a:r>
            <a:r>
              <a:rPr i="1" spc="5" dirty="0">
                <a:solidFill>
                  <a:prstClr val="black"/>
                </a:solidFill>
                <a:latin typeface="Times New Roman"/>
                <a:cs typeface="Times New Roman"/>
              </a:rPr>
              <a:t>,</a:t>
            </a:r>
            <a:r>
              <a:rPr i="1" spc="-10" dirty="0">
                <a:solidFill>
                  <a:prstClr val="black"/>
                </a:solidFill>
                <a:latin typeface="Times New Roman"/>
                <a:cs typeface="Times New Roman"/>
              </a:rPr>
              <a:t>blu</a:t>
            </a:r>
            <a:r>
              <a:rPr i="1" spc="-15" dirty="0">
                <a:solidFill>
                  <a:prstClr val="black"/>
                </a:solidFill>
                <a:latin typeface="Times New Roman"/>
                <a:cs typeface="Times New Roman"/>
              </a:rPr>
              <a:t>e</a:t>
            </a:r>
            <a:r>
              <a:rPr i="1" spc="-10" dirty="0">
                <a:solidFill>
                  <a:prstClr val="black"/>
                </a:solidFill>
                <a:latin typeface="Times New Roman"/>
                <a:cs typeface="Times New Roman"/>
              </a:rPr>
              <a:t>)</a:t>
            </a:r>
            <a:r>
              <a:rPr i="1" spc="5" dirty="0">
                <a:solidFill>
                  <a:prstClr val="black"/>
                </a:solidFill>
                <a:latin typeface="Times New Roman"/>
                <a:cs typeface="Times New Roman"/>
              </a:rPr>
              <a:t>,</a:t>
            </a:r>
            <a:r>
              <a:rPr i="1" spc="-10" dirty="0">
                <a:solidFill>
                  <a:prstClr val="black"/>
                </a:solidFill>
                <a:latin typeface="Times New Roman"/>
                <a:cs typeface="Times New Roman"/>
              </a:rPr>
              <a:t>(</a:t>
            </a:r>
            <a:r>
              <a:rPr i="1" dirty="0">
                <a:solidFill>
                  <a:prstClr val="black"/>
                </a:solidFill>
                <a:latin typeface="Times New Roman"/>
                <a:cs typeface="Times New Roman"/>
              </a:rPr>
              <a:t>g</a:t>
            </a:r>
            <a:r>
              <a:rPr i="1" spc="-15" dirty="0">
                <a:solidFill>
                  <a:prstClr val="black"/>
                </a:solidFill>
                <a:latin typeface="Times New Roman"/>
                <a:cs typeface="Times New Roman"/>
              </a:rPr>
              <a:t>r</a:t>
            </a:r>
            <a:r>
              <a:rPr i="1" spc="-5" dirty="0">
                <a:solidFill>
                  <a:prstClr val="black"/>
                </a:solidFill>
                <a:latin typeface="Times New Roman"/>
                <a:cs typeface="Times New Roman"/>
              </a:rPr>
              <a:t>e</a:t>
            </a:r>
            <a:r>
              <a:rPr i="1" spc="-15" dirty="0">
                <a:solidFill>
                  <a:prstClr val="black"/>
                </a:solidFill>
                <a:latin typeface="Times New Roman"/>
                <a:cs typeface="Times New Roman"/>
              </a:rPr>
              <a:t>e</a:t>
            </a:r>
            <a:r>
              <a:rPr i="1" dirty="0">
                <a:solidFill>
                  <a:prstClr val="black"/>
                </a:solidFill>
                <a:latin typeface="Times New Roman"/>
                <a:cs typeface="Times New Roman"/>
              </a:rPr>
              <a:t>n</a:t>
            </a:r>
            <a:r>
              <a:rPr i="1" spc="5" dirty="0">
                <a:solidFill>
                  <a:prstClr val="black"/>
                </a:solidFill>
                <a:latin typeface="Times New Roman"/>
                <a:cs typeface="Times New Roman"/>
              </a:rPr>
              <a:t>,</a:t>
            </a:r>
            <a:r>
              <a:rPr i="1" spc="-15" dirty="0">
                <a:solidFill>
                  <a:prstClr val="black"/>
                </a:solidFill>
                <a:latin typeface="Times New Roman"/>
                <a:cs typeface="Times New Roman"/>
              </a:rPr>
              <a:t>r</a:t>
            </a:r>
            <a:r>
              <a:rPr i="1" spc="-5" dirty="0">
                <a:solidFill>
                  <a:prstClr val="black"/>
                </a:solidFill>
                <a:latin typeface="Times New Roman"/>
                <a:cs typeface="Times New Roman"/>
              </a:rPr>
              <a:t>e</a:t>
            </a:r>
            <a:r>
              <a:rPr i="1" dirty="0">
                <a:solidFill>
                  <a:prstClr val="black"/>
                </a:solidFill>
                <a:latin typeface="Times New Roman"/>
                <a:cs typeface="Times New Roman"/>
              </a:rPr>
              <a:t>d</a:t>
            </a:r>
            <a:r>
              <a:rPr i="1" spc="-10" dirty="0">
                <a:solidFill>
                  <a:prstClr val="black"/>
                </a:solidFill>
                <a:latin typeface="Times New Roman"/>
                <a:cs typeface="Times New Roman"/>
              </a:rPr>
              <a:t>)</a:t>
            </a:r>
            <a:r>
              <a:rPr i="1" dirty="0">
                <a:solidFill>
                  <a:prstClr val="black"/>
                </a:solidFill>
                <a:latin typeface="Times New Roman"/>
                <a:cs typeface="Times New Roman"/>
              </a:rPr>
              <a:t>,…}</a:t>
            </a:r>
            <a:endParaRPr dirty="0">
              <a:solidFill>
                <a:prstClr val="black"/>
              </a:solidFill>
              <a:latin typeface="Times New Roman"/>
              <a:cs typeface="Times New Roman"/>
            </a:endParaRPr>
          </a:p>
        </p:txBody>
      </p:sp>
      <p:sp>
        <p:nvSpPr>
          <p:cNvPr id="7" name="object 7"/>
          <p:cNvSpPr txBox="1"/>
          <p:nvPr/>
        </p:nvSpPr>
        <p:spPr>
          <a:xfrm>
            <a:off x="1450339" y="5864571"/>
            <a:ext cx="139065" cy="173990"/>
          </a:xfrm>
          <a:prstGeom prst="rect">
            <a:avLst/>
          </a:prstGeom>
        </p:spPr>
        <p:txBody>
          <a:bodyPr vert="horz" wrap="square" lIns="0" tIns="0" rIns="0" bIns="0" rtlCol="0">
            <a:spAutoFit/>
          </a:bodyPr>
          <a:lstStyle/>
          <a:p>
            <a:pPr marL="12700"/>
            <a:r>
              <a:rPr sz="1150" spc="30" dirty="0">
                <a:solidFill>
                  <a:srgbClr val="00007F"/>
                </a:solidFill>
                <a:latin typeface="OpenSymbol"/>
                <a:cs typeface="OpenSymbol"/>
              </a:rPr>
              <a:t></a:t>
            </a:r>
            <a:endParaRPr sz="1150">
              <a:solidFill>
                <a:prstClr val="black"/>
              </a:solidFill>
              <a:latin typeface="OpenSymbol"/>
              <a:cs typeface="OpenSymbol"/>
            </a:endParaRPr>
          </a:p>
        </p:txBody>
      </p:sp>
      <p:sp>
        <p:nvSpPr>
          <p:cNvPr id="8" name="object 8"/>
          <p:cNvSpPr/>
          <p:nvPr/>
        </p:nvSpPr>
        <p:spPr>
          <a:xfrm>
            <a:off x="2286000" y="1340768"/>
            <a:ext cx="4495800" cy="3078832"/>
          </a:xfrm>
          <a:prstGeom prst="rect">
            <a:avLst/>
          </a:prstGeom>
          <a:blipFill>
            <a:blip r:embed="rId3" cstate="print"/>
            <a:stretch>
              <a:fillRect/>
            </a:stretch>
          </a:blipFill>
        </p:spPr>
        <p:txBody>
          <a:bodyPr wrap="square" lIns="0" tIns="0" rIns="0" bIns="0" rtlCol="0"/>
          <a:lstStyle/>
          <a:p>
            <a:endParaRPr>
              <a:solidFill>
                <a:prstClr val="black"/>
              </a:solidFill>
            </a:endParaRPr>
          </a:p>
        </p:txBody>
      </p:sp>
      <p:cxnSp>
        <p:nvCxnSpPr>
          <p:cNvPr id="9" name="Straight Connector 8"/>
          <p:cNvCxnSpPr/>
          <p:nvPr/>
        </p:nvCxnSpPr>
        <p:spPr>
          <a:xfrm>
            <a:off x="0" y="1340768"/>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1268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04664"/>
            <a:ext cx="8072119" cy="1031239"/>
          </a:xfrm>
          <a:prstGeom prst="rect">
            <a:avLst/>
          </a:prstGeom>
        </p:spPr>
        <p:txBody>
          <a:bodyPr vert="horz" wrap="square" lIns="0" tIns="274319" rIns="0" bIns="0" rtlCol="0">
            <a:spAutoFit/>
          </a:bodyPr>
          <a:lstStyle/>
          <a:p>
            <a:pPr marL="12700">
              <a:lnSpc>
                <a:spcPct val="100000"/>
              </a:lnSpc>
            </a:pPr>
            <a:r>
              <a:rPr sz="3600" spc="-45" dirty="0">
                <a:latin typeface="Arial Black"/>
                <a:cs typeface="Arial Black"/>
              </a:rPr>
              <a:t>C</a:t>
            </a:r>
            <a:r>
              <a:rPr sz="3600" spc="5" dirty="0">
                <a:latin typeface="Arial Black"/>
                <a:cs typeface="Arial Black"/>
              </a:rPr>
              <a:t>S</a:t>
            </a:r>
            <a:r>
              <a:rPr sz="3600" dirty="0">
                <a:latin typeface="Arial Black"/>
                <a:cs typeface="Arial Black"/>
              </a:rPr>
              <a:t>P</a:t>
            </a:r>
            <a:r>
              <a:rPr sz="3600" spc="295" dirty="0">
                <a:latin typeface="Times New Roman"/>
                <a:cs typeface="Times New Roman"/>
              </a:rPr>
              <a:t> </a:t>
            </a:r>
            <a:r>
              <a:rPr sz="3600" spc="-25" dirty="0">
                <a:latin typeface="Arial Black"/>
                <a:cs typeface="Arial Black"/>
              </a:rPr>
              <a:t>e</a:t>
            </a:r>
            <a:r>
              <a:rPr sz="3600" spc="-40" dirty="0">
                <a:latin typeface="Arial Black"/>
                <a:cs typeface="Arial Black"/>
              </a:rPr>
              <a:t>x</a:t>
            </a:r>
            <a:r>
              <a:rPr sz="3600" spc="-30" dirty="0">
                <a:latin typeface="Arial Black"/>
                <a:cs typeface="Arial Black"/>
              </a:rPr>
              <a:t>amp</a:t>
            </a:r>
            <a:r>
              <a:rPr sz="3600" spc="-10" dirty="0">
                <a:latin typeface="Arial Black"/>
                <a:cs typeface="Arial Black"/>
              </a:rPr>
              <a:t>l</a:t>
            </a:r>
            <a:r>
              <a:rPr sz="3600" spc="-25" dirty="0">
                <a:latin typeface="Arial Black"/>
                <a:cs typeface="Arial Black"/>
              </a:rPr>
              <a:t>e</a:t>
            </a:r>
            <a:r>
              <a:rPr sz="3600" dirty="0">
                <a:latin typeface="Arial Black"/>
                <a:cs typeface="Arial Black"/>
              </a:rPr>
              <a:t>:</a:t>
            </a:r>
            <a:r>
              <a:rPr sz="3600" spc="290" dirty="0">
                <a:latin typeface="Times New Roman"/>
                <a:cs typeface="Times New Roman"/>
              </a:rPr>
              <a:t> </a:t>
            </a:r>
            <a:r>
              <a:rPr sz="3600" spc="-40" dirty="0">
                <a:latin typeface="Arial Black"/>
                <a:cs typeface="Arial Black"/>
              </a:rPr>
              <a:t>m</a:t>
            </a:r>
            <a:r>
              <a:rPr sz="3600" spc="-30" dirty="0">
                <a:latin typeface="Arial Black"/>
                <a:cs typeface="Arial Black"/>
              </a:rPr>
              <a:t>a</a:t>
            </a:r>
            <a:r>
              <a:rPr sz="3600" spc="-25" dirty="0">
                <a:latin typeface="Arial Black"/>
                <a:cs typeface="Arial Black"/>
              </a:rPr>
              <a:t>p</a:t>
            </a:r>
            <a:r>
              <a:rPr sz="3600" spc="295" dirty="0">
                <a:latin typeface="Times New Roman"/>
                <a:cs typeface="Times New Roman"/>
              </a:rPr>
              <a:t> </a:t>
            </a:r>
            <a:r>
              <a:rPr sz="3600" spc="-25" dirty="0">
                <a:latin typeface="Arial Black"/>
                <a:cs typeface="Arial Black"/>
              </a:rPr>
              <a:t>c</a:t>
            </a:r>
            <a:r>
              <a:rPr sz="3600" spc="-40" dirty="0">
                <a:latin typeface="Arial Black"/>
                <a:cs typeface="Arial Black"/>
              </a:rPr>
              <a:t>o</a:t>
            </a:r>
            <a:r>
              <a:rPr sz="3600" spc="5" dirty="0">
                <a:latin typeface="Arial Black"/>
                <a:cs typeface="Arial Black"/>
              </a:rPr>
              <a:t>l</a:t>
            </a:r>
            <a:r>
              <a:rPr sz="3600" spc="-40" dirty="0">
                <a:latin typeface="Arial Black"/>
                <a:cs typeface="Arial Black"/>
              </a:rPr>
              <a:t>o</a:t>
            </a:r>
            <a:r>
              <a:rPr sz="3600" spc="-25" dirty="0">
                <a:latin typeface="Arial Black"/>
                <a:cs typeface="Arial Black"/>
              </a:rPr>
              <a:t>r</a:t>
            </a:r>
            <a:r>
              <a:rPr sz="3600" dirty="0">
                <a:latin typeface="Arial Black"/>
                <a:cs typeface="Arial Black"/>
              </a:rPr>
              <a:t>i</a:t>
            </a:r>
            <a:r>
              <a:rPr sz="3600" spc="-5" dirty="0">
                <a:latin typeface="Arial Black"/>
                <a:cs typeface="Arial Black"/>
              </a:rPr>
              <a:t>n</a:t>
            </a:r>
            <a:r>
              <a:rPr sz="3600" spc="-25" dirty="0">
                <a:latin typeface="Arial Black"/>
                <a:cs typeface="Arial Black"/>
              </a:rPr>
              <a:t>g</a:t>
            </a:r>
            <a:endParaRPr sz="3600" dirty="0">
              <a:latin typeface="Arial Black"/>
              <a:cs typeface="Arial Black"/>
            </a:endParaRPr>
          </a:p>
        </p:txBody>
      </p:sp>
      <p:sp>
        <p:nvSpPr>
          <p:cNvPr id="3" name="object 3"/>
          <p:cNvSpPr txBox="1"/>
          <p:nvPr/>
        </p:nvSpPr>
        <p:spPr>
          <a:xfrm>
            <a:off x="535940" y="4720573"/>
            <a:ext cx="185420" cy="234950"/>
          </a:xfrm>
          <a:prstGeom prst="rect">
            <a:avLst/>
          </a:prstGeom>
        </p:spPr>
        <p:txBody>
          <a:bodyPr vert="horz" wrap="square" lIns="0" tIns="0" rIns="0" bIns="0" rtlCol="0">
            <a:spAutoFit/>
          </a:bodyPr>
          <a:lstStyle/>
          <a:p>
            <a:pPr marL="12700"/>
            <a:r>
              <a:rPr sz="1650" spc="15" dirty="0">
                <a:solidFill>
                  <a:srgbClr val="00007F"/>
                </a:solidFill>
                <a:latin typeface="OpenSymbol"/>
                <a:cs typeface="OpenSymbol"/>
              </a:rPr>
              <a:t></a:t>
            </a:r>
            <a:endParaRPr sz="1650">
              <a:solidFill>
                <a:prstClr val="black"/>
              </a:solidFill>
              <a:latin typeface="OpenSymbol"/>
              <a:cs typeface="OpenSymbol"/>
            </a:endParaRPr>
          </a:p>
        </p:txBody>
      </p:sp>
      <p:sp>
        <p:nvSpPr>
          <p:cNvPr id="4" name="object 4"/>
          <p:cNvSpPr txBox="1"/>
          <p:nvPr/>
        </p:nvSpPr>
        <p:spPr>
          <a:xfrm>
            <a:off x="878839" y="4701504"/>
            <a:ext cx="7693025" cy="676910"/>
          </a:xfrm>
          <a:prstGeom prst="rect">
            <a:avLst/>
          </a:prstGeom>
        </p:spPr>
        <p:txBody>
          <a:bodyPr vert="horz" wrap="square" lIns="0" tIns="0" rIns="0" bIns="0" rtlCol="0">
            <a:spAutoFit/>
          </a:bodyPr>
          <a:lstStyle/>
          <a:p>
            <a:pPr marL="12700"/>
            <a:r>
              <a:rPr sz="2200" spc="-5" dirty="0">
                <a:solidFill>
                  <a:prstClr val="black"/>
                </a:solidFill>
                <a:latin typeface="Times New Roman"/>
                <a:cs typeface="Times New Roman"/>
              </a:rPr>
              <a:t>S</a:t>
            </a:r>
            <a:r>
              <a:rPr sz="2200" spc="5" dirty="0">
                <a:solidFill>
                  <a:prstClr val="black"/>
                </a:solidFill>
                <a:latin typeface="Times New Roman"/>
                <a:cs typeface="Times New Roman"/>
              </a:rPr>
              <a:t>o</a:t>
            </a:r>
            <a:r>
              <a:rPr sz="2200" spc="-15" dirty="0">
                <a:solidFill>
                  <a:prstClr val="black"/>
                </a:solidFill>
                <a:latin typeface="Times New Roman"/>
                <a:cs typeface="Times New Roman"/>
              </a:rPr>
              <a:t>lu</a:t>
            </a:r>
            <a:r>
              <a:rPr sz="2200" spc="-5" dirty="0">
                <a:solidFill>
                  <a:prstClr val="black"/>
                </a:solidFill>
                <a:latin typeface="Times New Roman"/>
                <a:cs typeface="Times New Roman"/>
              </a:rPr>
              <a:t>t</a:t>
            </a:r>
            <a:r>
              <a:rPr sz="2200" spc="-15" dirty="0">
                <a:solidFill>
                  <a:prstClr val="black"/>
                </a:solidFill>
                <a:latin typeface="Times New Roman"/>
                <a:cs typeface="Times New Roman"/>
              </a:rPr>
              <a:t>i</a:t>
            </a:r>
            <a:r>
              <a:rPr sz="2200" dirty="0">
                <a:solidFill>
                  <a:prstClr val="black"/>
                </a:solidFill>
                <a:latin typeface="Times New Roman"/>
                <a:cs typeface="Times New Roman"/>
              </a:rPr>
              <a:t>ons </a:t>
            </a:r>
            <a:r>
              <a:rPr sz="2200" spc="-20" dirty="0">
                <a:solidFill>
                  <a:prstClr val="black"/>
                </a:solidFill>
                <a:latin typeface="Times New Roman"/>
                <a:cs typeface="Times New Roman"/>
              </a:rPr>
              <a:t>a</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e</a:t>
            </a:r>
            <a:r>
              <a:rPr sz="2200" dirty="0">
                <a:solidFill>
                  <a:prstClr val="black"/>
                </a:solidFill>
                <a:latin typeface="Times New Roman"/>
                <a:cs typeface="Times New Roman"/>
              </a:rPr>
              <a:t> </a:t>
            </a:r>
            <a:r>
              <a:rPr sz="2200" spc="-20" dirty="0">
                <a:solidFill>
                  <a:prstClr val="black"/>
                </a:solidFill>
                <a:latin typeface="Times New Roman"/>
                <a:cs typeface="Times New Roman"/>
              </a:rPr>
              <a:t>a</a:t>
            </a:r>
            <a:r>
              <a:rPr sz="2200" spc="-10" dirty="0">
                <a:solidFill>
                  <a:prstClr val="black"/>
                </a:solidFill>
                <a:latin typeface="Times New Roman"/>
                <a:cs typeface="Times New Roman"/>
              </a:rPr>
              <a:t>ss</a:t>
            </a:r>
            <a:r>
              <a:rPr sz="2200" spc="-15" dirty="0">
                <a:solidFill>
                  <a:prstClr val="black"/>
                </a:solidFill>
                <a:latin typeface="Times New Roman"/>
                <a:cs typeface="Times New Roman"/>
              </a:rPr>
              <a:t>i</a:t>
            </a:r>
            <a:r>
              <a:rPr sz="2200" spc="5" dirty="0">
                <a:solidFill>
                  <a:prstClr val="black"/>
                </a:solidFill>
                <a:latin typeface="Times New Roman"/>
                <a:cs typeface="Times New Roman"/>
              </a:rPr>
              <a:t>g</a:t>
            </a:r>
            <a:r>
              <a:rPr sz="2200" spc="-15" dirty="0">
                <a:solidFill>
                  <a:prstClr val="black"/>
                </a:solidFill>
                <a:latin typeface="Times New Roman"/>
                <a:cs typeface="Times New Roman"/>
              </a:rPr>
              <a:t>n</a:t>
            </a:r>
            <a:r>
              <a:rPr sz="2200" spc="-45" dirty="0">
                <a:solidFill>
                  <a:prstClr val="black"/>
                </a:solidFill>
                <a:latin typeface="Times New Roman"/>
                <a:cs typeface="Times New Roman"/>
              </a:rPr>
              <a:t>m</a:t>
            </a:r>
            <a:r>
              <a:rPr sz="2200" spc="-15" dirty="0">
                <a:solidFill>
                  <a:prstClr val="black"/>
                </a:solidFill>
                <a:latin typeface="Times New Roman"/>
                <a:cs typeface="Times New Roman"/>
              </a:rPr>
              <a:t>ent</a:t>
            </a:r>
            <a:r>
              <a:rPr sz="2200" dirty="0">
                <a:solidFill>
                  <a:prstClr val="black"/>
                </a:solidFill>
                <a:latin typeface="Times New Roman"/>
                <a:cs typeface="Times New Roman"/>
              </a:rPr>
              <a:t>s </a:t>
            </a:r>
            <a:r>
              <a:rPr sz="2200" spc="-10" dirty="0">
                <a:solidFill>
                  <a:prstClr val="black"/>
                </a:solidFill>
                <a:latin typeface="Times New Roman"/>
                <a:cs typeface="Times New Roman"/>
              </a:rPr>
              <a:t>s</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ti</a:t>
            </a:r>
            <a:r>
              <a:rPr sz="2200" dirty="0">
                <a:solidFill>
                  <a:prstClr val="black"/>
                </a:solidFill>
                <a:latin typeface="Times New Roman"/>
                <a:cs typeface="Times New Roman"/>
              </a:rPr>
              <a:t>s</a:t>
            </a:r>
            <a:r>
              <a:rPr sz="2200" spc="-5" dirty="0">
                <a:solidFill>
                  <a:prstClr val="black"/>
                </a:solidFill>
                <a:latin typeface="Times New Roman"/>
                <a:cs typeface="Times New Roman"/>
              </a:rPr>
              <a:t>f</a:t>
            </a:r>
            <a:r>
              <a:rPr sz="2200" spc="15" dirty="0">
                <a:solidFill>
                  <a:prstClr val="black"/>
                </a:solidFill>
                <a:latin typeface="Times New Roman"/>
                <a:cs typeface="Times New Roman"/>
              </a:rPr>
              <a:t>y</a:t>
            </a:r>
            <a:r>
              <a:rPr sz="2200" spc="-15" dirty="0">
                <a:solidFill>
                  <a:prstClr val="black"/>
                </a:solidFill>
                <a:latin typeface="Times New Roman"/>
                <a:cs typeface="Times New Roman"/>
              </a:rPr>
              <a:t>i</a:t>
            </a:r>
            <a:r>
              <a:rPr sz="2200" dirty="0">
                <a:solidFill>
                  <a:prstClr val="black"/>
                </a:solidFill>
                <a:latin typeface="Times New Roman"/>
                <a:cs typeface="Times New Roman"/>
              </a:rPr>
              <a:t>ng</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l</a:t>
            </a:r>
            <a:r>
              <a:rPr sz="2200" spc="-10" dirty="0">
                <a:solidFill>
                  <a:prstClr val="black"/>
                </a:solidFill>
                <a:latin typeface="Times New Roman"/>
                <a:cs typeface="Times New Roman"/>
              </a:rPr>
              <a:t>l</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c</a:t>
            </a:r>
            <a:r>
              <a:rPr sz="2200" dirty="0">
                <a:solidFill>
                  <a:prstClr val="black"/>
                </a:solidFill>
                <a:latin typeface="Times New Roman"/>
                <a:cs typeface="Times New Roman"/>
              </a:rPr>
              <a:t>ons</a:t>
            </a:r>
            <a:r>
              <a:rPr sz="2200" spc="-15" dirty="0">
                <a:solidFill>
                  <a:prstClr val="black"/>
                </a:solidFill>
                <a:latin typeface="Times New Roman"/>
                <a:cs typeface="Times New Roman"/>
              </a:rPr>
              <a:t>t</a:t>
            </a:r>
            <a:r>
              <a:rPr sz="2200" spc="-5" dirty="0">
                <a:solidFill>
                  <a:prstClr val="black"/>
                </a:solidFill>
                <a:latin typeface="Times New Roman"/>
                <a:cs typeface="Times New Roman"/>
              </a:rPr>
              <a:t>r</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i</a:t>
            </a:r>
            <a:r>
              <a:rPr sz="2200" spc="5" dirty="0">
                <a:solidFill>
                  <a:prstClr val="black"/>
                </a:solidFill>
                <a:latin typeface="Times New Roman"/>
                <a:cs typeface="Times New Roman"/>
              </a:rPr>
              <a:t>n</a:t>
            </a:r>
            <a:r>
              <a:rPr sz="2200" spc="-15" dirty="0">
                <a:solidFill>
                  <a:prstClr val="black"/>
                </a:solidFill>
                <a:latin typeface="Times New Roman"/>
                <a:cs typeface="Times New Roman"/>
              </a:rPr>
              <a:t>t</a:t>
            </a:r>
            <a:r>
              <a:rPr sz="2200" spc="-10" dirty="0">
                <a:solidFill>
                  <a:prstClr val="black"/>
                </a:solidFill>
                <a:latin typeface="Times New Roman"/>
                <a:cs typeface="Times New Roman"/>
              </a:rPr>
              <a:t>s</a:t>
            </a:r>
            <a:r>
              <a:rPr sz="2200" dirty="0">
                <a:solidFill>
                  <a:prstClr val="black"/>
                </a:solidFill>
                <a:latin typeface="Times New Roman"/>
                <a:cs typeface="Times New Roman"/>
              </a:rPr>
              <a:t>,</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e</a:t>
            </a:r>
            <a:r>
              <a:rPr sz="2200" dirty="0">
                <a:solidFill>
                  <a:prstClr val="black"/>
                </a:solidFill>
                <a:latin typeface="Times New Roman"/>
                <a:cs typeface="Times New Roman"/>
              </a:rPr>
              <a:t>.g.</a:t>
            </a:r>
            <a:endParaRPr sz="2200">
              <a:solidFill>
                <a:prstClr val="black"/>
              </a:solidFill>
              <a:latin typeface="Times New Roman"/>
              <a:cs typeface="Times New Roman"/>
            </a:endParaRPr>
          </a:p>
          <a:p>
            <a:pPr marL="82550">
              <a:spcBef>
                <a:spcPts val="290"/>
              </a:spcBef>
            </a:pPr>
            <a:r>
              <a:rPr sz="2200" i="1" spc="-15" dirty="0">
                <a:solidFill>
                  <a:prstClr val="black"/>
                </a:solidFill>
                <a:latin typeface="Times New Roman"/>
                <a:cs typeface="Times New Roman"/>
              </a:rPr>
              <a:t>{</a:t>
            </a:r>
            <a:r>
              <a:rPr sz="2200" i="1" spc="-5" dirty="0">
                <a:solidFill>
                  <a:prstClr val="black"/>
                </a:solidFill>
                <a:latin typeface="Times New Roman"/>
                <a:cs typeface="Times New Roman"/>
              </a:rPr>
              <a:t>W</a:t>
            </a:r>
            <a:r>
              <a:rPr sz="2200" i="1" spc="-15" dirty="0">
                <a:solidFill>
                  <a:prstClr val="black"/>
                </a:solidFill>
                <a:latin typeface="Times New Roman"/>
                <a:cs typeface="Times New Roman"/>
              </a:rPr>
              <a:t>A</a:t>
            </a:r>
            <a:r>
              <a:rPr sz="2200" i="1" spc="-30" dirty="0">
                <a:solidFill>
                  <a:prstClr val="black"/>
                </a:solidFill>
                <a:latin typeface="Times New Roman"/>
                <a:cs typeface="Times New Roman"/>
              </a:rPr>
              <a:t>=</a:t>
            </a:r>
            <a:r>
              <a:rPr sz="2200" i="1" spc="-10" dirty="0">
                <a:solidFill>
                  <a:prstClr val="black"/>
                </a:solidFill>
                <a:latin typeface="Times New Roman"/>
                <a:cs typeface="Times New Roman"/>
              </a:rPr>
              <a:t>r</a:t>
            </a:r>
            <a:r>
              <a:rPr sz="2200" i="1" spc="-15" dirty="0">
                <a:solidFill>
                  <a:prstClr val="black"/>
                </a:solidFill>
                <a:latin typeface="Times New Roman"/>
                <a:cs typeface="Times New Roman"/>
              </a:rPr>
              <a:t>ed,N</a:t>
            </a:r>
            <a:r>
              <a:rPr sz="2200" i="1" spc="-5" dirty="0">
                <a:solidFill>
                  <a:prstClr val="black"/>
                </a:solidFill>
                <a:latin typeface="Times New Roman"/>
                <a:cs typeface="Times New Roman"/>
              </a:rPr>
              <a:t>T</a:t>
            </a:r>
            <a:r>
              <a:rPr sz="2200" i="1" spc="-20" dirty="0">
                <a:solidFill>
                  <a:prstClr val="black"/>
                </a:solidFill>
                <a:latin typeface="Times New Roman"/>
                <a:cs typeface="Times New Roman"/>
              </a:rPr>
              <a:t>=</a:t>
            </a:r>
            <a:r>
              <a:rPr sz="2200" i="1" dirty="0">
                <a:solidFill>
                  <a:prstClr val="black"/>
                </a:solidFill>
                <a:latin typeface="Times New Roman"/>
                <a:cs typeface="Times New Roman"/>
              </a:rPr>
              <a:t>g</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a:t>
            </a:r>
            <a:r>
              <a:rPr sz="2200" i="1" spc="-15" dirty="0">
                <a:solidFill>
                  <a:prstClr val="black"/>
                </a:solidFill>
                <a:latin typeface="Times New Roman"/>
                <a:cs typeface="Times New Roman"/>
              </a:rPr>
              <a:t>en,Q</a:t>
            </a:r>
            <a:r>
              <a:rPr sz="2200" i="1" spc="-35" dirty="0">
                <a:solidFill>
                  <a:prstClr val="black"/>
                </a:solidFill>
                <a:latin typeface="Times New Roman"/>
                <a:cs typeface="Times New Roman"/>
              </a:rPr>
              <a:t>=</a:t>
            </a:r>
            <a:r>
              <a:rPr sz="2200" i="1" spc="-10" dirty="0">
                <a:solidFill>
                  <a:prstClr val="black"/>
                </a:solidFill>
                <a:latin typeface="Times New Roman"/>
                <a:cs typeface="Times New Roman"/>
              </a:rPr>
              <a:t>r</a:t>
            </a:r>
            <a:r>
              <a:rPr sz="2200" i="1" spc="-15" dirty="0">
                <a:solidFill>
                  <a:prstClr val="black"/>
                </a:solidFill>
                <a:latin typeface="Times New Roman"/>
                <a:cs typeface="Times New Roman"/>
              </a:rPr>
              <a:t>ed,N</a:t>
            </a:r>
            <a:r>
              <a:rPr sz="2200" i="1" dirty="0">
                <a:solidFill>
                  <a:prstClr val="black"/>
                </a:solidFill>
                <a:latin typeface="Times New Roman"/>
                <a:cs typeface="Times New Roman"/>
              </a:rPr>
              <a:t>SW</a:t>
            </a:r>
            <a:r>
              <a:rPr sz="2200" i="1" spc="-30" dirty="0">
                <a:solidFill>
                  <a:prstClr val="black"/>
                </a:solidFill>
                <a:latin typeface="Times New Roman"/>
                <a:cs typeface="Times New Roman"/>
              </a:rPr>
              <a:t>=</a:t>
            </a:r>
            <a:r>
              <a:rPr sz="2200" i="1" spc="5" dirty="0">
                <a:solidFill>
                  <a:prstClr val="black"/>
                </a:solidFill>
                <a:latin typeface="Times New Roman"/>
                <a:cs typeface="Times New Roman"/>
              </a:rPr>
              <a:t>g</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ee</a:t>
            </a:r>
            <a:r>
              <a:rPr sz="2200" i="1" spc="5" dirty="0">
                <a:solidFill>
                  <a:prstClr val="black"/>
                </a:solidFill>
                <a:latin typeface="Times New Roman"/>
                <a:cs typeface="Times New Roman"/>
              </a:rPr>
              <a:t>n</a:t>
            </a:r>
            <a:r>
              <a:rPr sz="2200" i="1" spc="-10" dirty="0">
                <a:solidFill>
                  <a:prstClr val="black"/>
                </a:solidFill>
                <a:latin typeface="Times New Roman"/>
                <a:cs typeface="Times New Roman"/>
              </a:rPr>
              <a:t>,</a:t>
            </a:r>
            <a:r>
              <a:rPr sz="2200" i="1" spc="-20" dirty="0">
                <a:solidFill>
                  <a:prstClr val="black"/>
                </a:solidFill>
                <a:latin typeface="Times New Roman"/>
                <a:cs typeface="Times New Roman"/>
              </a:rPr>
              <a:t>V=</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a:t>
            </a:r>
            <a:r>
              <a:rPr sz="2200" i="1" spc="5" dirty="0">
                <a:solidFill>
                  <a:prstClr val="black"/>
                </a:solidFill>
                <a:latin typeface="Times New Roman"/>
                <a:cs typeface="Times New Roman"/>
              </a:rPr>
              <a:t>d</a:t>
            </a:r>
            <a:r>
              <a:rPr sz="2200" i="1" spc="-10" dirty="0">
                <a:solidFill>
                  <a:prstClr val="black"/>
                </a:solidFill>
                <a:latin typeface="Times New Roman"/>
                <a:cs typeface="Times New Roman"/>
              </a:rPr>
              <a:t>,SA</a:t>
            </a:r>
            <a:r>
              <a:rPr sz="2200" i="1" spc="-30" dirty="0">
                <a:solidFill>
                  <a:prstClr val="black"/>
                </a:solidFill>
                <a:latin typeface="Times New Roman"/>
                <a:cs typeface="Times New Roman"/>
              </a:rPr>
              <a:t>=</a:t>
            </a:r>
            <a:r>
              <a:rPr sz="2200" i="1" spc="5" dirty="0">
                <a:solidFill>
                  <a:prstClr val="black"/>
                </a:solidFill>
                <a:latin typeface="Times New Roman"/>
                <a:cs typeface="Times New Roman"/>
              </a:rPr>
              <a:t>b</a:t>
            </a:r>
            <a:r>
              <a:rPr sz="2200" i="1" spc="-15" dirty="0">
                <a:solidFill>
                  <a:prstClr val="black"/>
                </a:solidFill>
                <a:latin typeface="Times New Roman"/>
                <a:cs typeface="Times New Roman"/>
              </a:rPr>
              <a:t>lu</a:t>
            </a:r>
            <a:r>
              <a:rPr sz="2200" i="1" spc="-20" dirty="0">
                <a:solidFill>
                  <a:prstClr val="black"/>
                </a:solidFill>
                <a:latin typeface="Times New Roman"/>
                <a:cs typeface="Times New Roman"/>
              </a:rPr>
              <a:t>e</a:t>
            </a:r>
            <a:r>
              <a:rPr sz="2200" i="1" spc="5" dirty="0">
                <a:solidFill>
                  <a:prstClr val="black"/>
                </a:solidFill>
                <a:latin typeface="Times New Roman"/>
                <a:cs typeface="Times New Roman"/>
              </a:rPr>
              <a:t>,</a:t>
            </a:r>
            <a:r>
              <a:rPr sz="2200" i="1" spc="-5" dirty="0">
                <a:solidFill>
                  <a:prstClr val="black"/>
                </a:solidFill>
                <a:latin typeface="Times New Roman"/>
                <a:cs typeface="Times New Roman"/>
              </a:rPr>
              <a:t>T</a:t>
            </a:r>
            <a:r>
              <a:rPr sz="2200" i="1" spc="-20" dirty="0">
                <a:solidFill>
                  <a:prstClr val="black"/>
                </a:solidFill>
                <a:latin typeface="Times New Roman"/>
                <a:cs typeface="Times New Roman"/>
              </a:rPr>
              <a:t>=</a:t>
            </a:r>
            <a:r>
              <a:rPr sz="2200" i="1" dirty="0">
                <a:solidFill>
                  <a:prstClr val="black"/>
                </a:solidFill>
                <a:latin typeface="Times New Roman"/>
                <a:cs typeface="Times New Roman"/>
              </a:rPr>
              <a:t>g</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a:t>
            </a:r>
            <a:r>
              <a:rPr sz="2200" i="1" spc="-10" dirty="0">
                <a:solidFill>
                  <a:prstClr val="black"/>
                </a:solidFill>
                <a:latin typeface="Times New Roman"/>
                <a:cs typeface="Times New Roman"/>
              </a:rPr>
              <a:t>en}</a:t>
            </a:r>
            <a:endParaRPr sz="2200">
              <a:solidFill>
                <a:prstClr val="black"/>
              </a:solidFill>
              <a:latin typeface="Times New Roman"/>
              <a:cs typeface="Times New Roman"/>
            </a:endParaRPr>
          </a:p>
        </p:txBody>
      </p:sp>
      <p:sp>
        <p:nvSpPr>
          <p:cNvPr id="5" name="object 5"/>
          <p:cNvSpPr/>
          <p:nvPr/>
        </p:nvSpPr>
        <p:spPr>
          <a:xfrm>
            <a:off x="1752600" y="1600200"/>
            <a:ext cx="6096000" cy="3056890"/>
          </a:xfrm>
          <a:prstGeom prst="rect">
            <a:avLst/>
          </a:prstGeom>
          <a:blipFill>
            <a:blip r:embed="rId3" cstate="print"/>
            <a:stretch>
              <a:fillRect/>
            </a:stretch>
          </a:blipFill>
        </p:spPr>
        <p:txBody>
          <a:bodyPr wrap="square" lIns="0" tIns="0" rIns="0" bIns="0" rtlCol="0"/>
          <a:lstStyle/>
          <a:p>
            <a:endParaRPr>
              <a:solidFill>
                <a:prstClr val="black"/>
              </a:solidFill>
            </a:endParaRPr>
          </a:p>
        </p:txBody>
      </p:sp>
      <p:cxnSp>
        <p:nvCxnSpPr>
          <p:cNvPr id="6" name="Straight Connector 5"/>
          <p:cNvCxnSpPr/>
          <p:nvPr/>
        </p:nvCxnSpPr>
        <p:spPr>
          <a:xfrm>
            <a:off x="0" y="1426526"/>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525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319" rIns="0" bIns="0" rtlCol="0">
            <a:spAutoFit/>
          </a:bodyPr>
          <a:lstStyle/>
          <a:p>
            <a:pPr marL="12700">
              <a:lnSpc>
                <a:spcPct val="100000"/>
              </a:lnSpc>
            </a:pPr>
            <a:r>
              <a:rPr sz="3600" spc="-45" dirty="0">
                <a:latin typeface="Arial Black"/>
                <a:cs typeface="Arial Black"/>
              </a:rPr>
              <a:t>C</a:t>
            </a:r>
            <a:r>
              <a:rPr sz="3600" spc="-25" dirty="0">
                <a:latin typeface="Arial Black"/>
                <a:cs typeface="Arial Black"/>
              </a:rPr>
              <a:t>o</a:t>
            </a:r>
            <a:r>
              <a:rPr sz="3600" spc="-30" dirty="0">
                <a:latin typeface="Arial Black"/>
                <a:cs typeface="Arial Black"/>
              </a:rPr>
              <a:t>n</a:t>
            </a:r>
            <a:r>
              <a:rPr sz="3600" spc="-40" dirty="0">
                <a:latin typeface="Arial Black"/>
                <a:cs typeface="Arial Black"/>
              </a:rPr>
              <a:t>s</a:t>
            </a:r>
            <a:r>
              <a:rPr sz="3600" spc="-25" dirty="0">
                <a:latin typeface="Arial Black"/>
                <a:cs typeface="Arial Black"/>
              </a:rPr>
              <a:t>t</a:t>
            </a:r>
            <a:r>
              <a:rPr sz="3600" spc="-30" dirty="0">
                <a:latin typeface="Arial Black"/>
                <a:cs typeface="Arial Black"/>
              </a:rPr>
              <a:t>ra</a:t>
            </a:r>
            <a:r>
              <a:rPr sz="3600" dirty="0">
                <a:latin typeface="Arial Black"/>
                <a:cs typeface="Arial Black"/>
              </a:rPr>
              <a:t>i</a:t>
            </a:r>
            <a:r>
              <a:rPr sz="3600" spc="-5" dirty="0">
                <a:latin typeface="Arial Black"/>
                <a:cs typeface="Arial Black"/>
              </a:rPr>
              <a:t>n</a:t>
            </a:r>
            <a:r>
              <a:rPr sz="3600" spc="-20" dirty="0">
                <a:latin typeface="Arial Black"/>
                <a:cs typeface="Arial Black"/>
              </a:rPr>
              <a:t>t</a:t>
            </a:r>
            <a:r>
              <a:rPr sz="3600" spc="295" dirty="0">
                <a:latin typeface="Times New Roman"/>
                <a:cs typeface="Times New Roman"/>
              </a:rPr>
              <a:t> </a:t>
            </a:r>
            <a:r>
              <a:rPr sz="3600" spc="-30" dirty="0">
                <a:latin typeface="Arial Black"/>
                <a:cs typeface="Arial Black"/>
              </a:rPr>
              <a:t>grap</a:t>
            </a:r>
            <a:r>
              <a:rPr sz="3600" spc="-25" dirty="0">
                <a:latin typeface="Arial Black"/>
                <a:cs typeface="Arial Black"/>
              </a:rPr>
              <a:t>h</a:t>
            </a:r>
            <a:endParaRPr sz="3600">
              <a:latin typeface="Arial Black"/>
              <a:cs typeface="Arial Black"/>
            </a:endParaRPr>
          </a:p>
        </p:txBody>
      </p:sp>
      <p:sp>
        <p:nvSpPr>
          <p:cNvPr id="3" name="object 3"/>
          <p:cNvSpPr txBox="1"/>
          <p:nvPr/>
        </p:nvSpPr>
        <p:spPr>
          <a:xfrm>
            <a:off x="612140" y="2282173"/>
            <a:ext cx="185420" cy="234950"/>
          </a:xfrm>
          <a:prstGeom prst="rect">
            <a:avLst/>
          </a:prstGeom>
        </p:spPr>
        <p:txBody>
          <a:bodyPr vert="horz" wrap="square" lIns="0" tIns="0" rIns="0" bIns="0" rtlCol="0">
            <a:spAutoFit/>
          </a:bodyPr>
          <a:lstStyle/>
          <a:p>
            <a:pPr marL="12700"/>
            <a:r>
              <a:rPr sz="1650" spc="15" dirty="0">
                <a:solidFill>
                  <a:srgbClr val="00007F"/>
                </a:solidFill>
                <a:latin typeface="OpenSymbol"/>
                <a:cs typeface="OpenSymbol"/>
              </a:rPr>
              <a:t></a:t>
            </a:r>
            <a:endParaRPr sz="1650">
              <a:solidFill>
                <a:prstClr val="black"/>
              </a:solidFill>
              <a:latin typeface="OpenSymbol"/>
              <a:cs typeface="OpenSymbol"/>
            </a:endParaRPr>
          </a:p>
        </p:txBody>
      </p:sp>
      <p:sp>
        <p:nvSpPr>
          <p:cNvPr id="4" name="object 4"/>
          <p:cNvSpPr txBox="1"/>
          <p:nvPr/>
        </p:nvSpPr>
        <p:spPr>
          <a:xfrm>
            <a:off x="955039" y="2263104"/>
            <a:ext cx="1475740" cy="304800"/>
          </a:xfrm>
          <a:prstGeom prst="rect">
            <a:avLst/>
          </a:prstGeom>
        </p:spPr>
        <p:txBody>
          <a:bodyPr vert="horz" wrap="square" lIns="0" tIns="0" rIns="0" bIns="0" rtlCol="0">
            <a:spAutoFit/>
          </a:bodyPr>
          <a:lstStyle/>
          <a:p>
            <a:pPr marL="12700"/>
            <a:r>
              <a:rPr sz="2200" spc="-25" dirty="0">
                <a:solidFill>
                  <a:prstClr val="black"/>
                </a:solidFill>
                <a:latin typeface="Times New Roman"/>
                <a:cs typeface="Times New Roman"/>
              </a:rPr>
              <a:t>C</a:t>
            </a:r>
            <a:r>
              <a:rPr sz="2200" spc="-5" dirty="0">
                <a:solidFill>
                  <a:prstClr val="black"/>
                </a:solidFill>
                <a:latin typeface="Times New Roman"/>
                <a:cs typeface="Times New Roman"/>
              </a:rPr>
              <a:t>S</a:t>
            </a:r>
            <a:r>
              <a:rPr sz="2200" dirty="0">
                <a:solidFill>
                  <a:prstClr val="black"/>
                </a:solidFill>
                <a:latin typeface="Times New Roman"/>
                <a:cs typeface="Times New Roman"/>
              </a:rPr>
              <a:t>P </a:t>
            </a:r>
            <a:r>
              <a:rPr sz="2200" spc="-15" dirty="0">
                <a:solidFill>
                  <a:prstClr val="black"/>
                </a:solidFill>
                <a:latin typeface="Times New Roman"/>
                <a:cs typeface="Times New Roman"/>
              </a:rPr>
              <a:t>ben</a:t>
            </a:r>
            <a:r>
              <a:rPr sz="2200" spc="-20" dirty="0">
                <a:solidFill>
                  <a:prstClr val="black"/>
                </a:solidFill>
                <a:latin typeface="Times New Roman"/>
                <a:cs typeface="Times New Roman"/>
              </a:rPr>
              <a:t>e</a:t>
            </a:r>
            <a:r>
              <a:rPr sz="2200" dirty="0">
                <a:solidFill>
                  <a:prstClr val="black"/>
                </a:solidFill>
                <a:latin typeface="Times New Roman"/>
                <a:cs typeface="Times New Roman"/>
              </a:rPr>
              <a:t>f</a:t>
            </a:r>
            <a:r>
              <a:rPr sz="2200" spc="-15" dirty="0">
                <a:solidFill>
                  <a:prstClr val="black"/>
                </a:solidFill>
                <a:latin typeface="Times New Roman"/>
                <a:cs typeface="Times New Roman"/>
              </a:rPr>
              <a:t>it</a:t>
            </a:r>
            <a:r>
              <a:rPr sz="2200" dirty="0">
                <a:solidFill>
                  <a:prstClr val="black"/>
                </a:solidFill>
                <a:latin typeface="Times New Roman"/>
                <a:cs typeface="Times New Roman"/>
              </a:rPr>
              <a:t>s</a:t>
            </a:r>
            <a:endParaRPr sz="2200">
              <a:solidFill>
                <a:prstClr val="black"/>
              </a:solidFill>
              <a:latin typeface="Times New Roman"/>
              <a:cs typeface="Times New Roman"/>
            </a:endParaRPr>
          </a:p>
        </p:txBody>
      </p:sp>
      <p:sp>
        <p:nvSpPr>
          <p:cNvPr id="5" name="object 5"/>
          <p:cNvSpPr txBox="1"/>
          <p:nvPr/>
        </p:nvSpPr>
        <p:spPr>
          <a:xfrm>
            <a:off x="1069339" y="2619466"/>
            <a:ext cx="170180" cy="727710"/>
          </a:xfrm>
          <a:prstGeom prst="rect">
            <a:avLst/>
          </a:prstGeom>
        </p:spPr>
        <p:txBody>
          <a:bodyPr vert="horz" wrap="square" lIns="0" tIns="0" rIns="0" bIns="0" rtlCol="0">
            <a:spAutoFit/>
          </a:bodyPr>
          <a:lstStyle/>
          <a:p>
            <a:pPr marL="12700"/>
            <a:r>
              <a:rPr sz="1250" spc="-114" dirty="0">
                <a:solidFill>
                  <a:srgbClr val="9898CC"/>
                </a:solidFill>
                <a:latin typeface="OpenSymbol"/>
                <a:cs typeface="OpenSymbol"/>
              </a:rPr>
              <a:t></a:t>
            </a:r>
            <a:endParaRPr sz="1250">
              <a:solidFill>
                <a:prstClr val="black"/>
              </a:solidFill>
              <a:latin typeface="OpenSymbol"/>
              <a:cs typeface="OpenSymbol"/>
            </a:endParaRPr>
          </a:p>
          <a:p>
            <a:pPr marL="12700">
              <a:spcBef>
                <a:spcPts val="620"/>
              </a:spcBef>
            </a:pPr>
            <a:r>
              <a:rPr sz="1250" spc="-114" dirty="0">
                <a:solidFill>
                  <a:srgbClr val="9898CC"/>
                </a:solidFill>
                <a:latin typeface="OpenSymbol"/>
                <a:cs typeface="OpenSymbol"/>
              </a:rPr>
              <a:t></a:t>
            </a:r>
            <a:endParaRPr sz="1250">
              <a:solidFill>
                <a:prstClr val="black"/>
              </a:solidFill>
              <a:latin typeface="OpenSymbol"/>
              <a:cs typeface="OpenSymbol"/>
            </a:endParaRPr>
          </a:p>
          <a:p>
            <a:pPr marL="12700">
              <a:spcBef>
                <a:spcPts val="630"/>
              </a:spcBef>
            </a:pPr>
            <a:r>
              <a:rPr sz="1250" spc="-114" dirty="0">
                <a:solidFill>
                  <a:srgbClr val="9898CC"/>
                </a:solidFill>
                <a:latin typeface="OpenSymbol"/>
                <a:cs typeface="OpenSymbol"/>
              </a:rPr>
              <a:t></a:t>
            </a:r>
            <a:endParaRPr sz="1250">
              <a:solidFill>
                <a:prstClr val="black"/>
              </a:solidFill>
              <a:latin typeface="OpenSymbol"/>
              <a:cs typeface="OpenSymbol"/>
            </a:endParaRPr>
          </a:p>
        </p:txBody>
      </p:sp>
      <p:sp>
        <p:nvSpPr>
          <p:cNvPr id="6" name="object 6"/>
          <p:cNvSpPr txBox="1"/>
          <p:nvPr/>
        </p:nvSpPr>
        <p:spPr>
          <a:xfrm>
            <a:off x="1355089" y="2613818"/>
            <a:ext cx="4216400" cy="986790"/>
          </a:xfrm>
          <a:prstGeom prst="rect">
            <a:avLst/>
          </a:prstGeom>
        </p:spPr>
        <p:txBody>
          <a:bodyPr vert="horz" wrap="square" lIns="0" tIns="0" rIns="0" bIns="0" rtlCol="0">
            <a:spAutoFit/>
          </a:bodyPr>
          <a:lstStyle/>
          <a:p>
            <a:pPr marL="12700" marR="5080">
              <a:lnSpc>
                <a:spcPct val="110900"/>
              </a:lnSpc>
            </a:pPr>
            <a:r>
              <a:rPr sz="1600" b="1" spc="-5" dirty="0">
                <a:solidFill>
                  <a:prstClr val="black"/>
                </a:solidFill>
                <a:latin typeface="Arial Black"/>
                <a:cs typeface="Arial Black"/>
              </a:rPr>
              <a:t>S</a:t>
            </a:r>
            <a:r>
              <a:rPr sz="1600" b="1" spc="-15" dirty="0">
                <a:solidFill>
                  <a:prstClr val="black"/>
                </a:solidFill>
                <a:latin typeface="Arial Black"/>
                <a:cs typeface="Arial Black"/>
              </a:rPr>
              <a:t>t</a:t>
            </a:r>
            <a:r>
              <a:rPr sz="1600" b="1" spc="-25" dirty="0">
                <a:solidFill>
                  <a:prstClr val="black"/>
                </a:solidFill>
                <a:latin typeface="Arial Black"/>
                <a:cs typeface="Arial Black"/>
              </a:rPr>
              <a:t>a</a:t>
            </a:r>
            <a:r>
              <a:rPr sz="1600" b="1" spc="-15" dirty="0">
                <a:solidFill>
                  <a:prstClr val="black"/>
                </a:solidFill>
                <a:latin typeface="Arial Black"/>
                <a:cs typeface="Arial Black"/>
              </a:rPr>
              <a:t>ndard</a:t>
            </a:r>
            <a:r>
              <a:rPr sz="1600" b="1" spc="120" dirty="0">
                <a:solidFill>
                  <a:prstClr val="black"/>
                </a:solidFill>
                <a:latin typeface="Times New Roman"/>
                <a:cs typeface="Times New Roman"/>
              </a:rPr>
              <a:t> </a:t>
            </a:r>
            <a:r>
              <a:rPr sz="1600" b="1" spc="-15" dirty="0">
                <a:solidFill>
                  <a:prstClr val="black"/>
                </a:solidFill>
                <a:latin typeface="Arial Black"/>
                <a:cs typeface="Arial Black"/>
              </a:rPr>
              <a:t>rep</a:t>
            </a:r>
            <a:r>
              <a:rPr sz="1600" b="1" spc="-25" dirty="0">
                <a:solidFill>
                  <a:prstClr val="black"/>
                </a:solidFill>
                <a:latin typeface="Arial Black"/>
                <a:cs typeface="Arial Black"/>
              </a:rPr>
              <a:t>r</a:t>
            </a:r>
            <a:r>
              <a:rPr sz="1600" b="1" spc="-15" dirty="0">
                <a:solidFill>
                  <a:prstClr val="black"/>
                </a:solidFill>
                <a:latin typeface="Arial Black"/>
                <a:cs typeface="Arial Black"/>
              </a:rPr>
              <a:t>e</a:t>
            </a:r>
            <a:r>
              <a:rPr sz="1600" b="1" spc="-20" dirty="0">
                <a:solidFill>
                  <a:prstClr val="black"/>
                </a:solidFill>
                <a:latin typeface="Arial Black"/>
                <a:cs typeface="Arial Black"/>
              </a:rPr>
              <a:t>s</a:t>
            </a:r>
            <a:r>
              <a:rPr sz="1600" b="1" spc="-15" dirty="0">
                <a:solidFill>
                  <a:prstClr val="black"/>
                </a:solidFill>
                <a:latin typeface="Arial Black"/>
                <a:cs typeface="Arial Black"/>
              </a:rPr>
              <a:t>entation</a:t>
            </a:r>
            <a:r>
              <a:rPr sz="1600" b="1" spc="130" dirty="0">
                <a:solidFill>
                  <a:prstClr val="black"/>
                </a:solidFill>
                <a:latin typeface="Times New Roman"/>
                <a:cs typeface="Times New Roman"/>
              </a:rPr>
              <a:t> </a:t>
            </a:r>
            <a:r>
              <a:rPr sz="1600" b="1" spc="-25" dirty="0">
                <a:solidFill>
                  <a:prstClr val="black"/>
                </a:solidFill>
                <a:latin typeface="Arial Black"/>
                <a:cs typeface="Arial Black"/>
              </a:rPr>
              <a:t>p</a:t>
            </a:r>
            <a:r>
              <a:rPr sz="1600" b="1" spc="-15" dirty="0">
                <a:solidFill>
                  <a:prstClr val="black"/>
                </a:solidFill>
                <a:latin typeface="Arial Black"/>
                <a:cs typeface="Arial Black"/>
              </a:rPr>
              <a:t>atte</a:t>
            </a:r>
            <a:r>
              <a:rPr sz="1600" b="1" spc="-25" dirty="0">
                <a:solidFill>
                  <a:prstClr val="black"/>
                </a:solidFill>
                <a:latin typeface="Arial Black"/>
                <a:cs typeface="Arial Black"/>
              </a:rPr>
              <a:t>r</a:t>
            </a:r>
            <a:r>
              <a:rPr sz="1600" b="1" spc="-15" dirty="0">
                <a:solidFill>
                  <a:prstClr val="black"/>
                </a:solidFill>
                <a:latin typeface="Arial Black"/>
                <a:cs typeface="Arial Black"/>
              </a:rPr>
              <a:t>n</a:t>
            </a:r>
            <a:r>
              <a:rPr sz="1600" b="1" spc="-5" dirty="0">
                <a:solidFill>
                  <a:prstClr val="black"/>
                </a:solidFill>
                <a:latin typeface="Times New Roman"/>
                <a:cs typeface="Times New Roman"/>
              </a:rPr>
              <a:t> </a:t>
            </a:r>
            <a:r>
              <a:rPr sz="1600" b="1" spc="-5" dirty="0">
                <a:solidFill>
                  <a:prstClr val="black"/>
                </a:solidFill>
                <a:latin typeface="Arial Black"/>
                <a:cs typeface="Arial Black"/>
              </a:rPr>
              <a:t>G</a:t>
            </a:r>
            <a:r>
              <a:rPr sz="1600" b="1" spc="-15" dirty="0">
                <a:solidFill>
                  <a:prstClr val="black"/>
                </a:solidFill>
                <a:latin typeface="Arial Black"/>
                <a:cs typeface="Arial Black"/>
              </a:rPr>
              <a:t>e</a:t>
            </a:r>
            <a:r>
              <a:rPr sz="1600" b="1" spc="-25" dirty="0">
                <a:solidFill>
                  <a:prstClr val="black"/>
                </a:solidFill>
                <a:latin typeface="Arial Black"/>
                <a:cs typeface="Arial Black"/>
              </a:rPr>
              <a:t>n</a:t>
            </a:r>
            <a:r>
              <a:rPr sz="1600" b="1" spc="-15" dirty="0">
                <a:solidFill>
                  <a:prstClr val="black"/>
                </a:solidFill>
                <a:latin typeface="Arial Black"/>
                <a:cs typeface="Arial Black"/>
              </a:rPr>
              <a:t>er</a:t>
            </a:r>
            <a:r>
              <a:rPr sz="1600" b="1" spc="-5" dirty="0">
                <a:solidFill>
                  <a:prstClr val="black"/>
                </a:solidFill>
                <a:latin typeface="Arial Black"/>
                <a:cs typeface="Arial Black"/>
              </a:rPr>
              <a:t>i</a:t>
            </a:r>
            <a:r>
              <a:rPr sz="1600" b="1" spc="-15" dirty="0">
                <a:solidFill>
                  <a:prstClr val="black"/>
                </a:solidFill>
                <a:latin typeface="Arial Black"/>
                <a:cs typeface="Arial Black"/>
              </a:rPr>
              <a:t>c</a:t>
            </a:r>
            <a:r>
              <a:rPr sz="1600" b="1" spc="120" dirty="0">
                <a:solidFill>
                  <a:prstClr val="black"/>
                </a:solidFill>
                <a:latin typeface="Times New Roman"/>
                <a:cs typeface="Times New Roman"/>
              </a:rPr>
              <a:t> </a:t>
            </a:r>
            <a:r>
              <a:rPr sz="1600" b="1" spc="-15" dirty="0">
                <a:solidFill>
                  <a:prstClr val="black"/>
                </a:solidFill>
                <a:latin typeface="Arial Black"/>
                <a:cs typeface="Arial Black"/>
              </a:rPr>
              <a:t>goa</a:t>
            </a:r>
            <a:r>
              <a:rPr sz="1600" b="1" dirty="0">
                <a:solidFill>
                  <a:prstClr val="black"/>
                </a:solidFill>
                <a:latin typeface="Arial Black"/>
                <a:cs typeface="Arial Black"/>
              </a:rPr>
              <a:t>l</a:t>
            </a:r>
            <a:r>
              <a:rPr sz="1600" b="1" spc="114" dirty="0">
                <a:solidFill>
                  <a:prstClr val="black"/>
                </a:solidFill>
                <a:latin typeface="Times New Roman"/>
                <a:cs typeface="Times New Roman"/>
              </a:rPr>
              <a:t> </a:t>
            </a:r>
            <a:r>
              <a:rPr sz="1600" b="1" spc="-15" dirty="0">
                <a:solidFill>
                  <a:prstClr val="black"/>
                </a:solidFill>
                <a:latin typeface="Arial Black"/>
                <a:cs typeface="Arial Black"/>
              </a:rPr>
              <a:t>and</a:t>
            </a:r>
            <a:r>
              <a:rPr sz="1600" b="1" spc="130" dirty="0">
                <a:solidFill>
                  <a:prstClr val="black"/>
                </a:solidFill>
                <a:latin typeface="Times New Roman"/>
                <a:cs typeface="Times New Roman"/>
              </a:rPr>
              <a:t> </a:t>
            </a:r>
            <a:r>
              <a:rPr sz="1600" b="1" spc="-20" dirty="0">
                <a:solidFill>
                  <a:prstClr val="black"/>
                </a:solidFill>
                <a:latin typeface="Arial Black"/>
                <a:cs typeface="Arial Black"/>
              </a:rPr>
              <a:t>s</a:t>
            </a:r>
            <a:r>
              <a:rPr sz="1600" b="1" spc="-15" dirty="0">
                <a:solidFill>
                  <a:prstClr val="black"/>
                </a:solidFill>
                <a:latin typeface="Arial Black"/>
                <a:cs typeface="Arial Black"/>
              </a:rPr>
              <a:t>u</a:t>
            </a:r>
            <a:r>
              <a:rPr sz="1600" b="1" spc="-25" dirty="0">
                <a:solidFill>
                  <a:prstClr val="black"/>
                </a:solidFill>
                <a:latin typeface="Arial Black"/>
                <a:cs typeface="Arial Black"/>
              </a:rPr>
              <a:t>c</a:t>
            </a:r>
            <a:r>
              <a:rPr sz="1600" b="1" spc="-15" dirty="0">
                <a:solidFill>
                  <a:prstClr val="black"/>
                </a:solidFill>
                <a:latin typeface="Arial Black"/>
                <a:cs typeface="Arial Black"/>
              </a:rPr>
              <a:t>ce</a:t>
            </a:r>
            <a:r>
              <a:rPr sz="1600" b="1" spc="-20" dirty="0">
                <a:solidFill>
                  <a:prstClr val="black"/>
                </a:solidFill>
                <a:latin typeface="Arial Black"/>
                <a:cs typeface="Arial Black"/>
              </a:rPr>
              <a:t>ss</a:t>
            </a:r>
            <a:r>
              <a:rPr sz="1600" b="1" spc="-10" dirty="0">
                <a:solidFill>
                  <a:prstClr val="black"/>
                </a:solidFill>
                <a:latin typeface="Arial Black"/>
                <a:cs typeface="Arial Black"/>
              </a:rPr>
              <a:t>or</a:t>
            </a:r>
            <a:r>
              <a:rPr sz="1600" b="1" spc="125" dirty="0">
                <a:solidFill>
                  <a:prstClr val="black"/>
                </a:solidFill>
                <a:latin typeface="Times New Roman"/>
                <a:cs typeface="Times New Roman"/>
              </a:rPr>
              <a:t> </a:t>
            </a:r>
            <a:r>
              <a:rPr sz="1600" b="1" spc="-5" dirty="0">
                <a:solidFill>
                  <a:prstClr val="black"/>
                </a:solidFill>
                <a:latin typeface="Arial Black"/>
                <a:cs typeface="Arial Black"/>
              </a:rPr>
              <a:t>f</a:t>
            </a:r>
            <a:r>
              <a:rPr sz="1600" b="1" spc="-15" dirty="0">
                <a:solidFill>
                  <a:prstClr val="black"/>
                </a:solidFill>
                <a:latin typeface="Arial Black"/>
                <a:cs typeface="Arial Black"/>
              </a:rPr>
              <a:t>unc</a:t>
            </a:r>
            <a:r>
              <a:rPr sz="1600" b="1" spc="-25" dirty="0">
                <a:solidFill>
                  <a:prstClr val="black"/>
                </a:solidFill>
                <a:latin typeface="Arial Black"/>
                <a:cs typeface="Arial Black"/>
              </a:rPr>
              <a:t>t</a:t>
            </a:r>
            <a:r>
              <a:rPr sz="1600" b="1" spc="-5" dirty="0">
                <a:solidFill>
                  <a:prstClr val="black"/>
                </a:solidFill>
                <a:latin typeface="Arial Black"/>
                <a:cs typeface="Arial Black"/>
              </a:rPr>
              <a:t>i</a:t>
            </a:r>
            <a:r>
              <a:rPr sz="1600" b="1" spc="-15" dirty="0">
                <a:solidFill>
                  <a:prstClr val="black"/>
                </a:solidFill>
                <a:latin typeface="Arial Black"/>
                <a:cs typeface="Arial Black"/>
              </a:rPr>
              <a:t>ons</a:t>
            </a:r>
            <a:endParaRPr sz="1600">
              <a:solidFill>
                <a:prstClr val="black"/>
              </a:solidFill>
              <a:latin typeface="Arial Black"/>
              <a:cs typeface="Arial Black"/>
            </a:endParaRPr>
          </a:p>
          <a:p>
            <a:pPr marL="12700" marR="862330">
              <a:lnSpc>
                <a:spcPts val="1720"/>
              </a:lnSpc>
              <a:spcBef>
                <a:spcPts val="420"/>
              </a:spcBef>
            </a:pPr>
            <a:r>
              <a:rPr sz="1600" b="1" spc="-5" dirty="0">
                <a:solidFill>
                  <a:prstClr val="black"/>
                </a:solidFill>
                <a:latin typeface="Arial Black"/>
                <a:cs typeface="Arial Black"/>
              </a:rPr>
              <a:t>G</a:t>
            </a:r>
            <a:r>
              <a:rPr sz="1600" b="1" spc="-15" dirty="0">
                <a:solidFill>
                  <a:prstClr val="black"/>
                </a:solidFill>
                <a:latin typeface="Arial Black"/>
                <a:cs typeface="Arial Black"/>
              </a:rPr>
              <a:t>e</a:t>
            </a:r>
            <a:r>
              <a:rPr sz="1600" b="1" spc="-25" dirty="0">
                <a:solidFill>
                  <a:prstClr val="black"/>
                </a:solidFill>
                <a:latin typeface="Arial Black"/>
                <a:cs typeface="Arial Black"/>
              </a:rPr>
              <a:t>n</a:t>
            </a:r>
            <a:r>
              <a:rPr sz="1600" b="1" spc="-15" dirty="0">
                <a:solidFill>
                  <a:prstClr val="black"/>
                </a:solidFill>
                <a:latin typeface="Arial Black"/>
                <a:cs typeface="Arial Black"/>
              </a:rPr>
              <a:t>er</a:t>
            </a:r>
            <a:r>
              <a:rPr sz="1600" b="1" spc="-5" dirty="0">
                <a:solidFill>
                  <a:prstClr val="black"/>
                </a:solidFill>
                <a:latin typeface="Arial Black"/>
                <a:cs typeface="Arial Black"/>
              </a:rPr>
              <a:t>i</a:t>
            </a:r>
            <a:r>
              <a:rPr sz="1600" b="1" spc="-15" dirty="0">
                <a:solidFill>
                  <a:prstClr val="black"/>
                </a:solidFill>
                <a:latin typeface="Arial Black"/>
                <a:cs typeface="Arial Black"/>
              </a:rPr>
              <a:t>c</a:t>
            </a:r>
            <a:r>
              <a:rPr sz="1600" b="1" spc="120" dirty="0">
                <a:solidFill>
                  <a:prstClr val="black"/>
                </a:solidFill>
                <a:latin typeface="Times New Roman"/>
                <a:cs typeface="Times New Roman"/>
              </a:rPr>
              <a:t> </a:t>
            </a:r>
            <a:r>
              <a:rPr sz="1600" b="1" spc="-15" dirty="0">
                <a:solidFill>
                  <a:prstClr val="black"/>
                </a:solidFill>
                <a:latin typeface="Arial Black"/>
                <a:cs typeface="Arial Black"/>
              </a:rPr>
              <a:t>heur</a:t>
            </a:r>
            <a:r>
              <a:rPr sz="1600" b="1" spc="-5" dirty="0">
                <a:solidFill>
                  <a:prstClr val="black"/>
                </a:solidFill>
                <a:latin typeface="Arial Black"/>
                <a:cs typeface="Arial Black"/>
              </a:rPr>
              <a:t>i</a:t>
            </a:r>
            <a:r>
              <a:rPr sz="1600" b="1" spc="-20" dirty="0">
                <a:solidFill>
                  <a:prstClr val="black"/>
                </a:solidFill>
                <a:latin typeface="Arial Black"/>
                <a:cs typeface="Arial Black"/>
              </a:rPr>
              <a:t>s</a:t>
            </a:r>
            <a:r>
              <a:rPr sz="1600" b="1" spc="-25" dirty="0">
                <a:solidFill>
                  <a:prstClr val="black"/>
                </a:solidFill>
                <a:latin typeface="Arial Black"/>
                <a:cs typeface="Arial Black"/>
              </a:rPr>
              <a:t>t</a:t>
            </a:r>
            <a:r>
              <a:rPr sz="1600" b="1" spc="-5" dirty="0">
                <a:solidFill>
                  <a:prstClr val="black"/>
                </a:solidFill>
                <a:latin typeface="Arial Black"/>
                <a:cs typeface="Arial Black"/>
              </a:rPr>
              <a:t>i</a:t>
            </a:r>
            <a:r>
              <a:rPr sz="1600" b="1" spc="-15" dirty="0">
                <a:solidFill>
                  <a:prstClr val="black"/>
                </a:solidFill>
                <a:latin typeface="Arial Black"/>
                <a:cs typeface="Arial Black"/>
              </a:rPr>
              <a:t>cs</a:t>
            </a:r>
            <a:r>
              <a:rPr sz="1600" b="1" spc="120" dirty="0">
                <a:solidFill>
                  <a:prstClr val="black"/>
                </a:solidFill>
                <a:latin typeface="Times New Roman"/>
                <a:cs typeface="Times New Roman"/>
              </a:rPr>
              <a:t> </a:t>
            </a:r>
            <a:r>
              <a:rPr sz="1600" b="1" spc="5" dirty="0">
                <a:solidFill>
                  <a:prstClr val="black"/>
                </a:solidFill>
                <a:latin typeface="Arial Black"/>
                <a:cs typeface="Arial Black"/>
              </a:rPr>
              <a:t>(</a:t>
            </a:r>
            <a:r>
              <a:rPr sz="1600" b="1" spc="-25" dirty="0">
                <a:solidFill>
                  <a:prstClr val="black"/>
                </a:solidFill>
                <a:latin typeface="Arial Black"/>
                <a:cs typeface="Arial Black"/>
              </a:rPr>
              <a:t>n</a:t>
            </a:r>
            <a:r>
              <a:rPr sz="1600" b="1" spc="-15" dirty="0">
                <a:solidFill>
                  <a:prstClr val="black"/>
                </a:solidFill>
                <a:latin typeface="Arial Black"/>
                <a:cs typeface="Arial Black"/>
              </a:rPr>
              <a:t>o</a:t>
            </a:r>
            <a:r>
              <a:rPr sz="1600" b="1" spc="130" dirty="0">
                <a:solidFill>
                  <a:prstClr val="black"/>
                </a:solidFill>
                <a:latin typeface="Times New Roman"/>
                <a:cs typeface="Times New Roman"/>
              </a:rPr>
              <a:t> </a:t>
            </a:r>
            <a:r>
              <a:rPr sz="1600" b="1" spc="-15" dirty="0">
                <a:solidFill>
                  <a:prstClr val="black"/>
                </a:solidFill>
                <a:latin typeface="Arial Black"/>
                <a:cs typeface="Arial Black"/>
              </a:rPr>
              <a:t>d</a:t>
            </a:r>
            <a:r>
              <a:rPr sz="1600" b="1" spc="-25" dirty="0">
                <a:solidFill>
                  <a:prstClr val="black"/>
                </a:solidFill>
                <a:latin typeface="Arial Black"/>
                <a:cs typeface="Arial Black"/>
              </a:rPr>
              <a:t>o</a:t>
            </a:r>
            <a:r>
              <a:rPr sz="1600" b="1" spc="-15" dirty="0">
                <a:solidFill>
                  <a:prstClr val="black"/>
                </a:solidFill>
                <a:latin typeface="Arial Black"/>
                <a:cs typeface="Arial Black"/>
              </a:rPr>
              <a:t>ma</a:t>
            </a:r>
            <a:r>
              <a:rPr sz="1600" b="1" spc="-5" dirty="0">
                <a:solidFill>
                  <a:prstClr val="black"/>
                </a:solidFill>
                <a:latin typeface="Arial Black"/>
                <a:cs typeface="Arial Black"/>
              </a:rPr>
              <a:t>i</a:t>
            </a:r>
            <a:r>
              <a:rPr sz="1600" b="1" spc="-15" dirty="0">
                <a:solidFill>
                  <a:prstClr val="black"/>
                </a:solidFill>
                <a:latin typeface="Arial Black"/>
                <a:cs typeface="Arial Black"/>
              </a:rPr>
              <a:t>n</a:t>
            </a:r>
            <a:r>
              <a:rPr sz="1600" b="1" spc="-5" dirty="0">
                <a:solidFill>
                  <a:prstClr val="black"/>
                </a:solidFill>
                <a:latin typeface="Times New Roman"/>
                <a:cs typeface="Times New Roman"/>
              </a:rPr>
              <a:t> </a:t>
            </a:r>
            <a:r>
              <a:rPr sz="1600" b="1" spc="-20" dirty="0">
                <a:solidFill>
                  <a:prstClr val="black"/>
                </a:solidFill>
                <a:latin typeface="Arial Black"/>
                <a:cs typeface="Arial Black"/>
              </a:rPr>
              <a:t>s</a:t>
            </a:r>
            <a:r>
              <a:rPr sz="1600" b="1" spc="-15" dirty="0">
                <a:solidFill>
                  <a:prstClr val="black"/>
                </a:solidFill>
                <a:latin typeface="Arial Black"/>
                <a:cs typeface="Arial Black"/>
              </a:rPr>
              <a:t>p</a:t>
            </a:r>
            <a:r>
              <a:rPr sz="1600" b="1" spc="-25" dirty="0">
                <a:solidFill>
                  <a:prstClr val="black"/>
                </a:solidFill>
                <a:latin typeface="Arial Black"/>
                <a:cs typeface="Arial Black"/>
              </a:rPr>
              <a:t>e</a:t>
            </a:r>
            <a:r>
              <a:rPr sz="1600" b="1" spc="-15" dirty="0">
                <a:solidFill>
                  <a:prstClr val="black"/>
                </a:solidFill>
                <a:latin typeface="Arial Black"/>
                <a:cs typeface="Arial Black"/>
              </a:rPr>
              <a:t>c</a:t>
            </a:r>
            <a:r>
              <a:rPr sz="1600" b="1" spc="-5" dirty="0">
                <a:solidFill>
                  <a:prstClr val="black"/>
                </a:solidFill>
                <a:latin typeface="Arial Black"/>
                <a:cs typeface="Arial Black"/>
              </a:rPr>
              <a:t>i</a:t>
            </a:r>
            <a:r>
              <a:rPr sz="1600" b="1" spc="5" dirty="0">
                <a:solidFill>
                  <a:prstClr val="black"/>
                </a:solidFill>
                <a:latin typeface="Arial Black"/>
                <a:cs typeface="Arial Black"/>
              </a:rPr>
              <a:t>f</a:t>
            </a:r>
            <a:r>
              <a:rPr sz="1600" b="1" spc="-15" dirty="0">
                <a:solidFill>
                  <a:prstClr val="black"/>
                </a:solidFill>
                <a:latin typeface="Arial Black"/>
                <a:cs typeface="Arial Black"/>
              </a:rPr>
              <a:t>ic</a:t>
            </a:r>
            <a:r>
              <a:rPr sz="1600" b="1" spc="130" dirty="0">
                <a:solidFill>
                  <a:prstClr val="black"/>
                </a:solidFill>
                <a:latin typeface="Times New Roman"/>
                <a:cs typeface="Times New Roman"/>
              </a:rPr>
              <a:t> </a:t>
            </a:r>
            <a:r>
              <a:rPr sz="1600" b="1" spc="-15" dirty="0">
                <a:solidFill>
                  <a:prstClr val="black"/>
                </a:solidFill>
                <a:latin typeface="Arial Black"/>
                <a:cs typeface="Arial Black"/>
              </a:rPr>
              <a:t>e</a:t>
            </a:r>
            <a:r>
              <a:rPr sz="1600" b="1" spc="-25" dirty="0">
                <a:solidFill>
                  <a:prstClr val="black"/>
                </a:solidFill>
                <a:latin typeface="Arial Black"/>
                <a:cs typeface="Arial Black"/>
              </a:rPr>
              <a:t>x</a:t>
            </a:r>
            <a:r>
              <a:rPr sz="1600" b="1" spc="-15" dirty="0">
                <a:solidFill>
                  <a:prstClr val="black"/>
                </a:solidFill>
                <a:latin typeface="Arial Black"/>
                <a:cs typeface="Arial Black"/>
              </a:rPr>
              <a:t>perti</a:t>
            </a:r>
            <a:r>
              <a:rPr sz="1600" b="1" spc="-10" dirty="0">
                <a:solidFill>
                  <a:prstClr val="black"/>
                </a:solidFill>
                <a:latin typeface="Arial Black"/>
                <a:cs typeface="Arial Black"/>
              </a:rPr>
              <a:t>s</a:t>
            </a:r>
            <a:r>
              <a:rPr sz="1600" b="1" spc="-25" dirty="0">
                <a:solidFill>
                  <a:prstClr val="black"/>
                </a:solidFill>
                <a:latin typeface="Arial Black"/>
                <a:cs typeface="Arial Black"/>
              </a:rPr>
              <a:t>e</a:t>
            </a:r>
            <a:r>
              <a:rPr sz="1600" b="1" spc="5" dirty="0">
                <a:solidFill>
                  <a:prstClr val="black"/>
                </a:solidFill>
                <a:latin typeface="Arial Black"/>
                <a:cs typeface="Arial Black"/>
              </a:rPr>
              <a:t>)</a:t>
            </a:r>
            <a:r>
              <a:rPr sz="1600" b="1" dirty="0">
                <a:solidFill>
                  <a:prstClr val="black"/>
                </a:solidFill>
                <a:latin typeface="Arial Black"/>
                <a:cs typeface="Arial Black"/>
              </a:rPr>
              <a:t>.</a:t>
            </a:r>
            <a:endParaRPr sz="1600">
              <a:solidFill>
                <a:prstClr val="black"/>
              </a:solidFill>
              <a:latin typeface="Arial Black"/>
              <a:cs typeface="Arial Black"/>
            </a:endParaRPr>
          </a:p>
        </p:txBody>
      </p:sp>
      <p:sp>
        <p:nvSpPr>
          <p:cNvPr id="7" name="object 7"/>
          <p:cNvSpPr/>
          <p:nvPr/>
        </p:nvSpPr>
        <p:spPr>
          <a:xfrm>
            <a:off x="5562600" y="914400"/>
            <a:ext cx="3429000" cy="294132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8" name="object 8"/>
          <p:cNvSpPr txBox="1"/>
          <p:nvPr/>
        </p:nvSpPr>
        <p:spPr>
          <a:xfrm>
            <a:off x="534669" y="4493243"/>
            <a:ext cx="185420" cy="234950"/>
          </a:xfrm>
          <a:prstGeom prst="rect">
            <a:avLst/>
          </a:prstGeom>
        </p:spPr>
        <p:txBody>
          <a:bodyPr vert="horz" wrap="square" lIns="0" tIns="0" rIns="0" bIns="0" rtlCol="0">
            <a:spAutoFit/>
          </a:bodyPr>
          <a:lstStyle/>
          <a:p>
            <a:pPr marL="12700"/>
            <a:r>
              <a:rPr sz="1650" spc="15" dirty="0">
                <a:solidFill>
                  <a:srgbClr val="00007F"/>
                </a:solidFill>
                <a:latin typeface="OpenSymbol"/>
                <a:cs typeface="OpenSymbol"/>
              </a:rPr>
              <a:t></a:t>
            </a:r>
            <a:endParaRPr sz="1650">
              <a:solidFill>
                <a:prstClr val="black"/>
              </a:solidFill>
              <a:latin typeface="OpenSymbol"/>
              <a:cs typeface="OpenSymbol"/>
            </a:endParaRPr>
          </a:p>
        </p:txBody>
      </p:sp>
      <p:sp>
        <p:nvSpPr>
          <p:cNvPr id="9" name="object 9"/>
          <p:cNvSpPr txBox="1"/>
          <p:nvPr/>
        </p:nvSpPr>
        <p:spPr>
          <a:xfrm>
            <a:off x="877569" y="4474174"/>
            <a:ext cx="7113270" cy="304800"/>
          </a:xfrm>
          <a:prstGeom prst="rect">
            <a:avLst/>
          </a:prstGeom>
        </p:spPr>
        <p:txBody>
          <a:bodyPr vert="horz" wrap="square" lIns="0" tIns="0" rIns="0" bIns="0" rtlCol="0">
            <a:spAutoFit/>
          </a:bodyPr>
          <a:lstStyle/>
          <a:p>
            <a:pPr marL="12700"/>
            <a:r>
              <a:rPr sz="2200" spc="-25" dirty="0">
                <a:solidFill>
                  <a:prstClr val="black"/>
                </a:solidFill>
                <a:latin typeface="Times New Roman"/>
                <a:cs typeface="Times New Roman"/>
              </a:rPr>
              <a:t>C</a:t>
            </a:r>
            <a:r>
              <a:rPr sz="2200" spc="5" dirty="0">
                <a:solidFill>
                  <a:prstClr val="black"/>
                </a:solidFill>
                <a:latin typeface="Times New Roman"/>
                <a:cs typeface="Times New Roman"/>
              </a:rPr>
              <a:t>o</a:t>
            </a:r>
            <a:r>
              <a:rPr sz="2200" dirty="0">
                <a:solidFill>
                  <a:prstClr val="black"/>
                </a:solidFill>
                <a:latin typeface="Times New Roman"/>
                <a:cs typeface="Times New Roman"/>
              </a:rPr>
              <a:t>n</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t</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a</a:t>
            </a:r>
            <a:r>
              <a:rPr sz="2200" spc="-15" dirty="0">
                <a:solidFill>
                  <a:prstClr val="black"/>
                </a:solidFill>
                <a:latin typeface="Times New Roman"/>
                <a:cs typeface="Times New Roman"/>
              </a:rPr>
              <a:t>i</a:t>
            </a:r>
            <a:r>
              <a:rPr sz="2200" spc="-10" dirty="0">
                <a:solidFill>
                  <a:prstClr val="black"/>
                </a:solidFill>
                <a:latin typeface="Times New Roman"/>
                <a:cs typeface="Times New Roman"/>
              </a:rPr>
              <a:t>nt</a:t>
            </a:r>
            <a:r>
              <a:rPr sz="2200" spc="5" dirty="0">
                <a:solidFill>
                  <a:prstClr val="black"/>
                </a:solidFill>
                <a:latin typeface="Times New Roman"/>
                <a:cs typeface="Times New Roman"/>
              </a:rPr>
              <a:t> </a:t>
            </a:r>
            <a:r>
              <a:rPr sz="2200" dirty="0">
                <a:solidFill>
                  <a:prstClr val="black"/>
                </a:solidFill>
                <a:latin typeface="Times New Roman"/>
                <a:cs typeface="Times New Roman"/>
              </a:rPr>
              <a:t>g</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a</a:t>
            </a:r>
            <a:r>
              <a:rPr sz="2200" dirty="0">
                <a:solidFill>
                  <a:prstClr val="black"/>
                </a:solidFill>
                <a:latin typeface="Times New Roman"/>
                <a:cs typeface="Times New Roman"/>
              </a:rPr>
              <a:t>ph </a:t>
            </a:r>
            <a:r>
              <a:rPr sz="2200" spc="-15" dirty="0">
                <a:solidFill>
                  <a:prstClr val="black"/>
                </a:solidFill>
                <a:latin typeface="Times New Roman"/>
                <a:cs typeface="Times New Roman"/>
              </a:rPr>
              <a:t>=</a:t>
            </a:r>
            <a:r>
              <a:rPr sz="2200" spc="-5" dirty="0">
                <a:solidFill>
                  <a:prstClr val="black"/>
                </a:solidFill>
                <a:latin typeface="Times New Roman"/>
                <a:cs typeface="Times New Roman"/>
              </a:rPr>
              <a:t> </a:t>
            </a:r>
            <a:r>
              <a:rPr sz="2200" spc="5" dirty="0">
                <a:solidFill>
                  <a:prstClr val="black"/>
                </a:solidFill>
                <a:latin typeface="Times New Roman"/>
                <a:cs typeface="Times New Roman"/>
              </a:rPr>
              <a:t>n</a:t>
            </a:r>
            <a:r>
              <a:rPr sz="2200" spc="-15" dirty="0">
                <a:solidFill>
                  <a:prstClr val="black"/>
                </a:solidFill>
                <a:latin typeface="Times New Roman"/>
                <a:cs typeface="Times New Roman"/>
              </a:rPr>
              <a:t>ode</a:t>
            </a:r>
            <a:r>
              <a:rPr sz="2200" dirty="0">
                <a:solidFill>
                  <a:prstClr val="black"/>
                </a:solidFill>
                <a:latin typeface="Times New Roman"/>
                <a:cs typeface="Times New Roman"/>
              </a:rPr>
              <a:t>s</a:t>
            </a:r>
            <a:r>
              <a:rPr sz="2200" spc="-10" dirty="0">
                <a:solidFill>
                  <a:prstClr val="black"/>
                </a:solidFill>
                <a:latin typeface="Times New Roman"/>
                <a:cs typeface="Times New Roman"/>
              </a:rPr>
              <a:t> </a:t>
            </a:r>
            <a:r>
              <a:rPr sz="2200" spc="-20" dirty="0">
                <a:solidFill>
                  <a:prstClr val="black"/>
                </a:solidFill>
                <a:latin typeface="Times New Roman"/>
                <a:cs typeface="Times New Roman"/>
              </a:rPr>
              <a:t>a</a:t>
            </a:r>
            <a:r>
              <a:rPr sz="2200" dirty="0">
                <a:solidFill>
                  <a:prstClr val="black"/>
                </a:solidFill>
                <a:latin typeface="Times New Roman"/>
                <a:cs typeface="Times New Roman"/>
              </a:rPr>
              <a:t>r</a:t>
            </a:r>
            <a:r>
              <a:rPr sz="2200" spc="-10" dirty="0">
                <a:solidFill>
                  <a:prstClr val="black"/>
                </a:solidFill>
                <a:latin typeface="Times New Roman"/>
                <a:cs typeface="Times New Roman"/>
              </a:rPr>
              <a:t>e </a:t>
            </a:r>
            <a:r>
              <a:rPr sz="2200" spc="-15" dirty="0">
                <a:solidFill>
                  <a:prstClr val="black"/>
                </a:solidFill>
                <a:latin typeface="Times New Roman"/>
                <a:cs typeface="Times New Roman"/>
              </a:rPr>
              <a:t>va</a:t>
            </a:r>
            <a:r>
              <a:rPr sz="2200" spc="-5" dirty="0">
                <a:solidFill>
                  <a:prstClr val="black"/>
                </a:solidFill>
                <a:latin typeface="Times New Roman"/>
                <a:cs typeface="Times New Roman"/>
              </a:rPr>
              <a:t>r</a:t>
            </a:r>
            <a:r>
              <a:rPr sz="2200" spc="-15" dirty="0">
                <a:solidFill>
                  <a:prstClr val="black"/>
                </a:solidFill>
                <a:latin typeface="Times New Roman"/>
                <a:cs typeface="Times New Roman"/>
              </a:rPr>
              <a:t>i</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b</a:t>
            </a:r>
            <a:r>
              <a:rPr sz="2200" spc="-5" dirty="0">
                <a:solidFill>
                  <a:prstClr val="black"/>
                </a:solidFill>
                <a:latin typeface="Times New Roman"/>
                <a:cs typeface="Times New Roman"/>
              </a:rPr>
              <a:t>l</a:t>
            </a:r>
            <a:r>
              <a:rPr sz="2200" spc="-20" dirty="0">
                <a:solidFill>
                  <a:prstClr val="black"/>
                </a:solidFill>
                <a:latin typeface="Times New Roman"/>
                <a:cs typeface="Times New Roman"/>
              </a:rPr>
              <a:t>e</a:t>
            </a:r>
            <a:r>
              <a:rPr sz="2200" spc="-10" dirty="0">
                <a:solidFill>
                  <a:prstClr val="black"/>
                </a:solidFill>
                <a:latin typeface="Times New Roman"/>
                <a:cs typeface="Times New Roman"/>
              </a:rPr>
              <a:t>s</a:t>
            </a:r>
            <a:r>
              <a:rPr sz="2200" dirty="0">
                <a:solidFill>
                  <a:prstClr val="black"/>
                </a:solidFill>
                <a:latin typeface="Times New Roman"/>
                <a:cs typeface="Times New Roman"/>
              </a:rPr>
              <a:t>, </a:t>
            </a:r>
            <a:r>
              <a:rPr sz="2200" spc="-10" dirty="0">
                <a:solidFill>
                  <a:prstClr val="black"/>
                </a:solidFill>
                <a:latin typeface="Times New Roman"/>
                <a:cs typeface="Times New Roman"/>
              </a:rPr>
              <a:t>e</a:t>
            </a:r>
            <a:r>
              <a:rPr sz="2200" dirty="0">
                <a:solidFill>
                  <a:prstClr val="black"/>
                </a:solidFill>
                <a:latin typeface="Times New Roman"/>
                <a:cs typeface="Times New Roman"/>
              </a:rPr>
              <a:t>d</a:t>
            </a:r>
            <a:r>
              <a:rPr sz="2200" spc="5" dirty="0">
                <a:solidFill>
                  <a:prstClr val="black"/>
                </a:solidFill>
                <a:latin typeface="Times New Roman"/>
                <a:cs typeface="Times New Roman"/>
              </a:rPr>
              <a:t>g</a:t>
            </a:r>
            <a:r>
              <a:rPr sz="2200" spc="-20" dirty="0">
                <a:solidFill>
                  <a:prstClr val="black"/>
                </a:solidFill>
                <a:latin typeface="Times New Roman"/>
                <a:cs typeface="Times New Roman"/>
              </a:rPr>
              <a:t>e</a:t>
            </a:r>
            <a:r>
              <a:rPr sz="2200" dirty="0">
                <a:solidFill>
                  <a:prstClr val="black"/>
                </a:solidFill>
                <a:latin typeface="Times New Roman"/>
                <a:cs typeface="Times New Roman"/>
              </a:rPr>
              <a:t>s</a:t>
            </a:r>
            <a:r>
              <a:rPr sz="2200" spc="-10" dirty="0">
                <a:solidFill>
                  <a:prstClr val="black"/>
                </a:solidFill>
                <a:latin typeface="Times New Roman"/>
                <a:cs typeface="Times New Roman"/>
              </a:rPr>
              <a:t> s</a:t>
            </a:r>
            <a:r>
              <a:rPr sz="2200" spc="5" dirty="0">
                <a:solidFill>
                  <a:prstClr val="black"/>
                </a:solidFill>
                <a:latin typeface="Times New Roman"/>
                <a:cs typeface="Times New Roman"/>
              </a:rPr>
              <a:t>h</a:t>
            </a:r>
            <a:r>
              <a:rPr sz="2200" dirty="0">
                <a:solidFill>
                  <a:prstClr val="black"/>
                </a:solidFill>
                <a:latin typeface="Times New Roman"/>
                <a:cs typeface="Times New Roman"/>
              </a:rPr>
              <a:t>ow</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c</a:t>
            </a:r>
            <a:r>
              <a:rPr sz="2200" dirty="0">
                <a:solidFill>
                  <a:prstClr val="black"/>
                </a:solidFill>
                <a:latin typeface="Times New Roman"/>
                <a:cs typeface="Times New Roman"/>
              </a:rPr>
              <a:t>o</a:t>
            </a:r>
            <a:r>
              <a:rPr sz="2200" spc="5" dirty="0">
                <a:solidFill>
                  <a:prstClr val="black"/>
                </a:solidFill>
                <a:latin typeface="Times New Roman"/>
                <a:cs typeface="Times New Roman"/>
              </a:rPr>
              <a:t>n</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t</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a</a:t>
            </a:r>
            <a:r>
              <a:rPr sz="2200" spc="-15" dirty="0">
                <a:solidFill>
                  <a:prstClr val="black"/>
                </a:solidFill>
                <a:latin typeface="Times New Roman"/>
                <a:cs typeface="Times New Roman"/>
              </a:rPr>
              <a:t>int</a:t>
            </a:r>
            <a:r>
              <a:rPr sz="2200" spc="-10" dirty="0">
                <a:solidFill>
                  <a:prstClr val="black"/>
                </a:solidFill>
                <a:latin typeface="Times New Roman"/>
                <a:cs typeface="Times New Roman"/>
              </a:rPr>
              <a:t>s</a:t>
            </a:r>
            <a:r>
              <a:rPr sz="2200" dirty="0">
                <a:solidFill>
                  <a:prstClr val="black"/>
                </a:solidFill>
                <a:latin typeface="Times New Roman"/>
                <a:cs typeface="Times New Roman"/>
              </a:rPr>
              <a:t>.</a:t>
            </a:r>
            <a:endParaRPr sz="2200">
              <a:solidFill>
                <a:prstClr val="black"/>
              </a:solidFill>
              <a:latin typeface="Times New Roman"/>
              <a:cs typeface="Times New Roman"/>
            </a:endParaRPr>
          </a:p>
        </p:txBody>
      </p:sp>
      <p:sp>
        <p:nvSpPr>
          <p:cNvPr id="10" name="object 10"/>
          <p:cNvSpPr txBox="1"/>
          <p:nvPr/>
        </p:nvSpPr>
        <p:spPr>
          <a:xfrm>
            <a:off x="991869" y="4830536"/>
            <a:ext cx="170180" cy="187960"/>
          </a:xfrm>
          <a:prstGeom prst="rect">
            <a:avLst/>
          </a:prstGeom>
        </p:spPr>
        <p:txBody>
          <a:bodyPr vert="horz" wrap="square" lIns="0" tIns="0" rIns="0" bIns="0" rtlCol="0">
            <a:spAutoFit/>
          </a:bodyPr>
          <a:lstStyle/>
          <a:p>
            <a:pPr marL="12700"/>
            <a:r>
              <a:rPr sz="1250" spc="-114" dirty="0">
                <a:solidFill>
                  <a:srgbClr val="9898CC"/>
                </a:solidFill>
                <a:latin typeface="OpenSymbol"/>
                <a:cs typeface="OpenSymbol"/>
              </a:rPr>
              <a:t></a:t>
            </a:r>
            <a:endParaRPr sz="1250">
              <a:solidFill>
                <a:prstClr val="black"/>
              </a:solidFill>
              <a:latin typeface="OpenSymbol"/>
              <a:cs typeface="OpenSymbol"/>
            </a:endParaRPr>
          </a:p>
        </p:txBody>
      </p:sp>
      <p:sp>
        <p:nvSpPr>
          <p:cNvPr id="11" name="object 11"/>
          <p:cNvSpPr txBox="1"/>
          <p:nvPr/>
        </p:nvSpPr>
        <p:spPr>
          <a:xfrm>
            <a:off x="1277619" y="4826158"/>
            <a:ext cx="4213225" cy="228600"/>
          </a:xfrm>
          <a:prstGeom prst="rect">
            <a:avLst/>
          </a:prstGeom>
        </p:spPr>
        <p:txBody>
          <a:bodyPr vert="horz" wrap="square" lIns="0" tIns="0" rIns="0" bIns="0" rtlCol="0">
            <a:spAutoFit/>
          </a:bodyPr>
          <a:lstStyle/>
          <a:p>
            <a:pPr marL="12700"/>
            <a:r>
              <a:rPr sz="1600" b="1" spc="-5" dirty="0">
                <a:solidFill>
                  <a:prstClr val="black"/>
                </a:solidFill>
                <a:latin typeface="Arial Black"/>
                <a:cs typeface="Arial Black"/>
              </a:rPr>
              <a:t>G</a:t>
            </a:r>
            <a:r>
              <a:rPr sz="1600" b="1" spc="-15" dirty="0">
                <a:solidFill>
                  <a:prstClr val="black"/>
                </a:solidFill>
                <a:latin typeface="Arial Black"/>
                <a:cs typeface="Arial Black"/>
              </a:rPr>
              <a:t>r</a:t>
            </a:r>
            <a:r>
              <a:rPr sz="1600" b="1" spc="-25" dirty="0">
                <a:solidFill>
                  <a:prstClr val="black"/>
                </a:solidFill>
                <a:latin typeface="Arial Black"/>
                <a:cs typeface="Arial Black"/>
              </a:rPr>
              <a:t>a</a:t>
            </a:r>
            <a:r>
              <a:rPr sz="1600" b="1" spc="-15" dirty="0">
                <a:solidFill>
                  <a:prstClr val="black"/>
                </a:solidFill>
                <a:latin typeface="Arial Black"/>
                <a:cs typeface="Arial Black"/>
              </a:rPr>
              <a:t>ph</a:t>
            </a:r>
            <a:r>
              <a:rPr sz="1600" b="1" spc="130" dirty="0">
                <a:solidFill>
                  <a:prstClr val="black"/>
                </a:solidFill>
                <a:latin typeface="Times New Roman"/>
                <a:cs typeface="Times New Roman"/>
              </a:rPr>
              <a:t> </a:t>
            </a:r>
            <a:r>
              <a:rPr sz="1600" b="1" spc="-15" dirty="0">
                <a:solidFill>
                  <a:prstClr val="black"/>
                </a:solidFill>
                <a:latin typeface="Arial Black"/>
                <a:cs typeface="Arial Black"/>
              </a:rPr>
              <a:t>can</a:t>
            </a:r>
            <a:r>
              <a:rPr sz="1600" b="1" spc="120" dirty="0">
                <a:solidFill>
                  <a:prstClr val="black"/>
                </a:solidFill>
                <a:latin typeface="Times New Roman"/>
                <a:cs typeface="Times New Roman"/>
              </a:rPr>
              <a:t> </a:t>
            </a:r>
            <a:r>
              <a:rPr sz="1600" b="1" spc="-15" dirty="0">
                <a:solidFill>
                  <a:prstClr val="black"/>
                </a:solidFill>
                <a:latin typeface="Arial Black"/>
                <a:cs typeface="Arial Black"/>
              </a:rPr>
              <a:t>be</a:t>
            </a:r>
            <a:r>
              <a:rPr sz="1600" b="1" spc="130" dirty="0">
                <a:solidFill>
                  <a:prstClr val="black"/>
                </a:solidFill>
                <a:latin typeface="Times New Roman"/>
                <a:cs typeface="Times New Roman"/>
              </a:rPr>
              <a:t> </a:t>
            </a:r>
            <a:r>
              <a:rPr sz="1600" b="1" spc="-25" dirty="0">
                <a:solidFill>
                  <a:prstClr val="black"/>
                </a:solidFill>
                <a:latin typeface="Arial Black"/>
                <a:cs typeface="Arial Black"/>
              </a:rPr>
              <a:t>us</a:t>
            </a:r>
            <a:r>
              <a:rPr sz="1600" b="1" spc="-15" dirty="0">
                <a:solidFill>
                  <a:prstClr val="black"/>
                </a:solidFill>
                <a:latin typeface="Arial Black"/>
                <a:cs typeface="Arial Black"/>
              </a:rPr>
              <a:t>ed</a:t>
            </a:r>
            <a:r>
              <a:rPr sz="1600" b="1" spc="130" dirty="0">
                <a:solidFill>
                  <a:prstClr val="black"/>
                </a:solidFill>
                <a:latin typeface="Times New Roman"/>
                <a:cs typeface="Times New Roman"/>
              </a:rPr>
              <a:t> </a:t>
            </a:r>
            <a:r>
              <a:rPr sz="1600" b="1" spc="-15" dirty="0">
                <a:solidFill>
                  <a:prstClr val="black"/>
                </a:solidFill>
                <a:latin typeface="Arial Black"/>
                <a:cs typeface="Arial Black"/>
              </a:rPr>
              <a:t>to</a:t>
            </a:r>
            <a:r>
              <a:rPr sz="1600" b="1" spc="120" dirty="0">
                <a:solidFill>
                  <a:prstClr val="black"/>
                </a:solidFill>
                <a:latin typeface="Times New Roman"/>
                <a:cs typeface="Times New Roman"/>
              </a:rPr>
              <a:t> </a:t>
            </a:r>
            <a:r>
              <a:rPr sz="1600" b="1" spc="-10" dirty="0">
                <a:solidFill>
                  <a:prstClr val="black"/>
                </a:solidFill>
                <a:latin typeface="Arial Black"/>
                <a:cs typeface="Arial Black"/>
              </a:rPr>
              <a:t>s</a:t>
            </a:r>
            <a:r>
              <a:rPr sz="1600" b="1" spc="-15" dirty="0">
                <a:solidFill>
                  <a:prstClr val="black"/>
                </a:solidFill>
                <a:latin typeface="Arial Black"/>
                <a:cs typeface="Arial Black"/>
              </a:rPr>
              <a:t>impl</a:t>
            </a:r>
            <a:r>
              <a:rPr sz="1600" b="1" spc="-5" dirty="0">
                <a:solidFill>
                  <a:prstClr val="black"/>
                </a:solidFill>
                <a:latin typeface="Arial Black"/>
                <a:cs typeface="Arial Black"/>
              </a:rPr>
              <a:t>i</a:t>
            </a:r>
            <a:r>
              <a:rPr sz="1600" b="1" spc="5" dirty="0">
                <a:solidFill>
                  <a:prstClr val="black"/>
                </a:solidFill>
                <a:latin typeface="Arial Black"/>
                <a:cs typeface="Arial Black"/>
              </a:rPr>
              <a:t>f</a:t>
            </a:r>
            <a:r>
              <a:rPr sz="1600" b="1" spc="-10" dirty="0">
                <a:solidFill>
                  <a:prstClr val="black"/>
                </a:solidFill>
                <a:latin typeface="Arial Black"/>
                <a:cs typeface="Arial Black"/>
              </a:rPr>
              <a:t>y</a:t>
            </a:r>
            <a:r>
              <a:rPr sz="1600" b="1" spc="120" dirty="0">
                <a:solidFill>
                  <a:prstClr val="black"/>
                </a:solidFill>
                <a:latin typeface="Times New Roman"/>
                <a:cs typeface="Times New Roman"/>
              </a:rPr>
              <a:t> </a:t>
            </a:r>
            <a:r>
              <a:rPr sz="1600" b="1" spc="-20" dirty="0">
                <a:solidFill>
                  <a:prstClr val="black"/>
                </a:solidFill>
                <a:latin typeface="Arial Black"/>
                <a:cs typeface="Arial Black"/>
              </a:rPr>
              <a:t>s</a:t>
            </a:r>
            <a:r>
              <a:rPr sz="1600" b="1" spc="-15" dirty="0">
                <a:solidFill>
                  <a:prstClr val="black"/>
                </a:solidFill>
                <a:latin typeface="Arial Black"/>
                <a:cs typeface="Arial Black"/>
              </a:rPr>
              <a:t>e</a:t>
            </a:r>
            <a:r>
              <a:rPr sz="1600" b="1" spc="-25" dirty="0">
                <a:solidFill>
                  <a:prstClr val="black"/>
                </a:solidFill>
                <a:latin typeface="Arial Black"/>
                <a:cs typeface="Arial Black"/>
              </a:rPr>
              <a:t>a</a:t>
            </a:r>
            <a:r>
              <a:rPr sz="1600" b="1" spc="-15" dirty="0">
                <a:solidFill>
                  <a:prstClr val="black"/>
                </a:solidFill>
                <a:latin typeface="Arial Black"/>
                <a:cs typeface="Arial Black"/>
              </a:rPr>
              <a:t>rch</a:t>
            </a:r>
            <a:r>
              <a:rPr sz="1600" b="1" dirty="0">
                <a:solidFill>
                  <a:prstClr val="black"/>
                </a:solidFill>
                <a:latin typeface="Arial Black"/>
                <a:cs typeface="Arial Black"/>
              </a:rPr>
              <a:t>.</a:t>
            </a:r>
            <a:endParaRPr sz="1600">
              <a:solidFill>
                <a:prstClr val="black"/>
              </a:solidFill>
              <a:latin typeface="Arial Black"/>
              <a:cs typeface="Arial Black"/>
            </a:endParaRPr>
          </a:p>
        </p:txBody>
      </p:sp>
      <p:sp>
        <p:nvSpPr>
          <p:cNvPr id="12" name="object 12"/>
          <p:cNvSpPr txBox="1"/>
          <p:nvPr/>
        </p:nvSpPr>
        <p:spPr>
          <a:xfrm>
            <a:off x="1449069" y="5124161"/>
            <a:ext cx="139065" cy="173990"/>
          </a:xfrm>
          <a:prstGeom prst="rect">
            <a:avLst/>
          </a:prstGeom>
        </p:spPr>
        <p:txBody>
          <a:bodyPr vert="horz" wrap="square" lIns="0" tIns="0" rIns="0" bIns="0" rtlCol="0">
            <a:spAutoFit/>
          </a:bodyPr>
          <a:lstStyle/>
          <a:p>
            <a:pPr marL="12700"/>
            <a:r>
              <a:rPr sz="1150" spc="30" dirty="0">
                <a:solidFill>
                  <a:srgbClr val="00007F"/>
                </a:solidFill>
                <a:latin typeface="OpenSymbol"/>
                <a:cs typeface="OpenSymbol"/>
              </a:rPr>
              <a:t></a:t>
            </a:r>
            <a:endParaRPr sz="1150">
              <a:solidFill>
                <a:prstClr val="black"/>
              </a:solidFill>
              <a:latin typeface="OpenSymbol"/>
              <a:cs typeface="OpenSymbol"/>
            </a:endParaRPr>
          </a:p>
        </p:txBody>
      </p:sp>
      <p:sp>
        <p:nvSpPr>
          <p:cNvPr id="13" name="object 13"/>
          <p:cNvSpPr txBox="1"/>
          <p:nvPr/>
        </p:nvSpPr>
        <p:spPr>
          <a:xfrm>
            <a:off x="1677670" y="5097981"/>
            <a:ext cx="4156710" cy="254000"/>
          </a:xfrm>
          <a:prstGeom prst="rect">
            <a:avLst/>
          </a:prstGeom>
        </p:spPr>
        <p:txBody>
          <a:bodyPr vert="horz" wrap="square" lIns="0" tIns="0" rIns="0" bIns="0" rtlCol="0">
            <a:spAutoFit/>
          </a:bodyPr>
          <a:lstStyle/>
          <a:p>
            <a:pPr marL="12700"/>
            <a:r>
              <a:rPr spc="-15" dirty="0">
                <a:solidFill>
                  <a:prstClr val="black"/>
                </a:solidFill>
                <a:latin typeface="Times New Roman"/>
                <a:cs typeface="Times New Roman"/>
              </a:rPr>
              <a:t>e</a:t>
            </a:r>
            <a:r>
              <a:rPr spc="5" dirty="0">
                <a:solidFill>
                  <a:prstClr val="black"/>
                </a:solidFill>
                <a:latin typeface="Times New Roman"/>
                <a:cs typeface="Times New Roman"/>
              </a:rPr>
              <a:t>.</a:t>
            </a:r>
            <a:r>
              <a:rPr dirty="0">
                <a:solidFill>
                  <a:prstClr val="black"/>
                </a:solidFill>
                <a:latin typeface="Times New Roman"/>
                <a:cs typeface="Times New Roman"/>
              </a:rPr>
              <a:t>g.</a:t>
            </a:r>
            <a:r>
              <a:rPr spc="5" dirty="0">
                <a:solidFill>
                  <a:prstClr val="black"/>
                </a:solidFill>
                <a:latin typeface="Times New Roman"/>
                <a:cs typeface="Times New Roman"/>
              </a:rPr>
              <a:t> </a:t>
            </a:r>
            <a:r>
              <a:rPr spc="-20" dirty="0">
                <a:solidFill>
                  <a:prstClr val="black"/>
                </a:solidFill>
                <a:latin typeface="Times New Roman"/>
                <a:cs typeface="Times New Roman"/>
              </a:rPr>
              <a:t>T</a:t>
            </a:r>
            <a:r>
              <a:rPr spc="-5" dirty="0">
                <a:solidFill>
                  <a:prstClr val="black"/>
                </a:solidFill>
                <a:latin typeface="Times New Roman"/>
                <a:cs typeface="Times New Roman"/>
              </a:rPr>
              <a:t>a</a:t>
            </a:r>
            <a:r>
              <a:rPr spc="-15" dirty="0">
                <a:solidFill>
                  <a:prstClr val="black"/>
                </a:solidFill>
                <a:latin typeface="Times New Roman"/>
                <a:cs typeface="Times New Roman"/>
              </a:rPr>
              <a:t>s</a:t>
            </a:r>
            <a:r>
              <a:rPr spc="-20" dirty="0">
                <a:solidFill>
                  <a:prstClr val="black"/>
                </a:solidFill>
                <a:latin typeface="Times New Roman"/>
                <a:cs typeface="Times New Roman"/>
              </a:rPr>
              <a:t>m</a:t>
            </a:r>
            <a:r>
              <a:rPr spc="-15" dirty="0">
                <a:solidFill>
                  <a:prstClr val="black"/>
                </a:solidFill>
                <a:latin typeface="Times New Roman"/>
                <a:cs typeface="Times New Roman"/>
              </a:rPr>
              <a:t>a</a:t>
            </a:r>
            <a:r>
              <a:rPr spc="-10" dirty="0">
                <a:solidFill>
                  <a:prstClr val="black"/>
                </a:solidFill>
                <a:latin typeface="Times New Roman"/>
                <a:cs typeface="Times New Roman"/>
              </a:rPr>
              <a:t>nia</a:t>
            </a:r>
            <a:r>
              <a:rPr spc="15" dirty="0">
                <a:solidFill>
                  <a:prstClr val="black"/>
                </a:solidFill>
                <a:latin typeface="Times New Roman"/>
                <a:cs typeface="Times New Roman"/>
              </a:rPr>
              <a:t> </a:t>
            </a:r>
            <a:r>
              <a:rPr spc="-10" dirty="0">
                <a:solidFill>
                  <a:prstClr val="black"/>
                </a:solidFill>
                <a:latin typeface="Times New Roman"/>
                <a:cs typeface="Times New Roman"/>
              </a:rPr>
              <a:t>i</a:t>
            </a:r>
            <a:r>
              <a:rPr dirty="0">
                <a:solidFill>
                  <a:prstClr val="black"/>
                </a:solidFill>
                <a:latin typeface="Times New Roman"/>
                <a:cs typeface="Times New Roman"/>
              </a:rPr>
              <a:t>s</a:t>
            </a:r>
            <a:r>
              <a:rPr spc="-5" dirty="0">
                <a:solidFill>
                  <a:prstClr val="black"/>
                </a:solidFill>
                <a:latin typeface="Times New Roman"/>
                <a:cs typeface="Times New Roman"/>
              </a:rPr>
              <a:t> a</a:t>
            </a:r>
            <a:r>
              <a:rPr dirty="0">
                <a:solidFill>
                  <a:prstClr val="black"/>
                </a:solidFill>
                <a:latin typeface="Times New Roman"/>
                <a:cs typeface="Times New Roman"/>
              </a:rPr>
              <a:t>n</a:t>
            </a:r>
            <a:r>
              <a:rPr spc="-5" dirty="0">
                <a:solidFill>
                  <a:prstClr val="black"/>
                </a:solidFill>
                <a:latin typeface="Times New Roman"/>
                <a:cs typeface="Times New Roman"/>
              </a:rPr>
              <a:t> </a:t>
            </a:r>
            <a:r>
              <a:rPr dirty="0">
                <a:solidFill>
                  <a:prstClr val="black"/>
                </a:solidFill>
                <a:latin typeface="Times New Roman"/>
                <a:cs typeface="Times New Roman"/>
              </a:rPr>
              <a:t>i</a:t>
            </a:r>
            <a:r>
              <a:rPr spc="-15" dirty="0">
                <a:solidFill>
                  <a:prstClr val="black"/>
                </a:solidFill>
                <a:latin typeface="Times New Roman"/>
                <a:cs typeface="Times New Roman"/>
              </a:rPr>
              <a:t>n</a:t>
            </a:r>
            <a:r>
              <a:rPr spc="5" dirty="0">
                <a:solidFill>
                  <a:prstClr val="black"/>
                </a:solidFill>
                <a:latin typeface="Times New Roman"/>
                <a:cs typeface="Times New Roman"/>
              </a:rPr>
              <a:t>d</a:t>
            </a:r>
            <a:r>
              <a:rPr spc="-15" dirty="0">
                <a:solidFill>
                  <a:prstClr val="black"/>
                </a:solidFill>
                <a:latin typeface="Times New Roman"/>
                <a:cs typeface="Times New Roman"/>
              </a:rPr>
              <a:t>e</a:t>
            </a:r>
            <a:r>
              <a:rPr spc="-10" dirty="0">
                <a:solidFill>
                  <a:prstClr val="black"/>
                </a:solidFill>
                <a:latin typeface="Times New Roman"/>
                <a:cs typeface="Times New Roman"/>
              </a:rPr>
              <a:t>p</a:t>
            </a:r>
            <a:r>
              <a:rPr spc="-15" dirty="0">
                <a:solidFill>
                  <a:prstClr val="black"/>
                </a:solidFill>
                <a:latin typeface="Times New Roman"/>
                <a:cs typeface="Times New Roman"/>
              </a:rPr>
              <a:t>e</a:t>
            </a:r>
            <a:r>
              <a:rPr spc="-10" dirty="0">
                <a:solidFill>
                  <a:prstClr val="black"/>
                </a:solidFill>
                <a:latin typeface="Times New Roman"/>
                <a:cs typeface="Times New Roman"/>
              </a:rPr>
              <a:t>nd</a:t>
            </a:r>
            <a:r>
              <a:rPr spc="-5" dirty="0">
                <a:solidFill>
                  <a:prstClr val="black"/>
                </a:solidFill>
                <a:latin typeface="Times New Roman"/>
                <a:cs typeface="Times New Roman"/>
              </a:rPr>
              <a:t>e</a:t>
            </a:r>
            <a:r>
              <a:rPr spc="-10" dirty="0">
                <a:solidFill>
                  <a:prstClr val="black"/>
                </a:solidFill>
                <a:latin typeface="Times New Roman"/>
                <a:cs typeface="Times New Roman"/>
              </a:rPr>
              <a:t>nt</a:t>
            </a:r>
            <a:r>
              <a:rPr spc="5" dirty="0">
                <a:solidFill>
                  <a:prstClr val="black"/>
                </a:solidFill>
                <a:latin typeface="Times New Roman"/>
                <a:cs typeface="Times New Roman"/>
              </a:rPr>
              <a:t> </a:t>
            </a:r>
            <a:r>
              <a:rPr spc="-15" dirty="0">
                <a:solidFill>
                  <a:prstClr val="black"/>
                </a:solidFill>
                <a:latin typeface="Times New Roman"/>
                <a:cs typeface="Times New Roman"/>
              </a:rPr>
              <a:t>s</a:t>
            </a:r>
            <a:r>
              <a:rPr spc="-10" dirty="0">
                <a:solidFill>
                  <a:prstClr val="black"/>
                </a:solidFill>
                <a:latin typeface="Times New Roman"/>
                <a:cs typeface="Times New Roman"/>
              </a:rPr>
              <a:t>ubprob</a:t>
            </a:r>
            <a:r>
              <a:rPr dirty="0">
                <a:solidFill>
                  <a:prstClr val="black"/>
                </a:solidFill>
                <a:latin typeface="Times New Roman"/>
                <a:cs typeface="Times New Roman"/>
              </a:rPr>
              <a:t>l</a:t>
            </a:r>
            <a:r>
              <a:rPr spc="-15" dirty="0">
                <a:solidFill>
                  <a:prstClr val="black"/>
                </a:solidFill>
                <a:latin typeface="Times New Roman"/>
                <a:cs typeface="Times New Roman"/>
              </a:rPr>
              <a:t>e</a:t>
            </a:r>
            <a:r>
              <a:rPr spc="-30" dirty="0">
                <a:solidFill>
                  <a:prstClr val="black"/>
                </a:solidFill>
                <a:latin typeface="Times New Roman"/>
                <a:cs typeface="Times New Roman"/>
              </a:rPr>
              <a:t>m</a:t>
            </a:r>
            <a:r>
              <a:rPr dirty="0">
                <a:solidFill>
                  <a:prstClr val="black"/>
                </a:solidFill>
                <a:latin typeface="Times New Roman"/>
                <a:cs typeface="Times New Roman"/>
              </a:rPr>
              <a:t>.</a:t>
            </a:r>
            <a:endParaRPr>
              <a:solidFill>
                <a:prstClr val="black"/>
              </a:solidFill>
              <a:latin typeface="Times New Roman"/>
              <a:cs typeface="Times New Roman"/>
            </a:endParaRPr>
          </a:p>
        </p:txBody>
      </p:sp>
    </p:spTree>
    <p:extLst>
      <p:ext uri="{BB962C8B-B14F-4D97-AF65-F5344CB8AC3E}">
        <p14:creationId xmlns:p14="http://schemas.microsoft.com/office/powerpoint/2010/main" val="22015944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76672"/>
            <a:ext cx="8072119" cy="1384994"/>
          </a:xfrm>
          <a:prstGeom prst="rect">
            <a:avLst/>
          </a:prstGeom>
        </p:spPr>
        <p:txBody>
          <a:bodyPr vert="horz" wrap="square" lIns="0" tIns="274319" rIns="0" bIns="0" rtlCol="0">
            <a:spAutoFit/>
          </a:bodyPr>
          <a:lstStyle/>
          <a:p>
            <a:pPr marL="12700">
              <a:lnSpc>
                <a:spcPct val="100000"/>
              </a:lnSpc>
            </a:pPr>
            <a:r>
              <a:rPr sz="3600" spc="-45" dirty="0">
                <a:latin typeface="Arial Black"/>
                <a:cs typeface="Arial Black"/>
              </a:rPr>
              <a:t>B</a:t>
            </a:r>
            <a:r>
              <a:rPr sz="3600" spc="-25" dirty="0">
                <a:latin typeface="Arial Black"/>
                <a:cs typeface="Arial Black"/>
              </a:rPr>
              <a:t>a</a:t>
            </a:r>
            <a:r>
              <a:rPr sz="3600" spc="-30" dirty="0">
                <a:latin typeface="Arial Black"/>
                <a:cs typeface="Arial Black"/>
              </a:rPr>
              <a:t>c</a:t>
            </a:r>
            <a:r>
              <a:rPr sz="3600" spc="-40" dirty="0">
                <a:latin typeface="Arial Black"/>
                <a:cs typeface="Arial Black"/>
              </a:rPr>
              <a:t>k</a:t>
            </a:r>
            <a:r>
              <a:rPr sz="3600" spc="-30" dirty="0">
                <a:latin typeface="Arial Black"/>
                <a:cs typeface="Arial Black"/>
              </a:rPr>
              <a:t>track</a:t>
            </a:r>
            <a:r>
              <a:rPr sz="3600" dirty="0">
                <a:latin typeface="Arial Black"/>
                <a:cs typeface="Arial Black"/>
              </a:rPr>
              <a:t>i</a:t>
            </a:r>
            <a:r>
              <a:rPr sz="3600" spc="-5" dirty="0">
                <a:latin typeface="Arial Black"/>
                <a:cs typeface="Arial Black"/>
              </a:rPr>
              <a:t>n</a:t>
            </a:r>
            <a:r>
              <a:rPr sz="3600" spc="-25" dirty="0">
                <a:latin typeface="Arial Black"/>
                <a:cs typeface="Arial Black"/>
              </a:rPr>
              <a:t>g</a:t>
            </a:r>
            <a:r>
              <a:rPr sz="3600" spc="295" dirty="0">
                <a:latin typeface="Times New Roman"/>
                <a:cs typeface="Times New Roman"/>
              </a:rPr>
              <a:t> </a:t>
            </a:r>
            <a:r>
              <a:rPr lang="en-IN" sz="3600" spc="-40" dirty="0">
                <a:cs typeface="Times New Roman"/>
              </a:rPr>
              <a:t>S</a:t>
            </a:r>
            <a:r>
              <a:rPr sz="3600" spc="-30" dirty="0" err="1" smtClean="0">
                <a:latin typeface="Arial Black"/>
                <a:cs typeface="Arial Black"/>
              </a:rPr>
              <a:t>earc</a:t>
            </a:r>
            <a:r>
              <a:rPr sz="3600" spc="-25" dirty="0" err="1" smtClean="0">
                <a:latin typeface="Arial Black"/>
                <a:cs typeface="Arial Black"/>
              </a:rPr>
              <a:t>h</a:t>
            </a:r>
            <a:r>
              <a:rPr lang="en-IN" sz="3600" spc="-25" dirty="0" smtClean="0">
                <a:latin typeface="Arial Black"/>
                <a:cs typeface="Arial Black"/>
              </a:rPr>
              <a:t/>
            </a:r>
            <a:br>
              <a:rPr lang="en-IN" sz="3600" spc="-25" dirty="0" smtClean="0">
                <a:latin typeface="Arial Black"/>
                <a:cs typeface="Arial Black"/>
              </a:rPr>
            </a:br>
            <a:r>
              <a:rPr lang="en-IN" sz="3600" spc="-25" dirty="0"/>
              <a:t> </a:t>
            </a:r>
            <a:r>
              <a:rPr lang="en-IN" sz="3600" spc="-25" dirty="0" smtClean="0"/>
              <a:t>                        </a:t>
            </a:r>
            <a:r>
              <a:rPr lang="en-IN" spc="-25" dirty="0" smtClean="0">
                <a:latin typeface="Arial Narrow" pitchFamily="34" charset="0"/>
              </a:rPr>
              <a:t>aka Brute-Force Search</a:t>
            </a:r>
            <a:endParaRPr dirty="0">
              <a:latin typeface="Arial Narrow" pitchFamily="34" charset="0"/>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fld id="{81D60167-4931-47E6-BA6A-407CBD079E47}" type="slidenum">
              <a:rPr spc="-10" dirty="0">
                <a:latin typeface="Arial Black"/>
                <a:cs typeface="Arial Black"/>
              </a:rPr>
              <a:pPr marL="25400">
                <a:lnSpc>
                  <a:spcPct val="100000"/>
                </a:lnSpc>
              </a:pPr>
              <a:t>12</a:t>
            </a:fld>
            <a:endParaRPr spc="-10" dirty="0">
              <a:latin typeface="Arial Black"/>
              <a:cs typeface="Arial Black"/>
            </a:endParaRPr>
          </a:p>
        </p:txBody>
      </p:sp>
      <p:sp>
        <p:nvSpPr>
          <p:cNvPr id="3" name="object 3"/>
          <p:cNvSpPr txBox="1"/>
          <p:nvPr/>
        </p:nvSpPr>
        <p:spPr>
          <a:xfrm>
            <a:off x="535940" y="2088639"/>
            <a:ext cx="7484109" cy="2859757"/>
          </a:xfrm>
          <a:prstGeom prst="rect">
            <a:avLst/>
          </a:prstGeom>
        </p:spPr>
        <p:txBody>
          <a:bodyPr vert="horz" wrap="square" lIns="0" tIns="0" rIns="0" bIns="0" rtlCol="0">
            <a:spAutoFit/>
          </a:bodyPr>
          <a:lstStyle/>
          <a:p>
            <a:pPr marL="355600" indent="-342900">
              <a:lnSpc>
                <a:spcPct val="100000"/>
              </a:lnSpc>
              <a:buClr>
                <a:srgbClr val="00007F"/>
              </a:buClr>
              <a:buSzPct val="75000"/>
              <a:buFont typeface="OpenSymbol"/>
              <a:buChar char="■"/>
              <a:tabLst>
                <a:tab pos="355600" algn="l"/>
              </a:tabLst>
            </a:pPr>
            <a:r>
              <a:rPr lang="en-IN" sz="3000" spc="-25" dirty="0" smtClean="0">
                <a:latin typeface="Times New Roman"/>
                <a:cs typeface="Times New Roman"/>
              </a:rPr>
              <a:t>It is similar to </a:t>
            </a:r>
            <a:r>
              <a:rPr sz="3000" spc="10" dirty="0" smtClean="0">
                <a:latin typeface="Times New Roman"/>
                <a:cs typeface="Times New Roman"/>
              </a:rPr>
              <a:t>D</a:t>
            </a:r>
            <a:r>
              <a:rPr sz="3000" spc="-20" dirty="0" smtClean="0">
                <a:latin typeface="Times New Roman"/>
                <a:cs typeface="Times New Roman"/>
              </a:rPr>
              <a:t>e</a:t>
            </a:r>
            <a:r>
              <a:rPr sz="3000" spc="-15" dirty="0" smtClean="0">
                <a:latin typeface="Times New Roman"/>
                <a:cs typeface="Times New Roman"/>
              </a:rPr>
              <a:t>pt</a:t>
            </a:r>
            <a:r>
              <a:rPr sz="3000" dirty="0" smtClean="0">
                <a:latin typeface="Times New Roman"/>
                <a:cs typeface="Times New Roman"/>
              </a:rPr>
              <a:t>h</a:t>
            </a:r>
            <a:r>
              <a:rPr sz="3000" spc="-10" dirty="0" smtClean="0">
                <a:latin typeface="Times New Roman"/>
                <a:cs typeface="Times New Roman"/>
              </a:rPr>
              <a:t>-f</a:t>
            </a:r>
            <a:r>
              <a:rPr sz="3000" spc="-25" dirty="0" smtClean="0">
                <a:latin typeface="Times New Roman"/>
                <a:cs typeface="Times New Roman"/>
              </a:rPr>
              <a:t>i</a:t>
            </a:r>
            <a:r>
              <a:rPr sz="3000" dirty="0" smtClean="0">
                <a:latin typeface="Times New Roman"/>
                <a:cs typeface="Times New Roman"/>
              </a:rPr>
              <a:t>r</a:t>
            </a:r>
            <a:r>
              <a:rPr sz="3000" spc="-10" dirty="0" smtClean="0">
                <a:latin typeface="Times New Roman"/>
                <a:cs typeface="Times New Roman"/>
              </a:rPr>
              <a:t>st</a:t>
            </a:r>
            <a:r>
              <a:rPr sz="3000" dirty="0" smtClean="0">
                <a:latin typeface="Times New Roman"/>
                <a:cs typeface="Times New Roman"/>
              </a:rPr>
              <a:t> </a:t>
            </a:r>
            <a:r>
              <a:rPr sz="3000" spc="-10" dirty="0">
                <a:latin typeface="Times New Roman"/>
                <a:cs typeface="Times New Roman"/>
              </a:rPr>
              <a:t>s</a:t>
            </a:r>
            <a:r>
              <a:rPr sz="3000" spc="-20" dirty="0">
                <a:latin typeface="Times New Roman"/>
                <a:cs typeface="Times New Roman"/>
              </a:rPr>
              <a:t>e</a:t>
            </a:r>
            <a:r>
              <a:rPr sz="3000" spc="-10" dirty="0">
                <a:latin typeface="Times New Roman"/>
                <a:cs typeface="Times New Roman"/>
              </a:rPr>
              <a:t>arc</a:t>
            </a:r>
            <a:r>
              <a:rPr sz="3000" dirty="0">
                <a:latin typeface="Times New Roman"/>
                <a:cs typeface="Times New Roman"/>
              </a:rPr>
              <a:t>h</a:t>
            </a:r>
          </a:p>
          <a:p>
            <a:pPr marL="355600" marR="5080" indent="-342900">
              <a:lnSpc>
                <a:spcPct val="100000"/>
              </a:lnSpc>
              <a:spcBef>
                <a:spcPts val="740"/>
              </a:spcBef>
              <a:buClr>
                <a:srgbClr val="00007F"/>
              </a:buClr>
              <a:buSzPct val="75000"/>
              <a:buFont typeface="OpenSymbol"/>
              <a:buChar char="■"/>
              <a:tabLst>
                <a:tab pos="355600" algn="l"/>
              </a:tabLst>
            </a:pPr>
            <a:r>
              <a:rPr sz="3000" spc="-25" dirty="0">
                <a:latin typeface="Times New Roman"/>
                <a:cs typeface="Times New Roman"/>
              </a:rPr>
              <a:t>C</a:t>
            </a:r>
            <a:r>
              <a:rPr sz="3000" dirty="0">
                <a:latin typeface="Times New Roman"/>
                <a:cs typeface="Times New Roman"/>
              </a:rPr>
              <a:t>hoos</a:t>
            </a:r>
            <a:r>
              <a:rPr sz="3000" spc="-5" dirty="0">
                <a:latin typeface="Times New Roman"/>
                <a:cs typeface="Times New Roman"/>
              </a:rPr>
              <a:t>e</a:t>
            </a:r>
            <a:r>
              <a:rPr sz="3000" dirty="0">
                <a:latin typeface="Times New Roman"/>
                <a:cs typeface="Times New Roman"/>
              </a:rPr>
              <a:t>s</a:t>
            </a:r>
            <a:r>
              <a:rPr sz="3000" spc="-5" dirty="0">
                <a:latin typeface="Times New Roman"/>
                <a:cs typeface="Times New Roman"/>
              </a:rPr>
              <a:t> </a:t>
            </a:r>
            <a:r>
              <a:rPr sz="3000" spc="-15" dirty="0">
                <a:latin typeface="Times New Roman"/>
                <a:cs typeface="Times New Roman"/>
              </a:rPr>
              <a:t>v</a:t>
            </a:r>
            <a:r>
              <a:rPr sz="3000" spc="-20" dirty="0">
                <a:latin typeface="Times New Roman"/>
                <a:cs typeface="Times New Roman"/>
              </a:rPr>
              <a:t>a</a:t>
            </a:r>
            <a:r>
              <a:rPr sz="3000" spc="-15" dirty="0">
                <a:latin typeface="Times New Roman"/>
                <a:cs typeface="Times New Roman"/>
              </a:rPr>
              <a:t>lu</a:t>
            </a:r>
            <a:r>
              <a:rPr sz="3000" spc="-20" dirty="0">
                <a:latin typeface="Times New Roman"/>
                <a:cs typeface="Times New Roman"/>
              </a:rPr>
              <a:t>e</a:t>
            </a:r>
            <a:r>
              <a:rPr sz="3000" dirty="0">
                <a:latin typeface="Times New Roman"/>
                <a:cs typeface="Times New Roman"/>
              </a:rPr>
              <a:t>s</a:t>
            </a:r>
            <a:r>
              <a:rPr sz="3000" spc="-5" dirty="0">
                <a:latin typeface="Times New Roman"/>
                <a:cs typeface="Times New Roman"/>
              </a:rPr>
              <a:t> </a:t>
            </a:r>
            <a:r>
              <a:rPr sz="3000" spc="-20" dirty="0">
                <a:latin typeface="Times New Roman"/>
                <a:cs typeface="Times New Roman"/>
              </a:rPr>
              <a:t>f</a:t>
            </a:r>
            <a:r>
              <a:rPr sz="3000" dirty="0">
                <a:latin typeface="Times New Roman"/>
                <a:cs typeface="Times New Roman"/>
              </a:rPr>
              <a:t>or</a:t>
            </a:r>
            <a:r>
              <a:rPr sz="3000" spc="5" dirty="0">
                <a:latin typeface="Times New Roman"/>
                <a:cs typeface="Times New Roman"/>
              </a:rPr>
              <a:t> </a:t>
            </a:r>
            <a:r>
              <a:rPr sz="3000" b="1" spc="-15" dirty="0">
                <a:latin typeface="Times New Roman"/>
                <a:cs typeface="Times New Roman"/>
              </a:rPr>
              <a:t>one</a:t>
            </a:r>
            <a:r>
              <a:rPr sz="3000" b="1" spc="-5" dirty="0">
                <a:latin typeface="Times New Roman"/>
                <a:cs typeface="Times New Roman"/>
              </a:rPr>
              <a:t> </a:t>
            </a:r>
            <a:r>
              <a:rPr sz="3000" b="1" spc="-15" dirty="0">
                <a:latin typeface="Times New Roman"/>
                <a:cs typeface="Times New Roman"/>
              </a:rPr>
              <a:t>v</a:t>
            </a:r>
            <a:r>
              <a:rPr sz="3000" b="1" spc="-10" dirty="0">
                <a:latin typeface="Times New Roman"/>
                <a:cs typeface="Times New Roman"/>
              </a:rPr>
              <a:t>ar</a:t>
            </a:r>
            <a:r>
              <a:rPr sz="3000" b="1" spc="-15" dirty="0">
                <a:latin typeface="Times New Roman"/>
                <a:cs typeface="Times New Roman"/>
              </a:rPr>
              <a:t>i</a:t>
            </a:r>
            <a:r>
              <a:rPr sz="3000" b="1" spc="-20" dirty="0">
                <a:latin typeface="Times New Roman"/>
                <a:cs typeface="Times New Roman"/>
              </a:rPr>
              <a:t>a</a:t>
            </a:r>
            <a:r>
              <a:rPr sz="3000" b="1" spc="-15" dirty="0">
                <a:latin typeface="Times New Roman"/>
                <a:cs typeface="Times New Roman"/>
              </a:rPr>
              <a:t>ble</a:t>
            </a:r>
            <a:r>
              <a:rPr sz="3000" b="1" dirty="0">
                <a:latin typeface="Times New Roman"/>
                <a:cs typeface="Times New Roman"/>
              </a:rPr>
              <a:t> </a:t>
            </a:r>
            <a:r>
              <a:rPr sz="3000" spc="-20" dirty="0">
                <a:latin typeface="Times New Roman"/>
                <a:cs typeface="Times New Roman"/>
              </a:rPr>
              <a:t>a</a:t>
            </a:r>
            <a:r>
              <a:rPr sz="3000" spc="-10" dirty="0">
                <a:latin typeface="Times New Roman"/>
                <a:cs typeface="Times New Roman"/>
              </a:rPr>
              <a:t>t</a:t>
            </a:r>
            <a:r>
              <a:rPr sz="3000" spc="-5" dirty="0">
                <a:latin typeface="Times New Roman"/>
                <a:cs typeface="Times New Roman"/>
              </a:rPr>
              <a:t> </a:t>
            </a:r>
            <a:r>
              <a:rPr sz="3000" spc="-15" dirty="0">
                <a:latin typeface="Times New Roman"/>
                <a:cs typeface="Times New Roman"/>
              </a:rPr>
              <a:t>a</a:t>
            </a:r>
            <a:r>
              <a:rPr sz="3000" spc="5" dirty="0">
                <a:latin typeface="Times New Roman"/>
                <a:cs typeface="Times New Roman"/>
              </a:rPr>
              <a:t> </a:t>
            </a:r>
            <a:r>
              <a:rPr sz="3000" b="1" spc="-15" dirty="0">
                <a:latin typeface="Times New Roman"/>
                <a:cs typeface="Times New Roman"/>
              </a:rPr>
              <a:t>ti</a:t>
            </a:r>
            <a:r>
              <a:rPr sz="3000" b="1" spc="-20" dirty="0">
                <a:latin typeface="Times New Roman"/>
                <a:cs typeface="Times New Roman"/>
              </a:rPr>
              <a:t>me</a:t>
            </a:r>
            <a:r>
              <a:rPr sz="3000" dirty="0">
                <a:latin typeface="Times New Roman"/>
                <a:cs typeface="Times New Roman"/>
              </a:rPr>
              <a:t> </a:t>
            </a:r>
            <a:r>
              <a:rPr sz="3000" spc="-20" dirty="0">
                <a:latin typeface="Times New Roman"/>
                <a:cs typeface="Times New Roman"/>
              </a:rPr>
              <a:t>a</a:t>
            </a:r>
            <a:r>
              <a:rPr sz="3000" dirty="0">
                <a:latin typeface="Times New Roman"/>
                <a:cs typeface="Times New Roman"/>
              </a:rPr>
              <a:t>nd </a:t>
            </a:r>
            <a:r>
              <a:rPr sz="3000" spc="-15" dirty="0">
                <a:latin typeface="Times New Roman"/>
                <a:cs typeface="Times New Roman"/>
              </a:rPr>
              <a:t>b</a:t>
            </a:r>
            <a:r>
              <a:rPr sz="3000" spc="-20" dirty="0">
                <a:latin typeface="Times New Roman"/>
                <a:cs typeface="Times New Roman"/>
              </a:rPr>
              <a:t>ac</a:t>
            </a:r>
            <a:r>
              <a:rPr sz="3000" spc="-15" dirty="0">
                <a:latin typeface="Times New Roman"/>
                <a:cs typeface="Times New Roman"/>
              </a:rPr>
              <a:t>kt</a:t>
            </a:r>
            <a:r>
              <a:rPr sz="3000" spc="-10" dirty="0">
                <a:latin typeface="Times New Roman"/>
                <a:cs typeface="Times New Roman"/>
              </a:rPr>
              <a:t>r</a:t>
            </a:r>
            <a:r>
              <a:rPr sz="3000" spc="-20" dirty="0">
                <a:latin typeface="Times New Roman"/>
                <a:cs typeface="Times New Roman"/>
              </a:rPr>
              <a:t>ac</a:t>
            </a:r>
            <a:r>
              <a:rPr sz="3000" dirty="0">
                <a:latin typeface="Times New Roman"/>
                <a:cs typeface="Times New Roman"/>
              </a:rPr>
              <a:t>ks</a:t>
            </a:r>
            <a:r>
              <a:rPr sz="3000" spc="-5" dirty="0">
                <a:latin typeface="Times New Roman"/>
                <a:cs typeface="Times New Roman"/>
              </a:rPr>
              <a:t> whe</a:t>
            </a:r>
            <a:r>
              <a:rPr sz="3000" dirty="0">
                <a:latin typeface="Times New Roman"/>
                <a:cs typeface="Times New Roman"/>
              </a:rPr>
              <a:t>n</a:t>
            </a:r>
            <a:r>
              <a:rPr sz="3000" spc="5" dirty="0">
                <a:latin typeface="Times New Roman"/>
                <a:cs typeface="Times New Roman"/>
              </a:rPr>
              <a:t> </a:t>
            </a:r>
            <a:r>
              <a:rPr sz="3000" spc="-15" dirty="0">
                <a:latin typeface="Times New Roman"/>
                <a:cs typeface="Times New Roman"/>
              </a:rPr>
              <a:t>a</a:t>
            </a:r>
            <a:r>
              <a:rPr sz="3000" dirty="0">
                <a:latin typeface="Times New Roman"/>
                <a:cs typeface="Times New Roman"/>
              </a:rPr>
              <a:t> </a:t>
            </a:r>
            <a:r>
              <a:rPr sz="3000" b="1" spc="-15" dirty="0">
                <a:latin typeface="Times New Roman"/>
                <a:cs typeface="Times New Roman"/>
              </a:rPr>
              <a:t>v</a:t>
            </a:r>
            <a:r>
              <a:rPr sz="3000" b="1" spc="-20" dirty="0">
                <a:latin typeface="Times New Roman"/>
                <a:cs typeface="Times New Roman"/>
              </a:rPr>
              <a:t>a</a:t>
            </a:r>
            <a:r>
              <a:rPr sz="3000" b="1" spc="-10" dirty="0">
                <a:latin typeface="Times New Roman"/>
                <a:cs typeface="Times New Roman"/>
              </a:rPr>
              <a:t>r</a:t>
            </a:r>
            <a:r>
              <a:rPr sz="3000" b="1" spc="-25" dirty="0">
                <a:latin typeface="Times New Roman"/>
                <a:cs typeface="Times New Roman"/>
              </a:rPr>
              <a:t>i</a:t>
            </a:r>
            <a:r>
              <a:rPr sz="3000" b="1" spc="-10" dirty="0">
                <a:latin typeface="Times New Roman"/>
                <a:cs typeface="Times New Roman"/>
              </a:rPr>
              <a:t>a</a:t>
            </a:r>
            <a:r>
              <a:rPr sz="3000" b="1" spc="-15" dirty="0">
                <a:latin typeface="Times New Roman"/>
                <a:cs typeface="Times New Roman"/>
              </a:rPr>
              <a:t>b</a:t>
            </a:r>
            <a:r>
              <a:rPr sz="3000" b="1" spc="-25" dirty="0">
                <a:latin typeface="Times New Roman"/>
                <a:cs typeface="Times New Roman"/>
              </a:rPr>
              <a:t>l</a:t>
            </a:r>
            <a:r>
              <a:rPr sz="3000" b="1" spc="-15" dirty="0">
                <a:latin typeface="Times New Roman"/>
                <a:cs typeface="Times New Roman"/>
              </a:rPr>
              <a:t>e</a:t>
            </a:r>
            <a:r>
              <a:rPr sz="3000" spc="5" dirty="0">
                <a:latin typeface="Times New Roman"/>
                <a:cs typeface="Times New Roman"/>
              </a:rPr>
              <a:t> </a:t>
            </a:r>
            <a:r>
              <a:rPr sz="3000" spc="-15" dirty="0">
                <a:latin typeface="Times New Roman"/>
                <a:cs typeface="Times New Roman"/>
              </a:rPr>
              <a:t>h</a:t>
            </a:r>
            <a:r>
              <a:rPr sz="3000" spc="-20" dirty="0">
                <a:latin typeface="Times New Roman"/>
                <a:cs typeface="Times New Roman"/>
              </a:rPr>
              <a:t>a</a:t>
            </a:r>
            <a:r>
              <a:rPr sz="3000" dirty="0">
                <a:latin typeface="Times New Roman"/>
                <a:cs typeface="Times New Roman"/>
              </a:rPr>
              <a:t>s</a:t>
            </a:r>
            <a:r>
              <a:rPr sz="3000" spc="-5" dirty="0">
                <a:latin typeface="Times New Roman"/>
                <a:cs typeface="Times New Roman"/>
              </a:rPr>
              <a:t> </a:t>
            </a:r>
            <a:r>
              <a:rPr sz="3000" spc="5" dirty="0">
                <a:latin typeface="Times New Roman"/>
                <a:cs typeface="Times New Roman"/>
              </a:rPr>
              <a:t>n</a:t>
            </a:r>
            <a:r>
              <a:rPr sz="3000" dirty="0">
                <a:latin typeface="Times New Roman"/>
                <a:cs typeface="Times New Roman"/>
              </a:rPr>
              <a:t>o </a:t>
            </a:r>
            <a:r>
              <a:rPr sz="3000" spc="-15" dirty="0">
                <a:latin typeface="Times New Roman"/>
                <a:cs typeface="Times New Roman"/>
              </a:rPr>
              <a:t>l</a:t>
            </a:r>
            <a:r>
              <a:rPr sz="3000" spc="-20" dirty="0">
                <a:latin typeface="Times New Roman"/>
                <a:cs typeface="Times New Roman"/>
              </a:rPr>
              <a:t>e</a:t>
            </a:r>
            <a:r>
              <a:rPr sz="3000" spc="-15" dirty="0">
                <a:latin typeface="Times New Roman"/>
                <a:cs typeface="Times New Roman"/>
              </a:rPr>
              <a:t>g</a:t>
            </a:r>
            <a:r>
              <a:rPr sz="3000" spc="-20" dirty="0">
                <a:latin typeface="Times New Roman"/>
                <a:cs typeface="Times New Roman"/>
              </a:rPr>
              <a:t>a</a:t>
            </a:r>
            <a:r>
              <a:rPr sz="3000" spc="-10" dirty="0">
                <a:latin typeface="Times New Roman"/>
                <a:cs typeface="Times New Roman"/>
              </a:rPr>
              <a:t>l</a:t>
            </a:r>
            <a:r>
              <a:rPr sz="3000" dirty="0">
                <a:latin typeface="Times New Roman"/>
                <a:cs typeface="Times New Roman"/>
              </a:rPr>
              <a:t> </a:t>
            </a:r>
            <a:r>
              <a:rPr sz="3000" spc="-15" dirty="0">
                <a:latin typeface="Times New Roman"/>
                <a:cs typeface="Times New Roman"/>
              </a:rPr>
              <a:t>v</a:t>
            </a:r>
            <a:r>
              <a:rPr sz="3000" spc="-20" dirty="0">
                <a:latin typeface="Times New Roman"/>
                <a:cs typeface="Times New Roman"/>
              </a:rPr>
              <a:t>a</a:t>
            </a:r>
            <a:r>
              <a:rPr sz="3000" spc="-15" dirty="0">
                <a:latin typeface="Times New Roman"/>
                <a:cs typeface="Times New Roman"/>
              </a:rPr>
              <a:t>lu</a:t>
            </a:r>
            <a:r>
              <a:rPr sz="3000" spc="-20" dirty="0">
                <a:latin typeface="Times New Roman"/>
                <a:cs typeface="Times New Roman"/>
              </a:rPr>
              <a:t>e</a:t>
            </a:r>
            <a:r>
              <a:rPr sz="3000" dirty="0">
                <a:latin typeface="Times New Roman"/>
                <a:cs typeface="Times New Roman"/>
              </a:rPr>
              <a:t>s </a:t>
            </a:r>
            <a:r>
              <a:rPr sz="3000" spc="-15" dirty="0">
                <a:latin typeface="Times New Roman"/>
                <a:cs typeface="Times New Roman"/>
              </a:rPr>
              <a:t>l</a:t>
            </a:r>
            <a:r>
              <a:rPr sz="3000" spc="-20" dirty="0">
                <a:latin typeface="Times New Roman"/>
                <a:cs typeface="Times New Roman"/>
              </a:rPr>
              <a:t>ef</a:t>
            </a:r>
            <a:r>
              <a:rPr sz="3000" spc="-10" dirty="0">
                <a:latin typeface="Times New Roman"/>
                <a:cs typeface="Times New Roman"/>
              </a:rPr>
              <a:t>t</a:t>
            </a:r>
            <a:r>
              <a:rPr sz="3000" dirty="0">
                <a:latin typeface="Times New Roman"/>
                <a:cs typeface="Times New Roman"/>
              </a:rPr>
              <a:t> </a:t>
            </a:r>
            <a:r>
              <a:rPr sz="3000" spc="-25" dirty="0">
                <a:latin typeface="Times New Roman"/>
                <a:cs typeface="Times New Roman"/>
              </a:rPr>
              <a:t>t</a:t>
            </a:r>
            <a:r>
              <a:rPr sz="3000" dirty="0">
                <a:latin typeface="Times New Roman"/>
                <a:cs typeface="Times New Roman"/>
              </a:rPr>
              <a:t>o</a:t>
            </a:r>
            <a:r>
              <a:rPr sz="3000" spc="5" dirty="0">
                <a:latin typeface="Times New Roman"/>
                <a:cs typeface="Times New Roman"/>
              </a:rPr>
              <a:t> </a:t>
            </a:r>
            <a:r>
              <a:rPr sz="3000" spc="-20" dirty="0">
                <a:latin typeface="Times New Roman"/>
                <a:cs typeface="Times New Roman"/>
              </a:rPr>
              <a:t>a</a:t>
            </a:r>
            <a:r>
              <a:rPr sz="3000" spc="-5" dirty="0">
                <a:latin typeface="Times New Roman"/>
                <a:cs typeface="Times New Roman"/>
              </a:rPr>
              <a:t>s</a:t>
            </a:r>
            <a:r>
              <a:rPr sz="3000" spc="-10" dirty="0">
                <a:latin typeface="Times New Roman"/>
                <a:cs typeface="Times New Roman"/>
              </a:rPr>
              <a:t>s</a:t>
            </a:r>
            <a:r>
              <a:rPr sz="3000" spc="-15" dirty="0">
                <a:latin typeface="Times New Roman"/>
                <a:cs typeface="Times New Roman"/>
              </a:rPr>
              <a:t>i</a:t>
            </a:r>
            <a:r>
              <a:rPr sz="3000" dirty="0">
                <a:latin typeface="Times New Roman"/>
                <a:cs typeface="Times New Roman"/>
              </a:rPr>
              <a:t>gn.</a:t>
            </a:r>
          </a:p>
          <a:p>
            <a:pPr marL="355600" indent="-342900">
              <a:lnSpc>
                <a:spcPct val="100000"/>
              </a:lnSpc>
              <a:spcBef>
                <a:spcPts val="740"/>
              </a:spcBef>
              <a:buClr>
                <a:srgbClr val="00007F"/>
              </a:buClr>
              <a:buSzPct val="75000"/>
              <a:buFont typeface="OpenSymbol"/>
              <a:buChar char="■"/>
              <a:tabLst>
                <a:tab pos="355600" algn="l"/>
              </a:tabLst>
            </a:pPr>
            <a:r>
              <a:rPr sz="3000" spc="-5" dirty="0">
                <a:latin typeface="Times New Roman"/>
                <a:cs typeface="Times New Roman"/>
              </a:rPr>
              <a:t>Uni</a:t>
            </a:r>
            <a:r>
              <a:rPr sz="3000" dirty="0">
                <a:latin typeface="Times New Roman"/>
                <a:cs typeface="Times New Roman"/>
              </a:rPr>
              <a:t>n</a:t>
            </a:r>
            <a:r>
              <a:rPr sz="3000" spc="-20" dirty="0">
                <a:latin typeface="Times New Roman"/>
                <a:cs typeface="Times New Roman"/>
              </a:rPr>
              <a:t>forme</a:t>
            </a:r>
            <a:r>
              <a:rPr sz="3000" dirty="0">
                <a:latin typeface="Times New Roman"/>
                <a:cs typeface="Times New Roman"/>
              </a:rPr>
              <a:t>d</a:t>
            </a:r>
            <a:r>
              <a:rPr sz="3000" spc="5" dirty="0">
                <a:latin typeface="Times New Roman"/>
                <a:cs typeface="Times New Roman"/>
              </a:rPr>
              <a:t> </a:t>
            </a:r>
            <a:r>
              <a:rPr sz="3000" spc="-20" dirty="0">
                <a:latin typeface="Times New Roman"/>
                <a:cs typeface="Times New Roman"/>
              </a:rPr>
              <a:t>a</a:t>
            </a:r>
            <a:r>
              <a:rPr sz="3000" spc="-15" dirty="0">
                <a:latin typeface="Times New Roman"/>
                <a:cs typeface="Times New Roman"/>
              </a:rPr>
              <a:t>l</a:t>
            </a:r>
            <a:r>
              <a:rPr sz="3000" dirty="0">
                <a:latin typeface="Times New Roman"/>
                <a:cs typeface="Times New Roman"/>
              </a:rPr>
              <a:t>go</a:t>
            </a:r>
            <a:r>
              <a:rPr sz="3000" spc="-10" dirty="0">
                <a:latin typeface="Times New Roman"/>
                <a:cs typeface="Times New Roman"/>
              </a:rPr>
              <a:t>r</a:t>
            </a:r>
            <a:r>
              <a:rPr sz="3000" spc="-15" dirty="0">
                <a:latin typeface="Times New Roman"/>
                <a:cs typeface="Times New Roman"/>
              </a:rPr>
              <a:t>it</a:t>
            </a:r>
            <a:r>
              <a:rPr sz="3000" spc="-20" dirty="0">
                <a:latin typeface="Times New Roman"/>
                <a:cs typeface="Times New Roman"/>
              </a:rPr>
              <a:t>hm</a:t>
            </a:r>
            <a:endParaRPr sz="3000" dirty="0">
              <a:latin typeface="Times New Roman"/>
              <a:cs typeface="Times New Roman"/>
            </a:endParaRPr>
          </a:p>
          <a:p>
            <a:pPr marL="755650" lvl="1" indent="-285750">
              <a:lnSpc>
                <a:spcPct val="100000"/>
              </a:lnSpc>
              <a:spcBef>
                <a:spcPts val="500"/>
              </a:spcBef>
              <a:buClr>
                <a:srgbClr val="9898CC"/>
              </a:buClr>
              <a:buSzPct val="80000"/>
              <a:buFont typeface="OpenSymbol"/>
              <a:buChar char="□"/>
              <a:tabLst>
                <a:tab pos="755650" algn="l"/>
              </a:tabLst>
            </a:pPr>
            <a:r>
              <a:rPr sz="2000" b="1" spc="-10" dirty="0">
                <a:latin typeface="Arial Black"/>
                <a:cs typeface="Arial Black"/>
              </a:rPr>
              <a:t>N</a:t>
            </a:r>
            <a:r>
              <a:rPr sz="2000" b="1" spc="-15" dirty="0">
                <a:latin typeface="Arial Black"/>
                <a:cs typeface="Arial Black"/>
              </a:rPr>
              <a:t>o</a:t>
            </a:r>
            <a:r>
              <a:rPr sz="2000" b="1" spc="170" dirty="0">
                <a:latin typeface="Times New Roman"/>
                <a:cs typeface="Times New Roman"/>
              </a:rPr>
              <a:t> </a:t>
            </a:r>
            <a:r>
              <a:rPr sz="2000" b="1" spc="-20" dirty="0">
                <a:latin typeface="Arial Black"/>
                <a:cs typeface="Arial Black"/>
              </a:rPr>
              <a:t>go</a:t>
            </a:r>
            <a:r>
              <a:rPr sz="2000" b="1" spc="-15" dirty="0">
                <a:latin typeface="Arial Black"/>
                <a:cs typeface="Arial Black"/>
              </a:rPr>
              <a:t>od</a:t>
            </a:r>
            <a:r>
              <a:rPr sz="2000" b="1" spc="160" dirty="0">
                <a:latin typeface="Times New Roman"/>
                <a:cs typeface="Times New Roman"/>
              </a:rPr>
              <a:t> </a:t>
            </a:r>
            <a:r>
              <a:rPr sz="2000" b="1" spc="-20" dirty="0">
                <a:latin typeface="Arial Black"/>
                <a:cs typeface="Arial Black"/>
              </a:rPr>
              <a:t>ge</a:t>
            </a:r>
            <a:r>
              <a:rPr sz="2000" b="1" spc="-15" dirty="0">
                <a:latin typeface="Arial Black"/>
                <a:cs typeface="Arial Black"/>
              </a:rPr>
              <a:t>n</a:t>
            </a:r>
            <a:r>
              <a:rPr sz="2000" b="1" spc="-20" dirty="0">
                <a:latin typeface="Arial Black"/>
                <a:cs typeface="Arial Black"/>
              </a:rPr>
              <a:t>e</a:t>
            </a:r>
            <a:r>
              <a:rPr sz="2000" b="1" spc="-10" dirty="0">
                <a:latin typeface="Arial Black"/>
                <a:cs typeface="Arial Black"/>
              </a:rPr>
              <a:t>r</a:t>
            </a:r>
            <a:r>
              <a:rPr sz="2000" b="1" spc="-20" dirty="0">
                <a:latin typeface="Arial Black"/>
                <a:cs typeface="Arial Black"/>
              </a:rPr>
              <a:t>a</a:t>
            </a:r>
            <a:r>
              <a:rPr sz="2000" b="1" dirty="0">
                <a:latin typeface="Arial Black"/>
                <a:cs typeface="Arial Black"/>
              </a:rPr>
              <a:t>l</a:t>
            </a:r>
            <a:r>
              <a:rPr sz="2000" b="1" spc="170" dirty="0">
                <a:latin typeface="Times New Roman"/>
                <a:cs typeface="Times New Roman"/>
              </a:rPr>
              <a:t> </a:t>
            </a:r>
            <a:r>
              <a:rPr sz="2000" b="1" spc="-20" dirty="0">
                <a:latin typeface="Arial Black"/>
                <a:cs typeface="Arial Black"/>
              </a:rPr>
              <a:t>p</a:t>
            </a:r>
            <a:r>
              <a:rPr sz="2000" b="1" spc="-15" dirty="0">
                <a:latin typeface="Arial Black"/>
                <a:cs typeface="Arial Black"/>
              </a:rPr>
              <a:t>e</a:t>
            </a:r>
            <a:r>
              <a:rPr sz="2000" b="1" spc="-20" dirty="0">
                <a:latin typeface="Arial Black"/>
                <a:cs typeface="Arial Black"/>
              </a:rPr>
              <a:t>r</a:t>
            </a:r>
            <a:r>
              <a:rPr sz="2000" b="1" spc="-5" dirty="0">
                <a:latin typeface="Arial Black"/>
                <a:cs typeface="Arial Black"/>
              </a:rPr>
              <a:t>f</a:t>
            </a:r>
            <a:r>
              <a:rPr sz="2000" b="1" dirty="0">
                <a:latin typeface="Arial Black"/>
                <a:cs typeface="Arial Black"/>
              </a:rPr>
              <a:t>o</a:t>
            </a:r>
            <a:r>
              <a:rPr sz="2000" b="1" spc="-20" dirty="0">
                <a:latin typeface="Arial Black"/>
                <a:cs typeface="Arial Black"/>
              </a:rPr>
              <a:t>r</a:t>
            </a:r>
            <a:r>
              <a:rPr sz="2000" b="1" spc="5" dirty="0">
                <a:latin typeface="Arial Black"/>
                <a:cs typeface="Arial Black"/>
              </a:rPr>
              <a:t>m</a:t>
            </a:r>
            <a:r>
              <a:rPr sz="2000" b="1" spc="-20" dirty="0">
                <a:latin typeface="Arial Black"/>
                <a:cs typeface="Arial Black"/>
              </a:rPr>
              <a:t>anc</a:t>
            </a:r>
            <a:r>
              <a:rPr sz="2000" b="1" spc="-15" dirty="0">
                <a:latin typeface="Arial Black"/>
                <a:cs typeface="Arial Black"/>
              </a:rPr>
              <a:t>e</a:t>
            </a:r>
            <a:r>
              <a:rPr sz="2000" b="1" spc="170" dirty="0">
                <a:latin typeface="Times New Roman"/>
                <a:cs typeface="Times New Roman"/>
              </a:rPr>
              <a:t> </a:t>
            </a:r>
            <a:r>
              <a:rPr sz="2000" b="1" spc="-5" dirty="0">
                <a:latin typeface="Arial Black"/>
                <a:cs typeface="Arial Black"/>
              </a:rPr>
              <a:t>(s</a:t>
            </a:r>
            <a:r>
              <a:rPr sz="2000" b="1" spc="-20" dirty="0">
                <a:latin typeface="Arial Black"/>
                <a:cs typeface="Arial Black"/>
              </a:rPr>
              <a:t>e</a:t>
            </a:r>
            <a:r>
              <a:rPr sz="2000" b="1" spc="-15" dirty="0">
                <a:latin typeface="Arial Black"/>
                <a:cs typeface="Arial Black"/>
              </a:rPr>
              <a:t>e</a:t>
            </a:r>
            <a:r>
              <a:rPr sz="2000" b="1" spc="170" dirty="0">
                <a:latin typeface="Times New Roman"/>
                <a:cs typeface="Times New Roman"/>
              </a:rPr>
              <a:t> </a:t>
            </a:r>
            <a:r>
              <a:rPr sz="2000" b="1" spc="-10" dirty="0">
                <a:latin typeface="Arial Black"/>
                <a:cs typeface="Arial Black"/>
              </a:rPr>
              <a:t>t</a:t>
            </a:r>
            <a:r>
              <a:rPr sz="2000" b="1" spc="-20" dirty="0">
                <a:latin typeface="Arial Black"/>
                <a:cs typeface="Arial Black"/>
              </a:rPr>
              <a:t>ab</a:t>
            </a:r>
            <a:r>
              <a:rPr sz="2000" b="1" dirty="0">
                <a:latin typeface="Arial Black"/>
                <a:cs typeface="Arial Black"/>
              </a:rPr>
              <a:t>l</a:t>
            </a:r>
            <a:r>
              <a:rPr sz="2000" b="1" spc="-15" dirty="0">
                <a:latin typeface="Arial Black"/>
                <a:cs typeface="Arial Black"/>
              </a:rPr>
              <a:t>e</a:t>
            </a:r>
            <a:r>
              <a:rPr sz="2000" b="1" spc="170" dirty="0">
                <a:latin typeface="Times New Roman"/>
                <a:cs typeface="Times New Roman"/>
              </a:rPr>
              <a:t> </a:t>
            </a:r>
            <a:r>
              <a:rPr sz="2000" b="1" spc="-20" dirty="0">
                <a:latin typeface="Arial Black"/>
                <a:cs typeface="Arial Black"/>
              </a:rPr>
              <a:t>p</a:t>
            </a:r>
            <a:r>
              <a:rPr sz="2000" b="1" dirty="0">
                <a:latin typeface="Arial Black"/>
                <a:cs typeface="Arial Black"/>
              </a:rPr>
              <a:t>.</a:t>
            </a:r>
            <a:r>
              <a:rPr sz="2000" b="1" spc="170" dirty="0">
                <a:latin typeface="Times New Roman"/>
                <a:cs typeface="Times New Roman"/>
              </a:rPr>
              <a:t> </a:t>
            </a:r>
            <a:r>
              <a:rPr sz="2000" b="1" spc="-20" dirty="0">
                <a:latin typeface="Arial Black"/>
                <a:cs typeface="Arial Black"/>
              </a:rPr>
              <a:t>1</a:t>
            </a:r>
            <a:r>
              <a:rPr sz="2000" b="1" spc="-15" dirty="0">
                <a:latin typeface="Arial Black"/>
                <a:cs typeface="Arial Black"/>
              </a:rPr>
              <a:t>4</a:t>
            </a:r>
            <a:r>
              <a:rPr sz="2000" b="1" spc="-20" dirty="0">
                <a:latin typeface="Arial Black"/>
                <a:cs typeface="Arial Black"/>
              </a:rPr>
              <a:t>3</a:t>
            </a:r>
            <a:r>
              <a:rPr sz="2000" b="1" dirty="0">
                <a:latin typeface="Arial Black"/>
                <a:cs typeface="Arial Black"/>
              </a:rPr>
              <a:t>)</a:t>
            </a:r>
            <a:endParaRPr sz="2000" dirty="0">
              <a:latin typeface="Arial Black"/>
              <a:cs typeface="Arial Black"/>
            </a:endParaRPr>
          </a:p>
        </p:txBody>
      </p:sp>
      <p:cxnSp>
        <p:nvCxnSpPr>
          <p:cNvPr id="5" name="Straight Connector 4"/>
          <p:cNvCxnSpPr/>
          <p:nvPr/>
        </p:nvCxnSpPr>
        <p:spPr>
          <a:xfrm>
            <a:off x="0" y="1916832"/>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2487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7019" rIns="0" bIns="0" rtlCol="0">
            <a:spAutoFit/>
          </a:bodyPr>
          <a:lstStyle/>
          <a:p>
            <a:pPr marL="12700">
              <a:lnSpc>
                <a:spcPct val="100000"/>
              </a:lnSpc>
            </a:pPr>
            <a:r>
              <a:rPr sz="3600" spc="-45" dirty="0">
                <a:latin typeface="Arial Black"/>
                <a:cs typeface="Arial Black"/>
              </a:rPr>
              <a:t>B</a:t>
            </a:r>
            <a:r>
              <a:rPr sz="3600" spc="-25" dirty="0">
                <a:latin typeface="Arial Black"/>
                <a:cs typeface="Arial Black"/>
              </a:rPr>
              <a:t>a</a:t>
            </a:r>
            <a:r>
              <a:rPr sz="3600" spc="-30" dirty="0">
                <a:latin typeface="Arial Black"/>
                <a:cs typeface="Arial Black"/>
              </a:rPr>
              <a:t>c</a:t>
            </a:r>
            <a:r>
              <a:rPr sz="3600" spc="-40" dirty="0">
                <a:latin typeface="Arial Black"/>
                <a:cs typeface="Arial Black"/>
              </a:rPr>
              <a:t>k</a:t>
            </a:r>
            <a:r>
              <a:rPr sz="3600" spc="-30" dirty="0">
                <a:latin typeface="Arial Black"/>
                <a:cs typeface="Arial Black"/>
              </a:rPr>
              <a:t>track</a:t>
            </a:r>
            <a:r>
              <a:rPr sz="3600" dirty="0">
                <a:latin typeface="Arial Black"/>
                <a:cs typeface="Arial Black"/>
              </a:rPr>
              <a:t>i</a:t>
            </a:r>
            <a:r>
              <a:rPr sz="3600" spc="-5" dirty="0">
                <a:latin typeface="Arial Black"/>
                <a:cs typeface="Arial Black"/>
              </a:rPr>
              <a:t>n</a:t>
            </a:r>
            <a:r>
              <a:rPr sz="3600" spc="-25" dirty="0">
                <a:latin typeface="Arial Black"/>
                <a:cs typeface="Arial Black"/>
              </a:rPr>
              <a:t>g</a:t>
            </a:r>
            <a:r>
              <a:rPr sz="3600" spc="295" dirty="0">
                <a:latin typeface="Times New Roman"/>
                <a:cs typeface="Times New Roman"/>
              </a:rPr>
              <a:t> </a:t>
            </a:r>
            <a:r>
              <a:rPr sz="3600" spc="-40" dirty="0">
                <a:latin typeface="Arial Black"/>
                <a:cs typeface="Arial Black"/>
              </a:rPr>
              <a:t>s</a:t>
            </a:r>
            <a:r>
              <a:rPr sz="3600" spc="-30" dirty="0">
                <a:latin typeface="Arial Black"/>
                <a:cs typeface="Arial Black"/>
              </a:rPr>
              <a:t>earc</a:t>
            </a:r>
            <a:r>
              <a:rPr sz="3600" spc="-25" dirty="0">
                <a:latin typeface="Arial Black"/>
                <a:cs typeface="Arial Black"/>
              </a:rPr>
              <a:t>h</a:t>
            </a:r>
            <a:endParaRPr sz="3600" dirty="0">
              <a:latin typeface="Arial Black"/>
              <a:cs typeface="Arial Black"/>
            </a:endParaRPr>
          </a:p>
        </p:txBody>
      </p:sp>
      <p:sp>
        <p:nvSpPr>
          <p:cNvPr id="3" name="object 3"/>
          <p:cNvSpPr txBox="1">
            <a:spLocks noGrp="1"/>
          </p:cNvSpPr>
          <p:nvPr>
            <p:ph type="body" idx="1"/>
          </p:nvPr>
        </p:nvSpPr>
        <p:spPr>
          <a:prstGeom prst="rect">
            <a:avLst/>
          </a:prstGeom>
        </p:spPr>
        <p:txBody>
          <a:bodyPr vert="horz" wrap="square" lIns="0" tIns="0" rIns="0" bIns="0" rtlCol="0">
            <a:spAutoFit/>
          </a:bodyPr>
          <a:lstStyle/>
          <a:p>
            <a:pPr marL="12700">
              <a:lnSpc>
                <a:spcPct val="100000"/>
              </a:lnSpc>
            </a:pPr>
            <a:r>
              <a:rPr b="1" spc="-5" dirty="0">
                <a:latin typeface="Times New Roman"/>
                <a:cs typeface="Times New Roman"/>
              </a:rPr>
              <a:t>fu</a:t>
            </a:r>
            <a:r>
              <a:rPr b="1" spc="-10" dirty="0">
                <a:latin typeface="Times New Roman"/>
                <a:cs typeface="Times New Roman"/>
              </a:rPr>
              <a:t>n</a:t>
            </a:r>
            <a:r>
              <a:rPr b="1" spc="-15" dirty="0">
                <a:latin typeface="Times New Roman"/>
                <a:cs typeface="Times New Roman"/>
              </a:rPr>
              <a:t>c</a:t>
            </a:r>
            <a:r>
              <a:rPr b="1" spc="-5" dirty="0">
                <a:latin typeface="Times New Roman"/>
                <a:cs typeface="Times New Roman"/>
              </a:rPr>
              <a:t>t</a:t>
            </a:r>
            <a:r>
              <a:rPr b="1" spc="-10" dirty="0">
                <a:latin typeface="Times New Roman"/>
                <a:cs typeface="Times New Roman"/>
              </a:rPr>
              <a:t>i</a:t>
            </a:r>
            <a:r>
              <a:rPr b="1" spc="5" dirty="0">
                <a:latin typeface="Times New Roman"/>
                <a:cs typeface="Times New Roman"/>
              </a:rPr>
              <a:t>o</a:t>
            </a:r>
            <a:r>
              <a:rPr b="1" dirty="0">
                <a:latin typeface="Times New Roman"/>
                <a:cs typeface="Times New Roman"/>
              </a:rPr>
              <a:t>n</a:t>
            </a:r>
            <a:r>
              <a:rPr b="1" spc="-10" dirty="0">
                <a:latin typeface="Times New Roman"/>
                <a:cs typeface="Times New Roman"/>
              </a:rPr>
              <a:t> </a:t>
            </a:r>
            <a:r>
              <a:rPr spc="-15" dirty="0"/>
              <a:t>B</a:t>
            </a:r>
            <a:r>
              <a:rPr spc="-5" dirty="0"/>
              <a:t>A</a:t>
            </a:r>
            <a:r>
              <a:rPr spc="-15" dirty="0"/>
              <a:t>C</a:t>
            </a:r>
            <a:r>
              <a:rPr spc="-5" dirty="0"/>
              <a:t>K</a:t>
            </a:r>
            <a:r>
              <a:rPr spc="-30" dirty="0"/>
              <a:t>T</a:t>
            </a:r>
            <a:r>
              <a:rPr spc="-15" dirty="0"/>
              <a:t>R</a:t>
            </a:r>
            <a:r>
              <a:rPr spc="-5" dirty="0"/>
              <a:t>A</a:t>
            </a:r>
            <a:r>
              <a:rPr spc="-15" dirty="0"/>
              <a:t>C</a:t>
            </a:r>
            <a:r>
              <a:rPr spc="-5" dirty="0"/>
              <a:t>KING-</a:t>
            </a:r>
            <a:r>
              <a:rPr spc="-15" dirty="0"/>
              <a:t>S</a:t>
            </a:r>
            <a:r>
              <a:rPr spc="-20" dirty="0"/>
              <a:t>E</a:t>
            </a:r>
            <a:r>
              <a:rPr spc="-5" dirty="0"/>
              <a:t>A</a:t>
            </a:r>
            <a:r>
              <a:rPr spc="-15" dirty="0"/>
              <a:t>RC</a:t>
            </a:r>
            <a:r>
              <a:rPr spc="-5" dirty="0"/>
              <a:t>H</a:t>
            </a:r>
            <a:r>
              <a:rPr dirty="0"/>
              <a:t>(</a:t>
            </a:r>
            <a:r>
              <a:rPr i="1" spc="-15" dirty="0">
                <a:latin typeface="Times New Roman"/>
                <a:cs typeface="Times New Roman"/>
              </a:rPr>
              <a:t>c</a:t>
            </a:r>
            <a:r>
              <a:rPr i="1" spc="-5" dirty="0">
                <a:latin typeface="Times New Roman"/>
                <a:cs typeface="Times New Roman"/>
              </a:rPr>
              <a:t>s</a:t>
            </a:r>
            <a:r>
              <a:rPr i="1" spc="10" dirty="0">
                <a:latin typeface="Times New Roman"/>
                <a:cs typeface="Times New Roman"/>
              </a:rPr>
              <a:t>p</a:t>
            </a:r>
            <a:r>
              <a:rPr dirty="0"/>
              <a:t>)</a:t>
            </a:r>
            <a:r>
              <a:rPr spc="-15" dirty="0">
                <a:latin typeface="Times New Roman"/>
                <a:cs typeface="Times New Roman"/>
              </a:rPr>
              <a:t> </a:t>
            </a:r>
            <a:r>
              <a:rPr b="1" spc="-15" dirty="0">
                <a:latin typeface="Times New Roman"/>
                <a:cs typeface="Times New Roman"/>
              </a:rPr>
              <a:t>ret</a:t>
            </a:r>
            <a:r>
              <a:rPr b="1" spc="-5" dirty="0">
                <a:latin typeface="Times New Roman"/>
                <a:cs typeface="Times New Roman"/>
              </a:rPr>
              <a:t>ur</a:t>
            </a:r>
            <a:r>
              <a:rPr b="1" dirty="0">
                <a:latin typeface="Times New Roman"/>
                <a:cs typeface="Times New Roman"/>
              </a:rPr>
              <a:t>n</a:t>
            </a:r>
            <a:r>
              <a:rPr b="1" spc="-10" dirty="0">
                <a:latin typeface="Times New Roman"/>
                <a:cs typeface="Times New Roman"/>
              </a:rPr>
              <a:t> </a:t>
            </a:r>
            <a:r>
              <a:rPr spc="-10" dirty="0"/>
              <a:t>a</a:t>
            </a:r>
            <a:r>
              <a:rPr spc="-5" dirty="0">
                <a:latin typeface="Times New Roman"/>
                <a:cs typeface="Times New Roman"/>
              </a:rPr>
              <a:t> </a:t>
            </a:r>
            <a:r>
              <a:rPr spc="-5" dirty="0"/>
              <a:t>s</a:t>
            </a:r>
            <a:r>
              <a:rPr spc="5" dirty="0"/>
              <a:t>o</a:t>
            </a:r>
            <a:r>
              <a:rPr spc="-10" dirty="0"/>
              <a:t>luti</a:t>
            </a:r>
            <a:r>
              <a:rPr spc="5" dirty="0"/>
              <a:t>o</a:t>
            </a:r>
            <a:r>
              <a:rPr dirty="0"/>
              <a:t>n</a:t>
            </a:r>
            <a:r>
              <a:rPr spc="-10" dirty="0">
                <a:latin typeface="Times New Roman"/>
                <a:cs typeface="Times New Roman"/>
              </a:rPr>
              <a:t> </a:t>
            </a:r>
            <a:r>
              <a:rPr spc="5" dirty="0"/>
              <a:t>o</a:t>
            </a:r>
            <a:r>
              <a:rPr dirty="0"/>
              <a:t>r</a:t>
            </a:r>
            <a:r>
              <a:rPr spc="-15" dirty="0">
                <a:latin typeface="Times New Roman"/>
                <a:cs typeface="Times New Roman"/>
              </a:rPr>
              <a:t> </a:t>
            </a:r>
            <a:r>
              <a:rPr spc="15" dirty="0"/>
              <a:t>f</a:t>
            </a:r>
            <a:r>
              <a:rPr spc="-25" dirty="0"/>
              <a:t>a</a:t>
            </a:r>
            <a:r>
              <a:rPr spc="-5" dirty="0"/>
              <a:t>i</a:t>
            </a:r>
            <a:r>
              <a:rPr spc="-10" dirty="0"/>
              <a:t>l</a:t>
            </a:r>
            <a:r>
              <a:rPr dirty="0"/>
              <a:t>u</a:t>
            </a:r>
            <a:r>
              <a:rPr spc="-5" dirty="0"/>
              <a:t>r</a:t>
            </a:r>
            <a:r>
              <a:rPr spc="-10" dirty="0"/>
              <a:t>e</a:t>
            </a:r>
          </a:p>
          <a:p>
            <a:pPr marL="355600">
              <a:lnSpc>
                <a:spcPct val="100000"/>
              </a:lnSpc>
              <a:spcBef>
                <a:spcPts val="209"/>
              </a:spcBef>
            </a:pPr>
            <a:r>
              <a:rPr b="1" spc="-15" dirty="0">
                <a:latin typeface="Times New Roman"/>
                <a:cs typeface="Times New Roman"/>
              </a:rPr>
              <a:t>ret</a:t>
            </a:r>
            <a:r>
              <a:rPr b="1" spc="-5" dirty="0">
                <a:latin typeface="Times New Roman"/>
                <a:cs typeface="Times New Roman"/>
              </a:rPr>
              <a:t>ur</a:t>
            </a:r>
            <a:r>
              <a:rPr b="1" dirty="0">
                <a:latin typeface="Times New Roman"/>
                <a:cs typeface="Times New Roman"/>
              </a:rPr>
              <a:t>n</a:t>
            </a:r>
            <a:r>
              <a:rPr b="1" spc="-10" dirty="0">
                <a:latin typeface="Times New Roman"/>
                <a:cs typeface="Times New Roman"/>
              </a:rPr>
              <a:t> </a:t>
            </a:r>
            <a:r>
              <a:rPr spc="-15" dirty="0"/>
              <a:t>R</a:t>
            </a:r>
            <a:r>
              <a:rPr spc="-20" dirty="0"/>
              <a:t>E</a:t>
            </a:r>
            <a:r>
              <a:rPr spc="-15" dirty="0"/>
              <a:t>C</a:t>
            </a:r>
            <a:r>
              <a:rPr spc="-5" dirty="0"/>
              <a:t>U</a:t>
            </a:r>
            <a:r>
              <a:rPr spc="-15" dirty="0"/>
              <a:t>R</a:t>
            </a:r>
            <a:r>
              <a:rPr spc="-5" dirty="0"/>
              <a:t>SIV</a:t>
            </a:r>
            <a:r>
              <a:rPr spc="-20" dirty="0"/>
              <a:t>E</a:t>
            </a:r>
            <a:r>
              <a:rPr spc="-5" dirty="0"/>
              <a:t>-</a:t>
            </a:r>
            <a:r>
              <a:rPr spc="-15" dirty="0"/>
              <a:t>B</a:t>
            </a:r>
            <a:r>
              <a:rPr spc="-5" dirty="0"/>
              <a:t>A</a:t>
            </a:r>
            <a:r>
              <a:rPr spc="-15" dirty="0"/>
              <a:t>C</a:t>
            </a:r>
            <a:r>
              <a:rPr spc="-5" dirty="0"/>
              <a:t>K</a:t>
            </a:r>
            <a:r>
              <a:rPr spc="-30" dirty="0"/>
              <a:t>T</a:t>
            </a:r>
            <a:r>
              <a:rPr spc="-15" dirty="0"/>
              <a:t>R</a:t>
            </a:r>
            <a:r>
              <a:rPr spc="-5" dirty="0"/>
              <a:t>A</a:t>
            </a:r>
            <a:r>
              <a:rPr spc="-15" dirty="0"/>
              <a:t>C</a:t>
            </a:r>
            <a:r>
              <a:rPr spc="-5" dirty="0"/>
              <a:t>KING</a:t>
            </a:r>
            <a:r>
              <a:rPr dirty="0"/>
              <a:t>(</a:t>
            </a:r>
            <a:r>
              <a:rPr i="1" spc="-20" dirty="0">
                <a:latin typeface="Times New Roman"/>
                <a:cs typeface="Times New Roman"/>
              </a:rPr>
              <a:t>{</a:t>
            </a:r>
            <a:r>
              <a:rPr i="1" spc="-10" dirty="0">
                <a:latin typeface="Times New Roman"/>
                <a:cs typeface="Times New Roman"/>
              </a:rPr>
              <a:t>}</a:t>
            </a:r>
            <a:r>
              <a:rPr i="1" spc="-15" dirty="0">
                <a:latin typeface="Times New Roman"/>
                <a:cs typeface="Times New Roman"/>
              </a:rPr>
              <a:t> </a:t>
            </a:r>
            <a:r>
              <a:rPr i="1" dirty="0">
                <a:latin typeface="Times New Roman"/>
                <a:cs typeface="Times New Roman"/>
              </a:rPr>
              <a:t>, </a:t>
            </a:r>
            <a:r>
              <a:rPr i="1" spc="-15" dirty="0">
                <a:latin typeface="Times New Roman"/>
                <a:cs typeface="Times New Roman"/>
              </a:rPr>
              <a:t>c</a:t>
            </a:r>
            <a:r>
              <a:rPr i="1" spc="-5" dirty="0">
                <a:latin typeface="Times New Roman"/>
                <a:cs typeface="Times New Roman"/>
              </a:rPr>
              <a:t>s</a:t>
            </a:r>
            <a:r>
              <a:rPr i="1" dirty="0">
                <a:latin typeface="Times New Roman"/>
                <a:cs typeface="Times New Roman"/>
              </a:rPr>
              <a:t>p</a:t>
            </a:r>
            <a:r>
              <a:rPr dirty="0"/>
              <a:t>)</a:t>
            </a:r>
          </a:p>
          <a:p>
            <a:pPr>
              <a:lnSpc>
                <a:spcPct val="100000"/>
              </a:lnSpc>
              <a:spcBef>
                <a:spcPts val="20"/>
              </a:spcBef>
            </a:pPr>
            <a:endParaRPr sz="2000">
              <a:latin typeface="Times New Roman"/>
              <a:cs typeface="Times New Roman"/>
            </a:endParaRPr>
          </a:p>
          <a:p>
            <a:pPr marL="12700">
              <a:lnSpc>
                <a:spcPct val="100000"/>
              </a:lnSpc>
            </a:pPr>
            <a:r>
              <a:rPr b="1" spc="-5" dirty="0">
                <a:latin typeface="Times New Roman"/>
                <a:cs typeface="Times New Roman"/>
              </a:rPr>
              <a:t>fu</a:t>
            </a:r>
            <a:r>
              <a:rPr b="1" spc="-10" dirty="0">
                <a:latin typeface="Times New Roman"/>
                <a:cs typeface="Times New Roman"/>
              </a:rPr>
              <a:t>n</a:t>
            </a:r>
            <a:r>
              <a:rPr b="1" spc="-15" dirty="0">
                <a:latin typeface="Times New Roman"/>
                <a:cs typeface="Times New Roman"/>
              </a:rPr>
              <a:t>c</a:t>
            </a:r>
            <a:r>
              <a:rPr b="1" spc="-5" dirty="0">
                <a:latin typeface="Times New Roman"/>
                <a:cs typeface="Times New Roman"/>
              </a:rPr>
              <a:t>t</a:t>
            </a:r>
            <a:r>
              <a:rPr b="1" spc="-10" dirty="0">
                <a:latin typeface="Times New Roman"/>
                <a:cs typeface="Times New Roman"/>
              </a:rPr>
              <a:t>i</a:t>
            </a:r>
            <a:r>
              <a:rPr b="1" spc="5" dirty="0">
                <a:latin typeface="Times New Roman"/>
                <a:cs typeface="Times New Roman"/>
              </a:rPr>
              <a:t>o</a:t>
            </a:r>
            <a:r>
              <a:rPr b="1" dirty="0">
                <a:latin typeface="Times New Roman"/>
                <a:cs typeface="Times New Roman"/>
              </a:rPr>
              <a:t>n</a:t>
            </a:r>
            <a:r>
              <a:rPr b="1" spc="-10" dirty="0">
                <a:latin typeface="Times New Roman"/>
                <a:cs typeface="Times New Roman"/>
              </a:rPr>
              <a:t> </a:t>
            </a:r>
            <a:r>
              <a:rPr spc="-15" dirty="0"/>
              <a:t>R</a:t>
            </a:r>
            <a:r>
              <a:rPr spc="-20" dirty="0"/>
              <a:t>E</a:t>
            </a:r>
            <a:r>
              <a:rPr spc="-15" dirty="0"/>
              <a:t>C</a:t>
            </a:r>
            <a:r>
              <a:rPr spc="-5" dirty="0"/>
              <a:t>U</a:t>
            </a:r>
            <a:r>
              <a:rPr spc="-15" dirty="0"/>
              <a:t>R</a:t>
            </a:r>
            <a:r>
              <a:rPr spc="-5" dirty="0"/>
              <a:t>SIV</a:t>
            </a:r>
            <a:r>
              <a:rPr spc="-20" dirty="0"/>
              <a:t>E</a:t>
            </a:r>
            <a:r>
              <a:rPr spc="-5" dirty="0"/>
              <a:t>-</a:t>
            </a:r>
            <a:r>
              <a:rPr spc="-25" dirty="0"/>
              <a:t>B</a:t>
            </a:r>
            <a:r>
              <a:rPr dirty="0"/>
              <a:t>A</a:t>
            </a:r>
            <a:r>
              <a:rPr spc="-25" dirty="0"/>
              <a:t>C</a:t>
            </a:r>
            <a:r>
              <a:rPr dirty="0"/>
              <a:t>K</a:t>
            </a:r>
            <a:r>
              <a:rPr spc="-30" dirty="0"/>
              <a:t>T</a:t>
            </a:r>
            <a:r>
              <a:rPr spc="-25" dirty="0"/>
              <a:t>R</a:t>
            </a:r>
            <a:r>
              <a:rPr dirty="0"/>
              <a:t>A</a:t>
            </a:r>
            <a:r>
              <a:rPr spc="-25" dirty="0"/>
              <a:t>C</a:t>
            </a:r>
            <a:r>
              <a:rPr dirty="0"/>
              <a:t>K</a:t>
            </a:r>
            <a:r>
              <a:rPr spc="-15" dirty="0"/>
              <a:t>I</a:t>
            </a:r>
            <a:r>
              <a:rPr dirty="0"/>
              <a:t>N</a:t>
            </a:r>
            <a:r>
              <a:rPr spc="-5" dirty="0"/>
              <a:t>G</a:t>
            </a:r>
            <a:r>
              <a:rPr spc="10" dirty="0"/>
              <a:t>(</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a:t>
            </a:r>
            <a:r>
              <a:rPr i="1" spc="-10" dirty="0">
                <a:latin typeface="Times New Roman"/>
                <a:cs typeface="Times New Roman"/>
              </a:rPr>
              <a:t>i</a:t>
            </a:r>
            <a:r>
              <a:rPr i="1" spc="5" dirty="0">
                <a:latin typeface="Times New Roman"/>
                <a:cs typeface="Times New Roman"/>
              </a:rPr>
              <a:t>g</a:t>
            </a:r>
            <a:r>
              <a:rPr i="1" dirty="0">
                <a:latin typeface="Times New Roman"/>
                <a:cs typeface="Times New Roman"/>
              </a:rPr>
              <a:t>n</a:t>
            </a:r>
            <a:r>
              <a:rPr i="1" spc="-5" dirty="0">
                <a:latin typeface="Times New Roman"/>
                <a:cs typeface="Times New Roman"/>
              </a:rPr>
              <a:t>m</a:t>
            </a:r>
            <a:r>
              <a:rPr i="1" spc="-15" dirty="0">
                <a:latin typeface="Times New Roman"/>
                <a:cs typeface="Times New Roman"/>
              </a:rPr>
              <a:t>e</a:t>
            </a:r>
            <a:r>
              <a:rPr i="1" spc="5" dirty="0">
                <a:latin typeface="Times New Roman"/>
                <a:cs typeface="Times New Roman"/>
              </a:rPr>
              <a:t>n</a:t>
            </a:r>
            <a:r>
              <a:rPr i="1" spc="-10" dirty="0">
                <a:latin typeface="Times New Roman"/>
                <a:cs typeface="Times New Roman"/>
              </a:rPr>
              <a:t>t</a:t>
            </a:r>
            <a:r>
              <a:rPr i="1" dirty="0">
                <a:latin typeface="Times New Roman"/>
                <a:cs typeface="Times New Roman"/>
              </a:rPr>
              <a:t>,</a:t>
            </a:r>
            <a:r>
              <a:rPr i="1" spc="-10" dirty="0">
                <a:latin typeface="Times New Roman"/>
                <a:cs typeface="Times New Roman"/>
              </a:rPr>
              <a:t> </a:t>
            </a:r>
            <a:r>
              <a:rPr i="1" spc="-15" dirty="0">
                <a:latin typeface="Times New Roman"/>
                <a:cs typeface="Times New Roman"/>
              </a:rPr>
              <a:t>c</a:t>
            </a:r>
            <a:r>
              <a:rPr i="1" spc="-5" dirty="0">
                <a:latin typeface="Times New Roman"/>
                <a:cs typeface="Times New Roman"/>
              </a:rPr>
              <a:t>s</a:t>
            </a:r>
            <a:r>
              <a:rPr i="1" spc="15" dirty="0">
                <a:latin typeface="Times New Roman"/>
                <a:cs typeface="Times New Roman"/>
              </a:rPr>
              <a:t>p</a:t>
            </a:r>
            <a:r>
              <a:rPr dirty="0"/>
              <a:t>)</a:t>
            </a:r>
            <a:r>
              <a:rPr spc="-15" dirty="0">
                <a:latin typeface="Times New Roman"/>
                <a:cs typeface="Times New Roman"/>
              </a:rPr>
              <a:t> </a:t>
            </a:r>
            <a:r>
              <a:rPr b="1" spc="-15" dirty="0">
                <a:latin typeface="Times New Roman"/>
                <a:cs typeface="Times New Roman"/>
              </a:rPr>
              <a:t>ret</a:t>
            </a:r>
            <a:r>
              <a:rPr b="1" spc="-5" dirty="0">
                <a:latin typeface="Times New Roman"/>
                <a:cs typeface="Times New Roman"/>
              </a:rPr>
              <a:t>ur</a:t>
            </a:r>
            <a:r>
              <a:rPr b="1" dirty="0">
                <a:latin typeface="Times New Roman"/>
                <a:cs typeface="Times New Roman"/>
              </a:rPr>
              <a:t>n</a:t>
            </a:r>
            <a:r>
              <a:rPr b="1" spc="-10" dirty="0">
                <a:latin typeface="Times New Roman"/>
                <a:cs typeface="Times New Roman"/>
              </a:rPr>
              <a:t> </a:t>
            </a:r>
            <a:r>
              <a:rPr spc="-10" dirty="0"/>
              <a:t>a</a:t>
            </a:r>
            <a:r>
              <a:rPr spc="-5" dirty="0">
                <a:latin typeface="Times New Roman"/>
                <a:cs typeface="Times New Roman"/>
              </a:rPr>
              <a:t> </a:t>
            </a:r>
            <a:r>
              <a:rPr spc="-5" dirty="0"/>
              <a:t>s</a:t>
            </a:r>
            <a:r>
              <a:rPr spc="5" dirty="0"/>
              <a:t>o</a:t>
            </a:r>
            <a:r>
              <a:rPr spc="-10" dirty="0"/>
              <a:t>luti</a:t>
            </a:r>
            <a:r>
              <a:rPr spc="5" dirty="0"/>
              <a:t>o</a:t>
            </a:r>
            <a:r>
              <a:rPr dirty="0"/>
              <a:t>n</a:t>
            </a:r>
            <a:r>
              <a:rPr spc="-10" dirty="0">
                <a:latin typeface="Times New Roman"/>
                <a:cs typeface="Times New Roman"/>
              </a:rPr>
              <a:t> </a:t>
            </a:r>
            <a:r>
              <a:rPr spc="5" dirty="0"/>
              <a:t>o</a:t>
            </a:r>
            <a:r>
              <a:rPr dirty="0"/>
              <a:t>r</a:t>
            </a:r>
            <a:r>
              <a:rPr spc="-15" dirty="0">
                <a:latin typeface="Times New Roman"/>
                <a:cs typeface="Times New Roman"/>
              </a:rPr>
              <a:t> </a:t>
            </a:r>
            <a:r>
              <a:rPr spc="15" dirty="0"/>
              <a:t>f</a:t>
            </a:r>
            <a:r>
              <a:rPr spc="-25" dirty="0"/>
              <a:t>a</a:t>
            </a:r>
            <a:r>
              <a:rPr spc="-5" dirty="0"/>
              <a:t>i</a:t>
            </a:r>
            <a:r>
              <a:rPr spc="-10" dirty="0"/>
              <a:t>l</a:t>
            </a:r>
            <a:r>
              <a:rPr dirty="0"/>
              <a:t>u</a:t>
            </a:r>
            <a:r>
              <a:rPr spc="-5" dirty="0"/>
              <a:t>r</a:t>
            </a:r>
            <a:r>
              <a:rPr spc="-10" dirty="0"/>
              <a:t>e</a:t>
            </a:r>
          </a:p>
          <a:p>
            <a:pPr marL="354965">
              <a:lnSpc>
                <a:spcPct val="100000"/>
              </a:lnSpc>
              <a:spcBef>
                <a:spcPts val="200"/>
              </a:spcBef>
            </a:pPr>
            <a:r>
              <a:rPr b="1" spc="-10" dirty="0">
                <a:latin typeface="Times New Roman"/>
                <a:cs typeface="Times New Roman"/>
              </a:rPr>
              <a:t>i</a:t>
            </a:r>
            <a:r>
              <a:rPr b="1" dirty="0">
                <a:latin typeface="Times New Roman"/>
                <a:cs typeface="Times New Roman"/>
              </a:rPr>
              <a:t>f</a:t>
            </a:r>
            <a:r>
              <a:rPr b="1" spc="-5" dirty="0">
                <a:latin typeface="Times New Roman"/>
                <a:cs typeface="Times New Roman"/>
              </a:rPr>
              <a:t> </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si</a:t>
            </a:r>
            <a:r>
              <a:rPr i="1" dirty="0">
                <a:latin typeface="Times New Roman"/>
                <a:cs typeface="Times New Roman"/>
              </a:rPr>
              <a:t>gn</a:t>
            </a:r>
            <a:r>
              <a:rPr i="1" spc="-5" dirty="0">
                <a:latin typeface="Times New Roman"/>
                <a:cs typeface="Times New Roman"/>
              </a:rPr>
              <a:t>m</a:t>
            </a:r>
            <a:r>
              <a:rPr i="1" spc="-15" dirty="0">
                <a:latin typeface="Times New Roman"/>
                <a:cs typeface="Times New Roman"/>
              </a:rPr>
              <a:t>e</a:t>
            </a:r>
            <a:r>
              <a:rPr i="1" spc="5" dirty="0">
                <a:latin typeface="Times New Roman"/>
                <a:cs typeface="Times New Roman"/>
              </a:rPr>
              <a:t>n</a:t>
            </a:r>
            <a:r>
              <a:rPr i="1" spc="-5" dirty="0">
                <a:latin typeface="Times New Roman"/>
                <a:cs typeface="Times New Roman"/>
              </a:rPr>
              <a:t>t</a:t>
            </a:r>
            <a:r>
              <a:rPr i="1" dirty="0">
                <a:latin typeface="Times New Roman"/>
                <a:cs typeface="Times New Roman"/>
              </a:rPr>
              <a:t> </a:t>
            </a:r>
            <a:r>
              <a:rPr spc="-10" dirty="0"/>
              <a:t>i</a:t>
            </a:r>
            <a:r>
              <a:rPr dirty="0"/>
              <a:t>s</a:t>
            </a:r>
            <a:r>
              <a:rPr spc="-5" dirty="0">
                <a:latin typeface="Times New Roman"/>
                <a:cs typeface="Times New Roman"/>
              </a:rPr>
              <a:t> </a:t>
            </a:r>
            <a:r>
              <a:rPr spc="-15" dirty="0"/>
              <a:t>c</a:t>
            </a:r>
            <a:r>
              <a:rPr spc="-10" dirty="0"/>
              <a:t>o</a:t>
            </a:r>
            <a:r>
              <a:rPr spc="-50" dirty="0"/>
              <a:t>m</a:t>
            </a:r>
            <a:r>
              <a:rPr spc="5" dirty="0"/>
              <a:t>p</a:t>
            </a:r>
            <a:r>
              <a:rPr spc="-15" dirty="0"/>
              <a:t>let</a:t>
            </a:r>
            <a:r>
              <a:rPr spc="-10" dirty="0"/>
              <a:t>e</a:t>
            </a:r>
            <a:r>
              <a:rPr spc="5" dirty="0">
                <a:latin typeface="Times New Roman"/>
                <a:cs typeface="Times New Roman"/>
              </a:rPr>
              <a:t> </a:t>
            </a:r>
            <a:r>
              <a:rPr b="1" spc="-15" dirty="0">
                <a:latin typeface="Times New Roman"/>
                <a:cs typeface="Times New Roman"/>
              </a:rPr>
              <a:t>t</a:t>
            </a:r>
            <a:r>
              <a:rPr b="1" spc="-5" dirty="0">
                <a:latin typeface="Times New Roman"/>
                <a:cs typeface="Times New Roman"/>
              </a:rPr>
              <a:t>he</a:t>
            </a:r>
            <a:r>
              <a:rPr b="1" dirty="0">
                <a:latin typeface="Times New Roman"/>
                <a:cs typeface="Times New Roman"/>
              </a:rPr>
              <a:t>n</a:t>
            </a:r>
            <a:r>
              <a:rPr b="1" spc="-10" dirty="0">
                <a:latin typeface="Times New Roman"/>
                <a:cs typeface="Times New Roman"/>
              </a:rPr>
              <a:t> </a:t>
            </a:r>
            <a:r>
              <a:rPr b="1" spc="-15" dirty="0">
                <a:latin typeface="Times New Roman"/>
                <a:cs typeface="Times New Roman"/>
              </a:rPr>
              <a:t>re</a:t>
            </a:r>
            <a:r>
              <a:rPr b="1" spc="-5" dirty="0">
                <a:latin typeface="Times New Roman"/>
                <a:cs typeface="Times New Roman"/>
              </a:rPr>
              <a:t>tu</a:t>
            </a:r>
            <a:r>
              <a:rPr b="1" spc="-15" dirty="0">
                <a:latin typeface="Times New Roman"/>
                <a:cs typeface="Times New Roman"/>
              </a:rPr>
              <a:t>r</a:t>
            </a:r>
            <a:r>
              <a:rPr b="1" dirty="0">
                <a:latin typeface="Times New Roman"/>
                <a:cs typeface="Times New Roman"/>
              </a:rPr>
              <a:t>n</a:t>
            </a:r>
            <a:r>
              <a:rPr b="1" spc="5" dirty="0">
                <a:latin typeface="Times New Roman"/>
                <a:cs typeface="Times New Roman"/>
              </a:rPr>
              <a:t> </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si</a:t>
            </a:r>
            <a:r>
              <a:rPr i="1" dirty="0">
                <a:latin typeface="Times New Roman"/>
                <a:cs typeface="Times New Roman"/>
              </a:rPr>
              <a:t>gn</a:t>
            </a:r>
            <a:r>
              <a:rPr i="1" spc="-5" dirty="0">
                <a:latin typeface="Times New Roman"/>
                <a:cs typeface="Times New Roman"/>
              </a:rPr>
              <a:t>m</a:t>
            </a:r>
            <a:r>
              <a:rPr i="1" spc="-15" dirty="0">
                <a:latin typeface="Times New Roman"/>
                <a:cs typeface="Times New Roman"/>
              </a:rPr>
              <a:t>e</a:t>
            </a:r>
            <a:r>
              <a:rPr i="1" spc="5" dirty="0">
                <a:latin typeface="Times New Roman"/>
                <a:cs typeface="Times New Roman"/>
              </a:rPr>
              <a:t>n</a:t>
            </a:r>
            <a:r>
              <a:rPr i="1" spc="-5" dirty="0">
                <a:latin typeface="Times New Roman"/>
                <a:cs typeface="Times New Roman"/>
              </a:rPr>
              <a:t>t</a:t>
            </a:r>
          </a:p>
          <a:p>
            <a:pPr marL="354965">
              <a:lnSpc>
                <a:spcPct val="100000"/>
              </a:lnSpc>
              <a:spcBef>
                <a:spcPts val="209"/>
              </a:spcBef>
            </a:pPr>
            <a:r>
              <a:rPr i="1" spc="-15" dirty="0">
                <a:latin typeface="Times New Roman"/>
                <a:cs typeface="Times New Roman"/>
              </a:rPr>
              <a:t>v</a:t>
            </a:r>
            <a:r>
              <a:rPr i="1" dirty="0">
                <a:latin typeface="Times New Roman"/>
                <a:cs typeface="Times New Roman"/>
              </a:rPr>
              <a:t>ar</a:t>
            </a:r>
            <a:r>
              <a:rPr i="1" spc="-5" dirty="0">
                <a:latin typeface="Times New Roman"/>
                <a:cs typeface="Times New Roman"/>
              </a:rPr>
              <a:t> </a:t>
            </a:r>
            <a:r>
              <a:rPr dirty="0">
                <a:latin typeface="Symbol"/>
                <a:cs typeface="Symbol"/>
              </a:rPr>
              <a:t></a:t>
            </a:r>
            <a:r>
              <a:rPr spc="-10" dirty="0">
                <a:latin typeface="Times New Roman"/>
                <a:cs typeface="Times New Roman"/>
              </a:rPr>
              <a:t> </a:t>
            </a:r>
            <a:r>
              <a:rPr spc="-15" dirty="0"/>
              <a:t>S</a:t>
            </a:r>
            <a:r>
              <a:rPr spc="-20" dirty="0"/>
              <a:t>EL</a:t>
            </a:r>
            <a:r>
              <a:rPr spc="-10" dirty="0"/>
              <a:t>E</a:t>
            </a:r>
            <a:r>
              <a:rPr spc="-25" dirty="0"/>
              <a:t>C</a:t>
            </a:r>
            <a:r>
              <a:rPr spc="-30" dirty="0"/>
              <a:t>T</a:t>
            </a:r>
            <a:r>
              <a:rPr spc="-5" dirty="0"/>
              <a:t>-U</a:t>
            </a:r>
            <a:r>
              <a:rPr dirty="0"/>
              <a:t>N</a:t>
            </a:r>
            <a:r>
              <a:rPr spc="-5" dirty="0"/>
              <a:t>AS</a:t>
            </a:r>
            <a:r>
              <a:rPr spc="-10" dirty="0"/>
              <a:t>S</a:t>
            </a:r>
            <a:r>
              <a:rPr spc="-5" dirty="0"/>
              <a:t>IG</a:t>
            </a:r>
            <a:r>
              <a:rPr dirty="0"/>
              <a:t>N</a:t>
            </a:r>
            <a:r>
              <a:rPr spc="-20" dirty="0"/>
              <a:t>E</a:t>
            </a:r>
            <a:r>
              <a:rPr spc="-5" dirty="0"/>
              <a:t>D-VA</a:t>
            </a:r>
            <a:r>
              <a:rPr spc="-15" dirty="0"/>
              <a:t>R</a:t>
            </a:r>
            <a:r>
              <a:rPr spc="-5" dirty="0"/>
              <a:t>IA</a:t>
            </a:r>
            <a:r>
              <a:rPr spc="-15" dirty="0"/>
              <a:t>B</a:t>
            </a:r>
            <a:r>
              <a:rPr spc="-20" dirty="0"/>
              <a:t>LE</a:t>
            </a:r>
            <a:r>
              <a:rPr spc="-5" dirty="0"/>
              <a:t>(V</a:t>
            </a:r>
            <a:r>
              <a:rPr dirty="0"/>
              <a:t>A</a:t>
            </a:r>
            <a:r>
              <a:rPr spc="-25" dirty="0"/>
              <a:t>R</a:t>
            </a:r>
            <a:r>
              <a:rPr spc="-5" dirty="0"/>
              <a:t>IA</a:t>
            </a:r>
            <a:r>
              <a:rPr spc="-15" dirty="0"/>
              <a:t>B</a:t>
            </a:r>
            <a:r>
              <a:rPr spc="-20" dirty="0"/>
              <a:t>L</a:t>
            </a:r>
            <a:r>
              <a:rPr spc="-10" dirty="0"/>
              <a:t>ES</a:t>
            </a:r>
            <a:r>
              <a:rPr spc="20" dirty="0"/>
              <a:t>[</a:t>
            </a:r>
            <a:r>
              <a:rPr i="1" spc="-15" dirty="0">
                <a:latin typeface="Times New Roman"/>
                <a:cs typeface="Times New Roman"/>
              </a:rPr>
              <a:t>c</a:t>
            </a:r>
            <a:r>
              <a:rPr i="1" spc="-5" dirty="0">
                <a:latin typeface="Times New Roman"/>
                <a:cs typeface="Times New Roman"/>
              </a:rPr>
              <a:t>s</a:t>
            </a:r>
            <a:r>
              <a:rPr i="1" spc="10" dirty="0">
                <a:latin typeface="Times New Roman"/>
                <a:cs typeface="Times New Roman"/>
              </a:rPr>
              <a:t>p</a:t>
            </a:r>
            <a:r>
              <a:rPr spc="-5" dirty="0"/>
              <a:t>]</a:t>
            </a:r>
            <a:r>
              <a:rPr spc="-10" dirty="0"/>
              <a:t>,</a:t>
            </a:r>
            <a:r>
              <a:rPr i="1" spc="5" dirty="0">
                <a:latin typeface="Times New Roman"/>
                <a:cs typeface="Times New Roman"/>
              </a:rPr>
              <a:t>a</a:t>
            </a:r>
            <a:r>
              <a:rPr i="1" spc="-5" dirty="0">
                <a:latin typeface="Times New Roman"/>
                <a:cs typeface="Times New Roman"/>
              </a:rPr>
              <a:t>ssi</a:t>
            </a:r>
            <a:r>
              <a:rPr i="1" dirty="0">
                <a:latin typeface="Times New Roman"/>
                <a:cs typeface="Times New Roman"/>
              </a:rPr>
              <a:t>g</a:t>
            </a:r>
            <a:r>
              <a:rPr i="1" spc="5" dirty="0">
                <a:latin typeface="Times New Roman"/>
                <a:cs typeface="Times New Roman"/>
              </a:rPr>
              <a:t>n</a:t>
            </a:r>
            <a:r>
              <a:rPr i="1" spc="-5" dirty="0">
                <a:latin typeface="Times New Roman"/>
                <a:cs typeface="Times New Roman"/>
              </a:rPr>
              <a:t>m</a:t>
            </a:r>
            <a:r>
              <a:rPr i="1" spc="-15" dirty="0">
                <a:latin typeface="Times New Roman"/>
                <a:cs typeface="Times New Roman"/>
              </a:rPr>
              <a:t>e</a:t>
            </a:r>
            <a:r>
              <a:rPr i="1" spc="-10" dirty="0">
                <a:latin typeface="Times New Roman"/>
                <a:cs typeface="Times New Roman"/>
              </a:rPr>
              <a:t>nt</a:t>
            </a:r>
            <a:r>
              <a:rPr dirty="0"/>
              <a:t>,</a:t>
            </a:r>
            <a:r>
              <a:rPr i="1" spc="-15" dirty="0">
                <a:latin typeface="Times New Roman"/>
                <a:cs typeface="Times New Roman"/>
              </a:rPr>
              <a:t>c</a:t>
            </a:r>
            <a:r>
              <a:rPr i="1" spc="-5" dirty="0">
                <a:latin typeface="Times New Roman"/>
                <a:cs typeface="Times New Roman"/>
              </a:rPr>
              <a:t>s</a:t>
            </a:r>
            <a:r>
              <a:rPr i="1" spc="10" dirty="0">
                <a:latin typeface="Times New Roman"/>
                <a:cs typeface="Times New Roman"/>
              </a:rPr>
              <a:t>p</a:t>
            </a:r>
            <a:r>
              <a:rPr dirty="0"/>
              <a:t>)</a:t>
            </a:r>
          </a:p>
          <a:p>
            <a:pPr marL="354965">
              <a:lnSpc>
                <a:spcPct val="100000"/>
              </a:lnSpc>
              <a:spcBef>
                <a:spcPts val="200"/>
              </a:spcBef>
            </a:pPr>
            <a:r>
              <a:rPr b="1" spc="-5" dirty="0">
                <a:latin typeface="Times New Roman"/>
                <a:cs typeface="Times New Roman"/>
              </a:rPr>
              <a:t>f</a:t>
            </a:r>
            <a:r>
              <a:rPr b="1" spc="-10" dirty="0">
                <a:latin typeface="Times New Roman"/>
                <a:cs typeface="Times New Roman"/>
              </a:rPr>
              <a:t>or</a:t>
            </a:r>
            <a:r>
              <a:rPr b="1" spc="-15" dirty="0">
                <a:latin typeface="Times New Roman"/>
                <a:cs typeface="Times New Roman"/>
              </a:rPr>
              <a:t> e</a:t>
            </a:r>
            <a:r>
              <a:rPr b="1" spc="5" dirty="0">
                <a:latin typeface="Times New Roman"/>
                <a:cs typeface="Times New Roman"/>
              </a:rPr>
              <a:t>a</a:t>
            </a:r>
            <a:r>
              <a:rPr b="1" spc="-15" dirty="0">
                <a:latin typeface="Times New Roman"/>
                <a:cs typeface="Times New Roman"/>
              </a:rPr>
              <a:t>c</a:t>
            </a:r>
            <a:r>
              <a:rPr b="1" dirty="0">
                <a:latin typeface="Times New Roman"/>
                <a:cs typeface="Times New Roman"/>
              </a:rPr>
              <a:t>h</a:t>
            </a:r>
            <a:r>
              <a:rPr b="1" spc="-5" dirty="0">
                <a:latin typeface="Times New Roman"/>
                <a:cs typeface="Times New Roman"/>
              </a:rPr>
              <a:t> </a:t>
            </a:r>
            <a:r>
              <a:rPr i="1" spc="-15" dirty="0">
                <a:latin typeface="Times New Roman"/>
                <a:cs typeface="Times New Roman"/>
              </a:rPr>
              <a:t>v</a:t>
            </a:r>
            <a:r>
              <a:rPr i="1" spc="-10" dirty="0">
                <a:latin typeface="Times New Roman"/>
                <a:cs typeface="Times New Roman"/>
              </a:rPr>
              <a:t>alue </a:t>
            </a:r>
            <a:r>
              <a:rPr b="1" spc="-5" dirty="0">
                <a:latin typeface="Times New Roman"/>
                <a:cs typeface="Times New Roman"/>
              </a:rPr>
              <a:t>i</a:t>
            </a:r>
            <a:r>
              <a:rPr b="1" dirty="0">
                <a:latin typeface="Times New Roman"/>
                <a:cs typeface="Times New Roman"/>
              </a:rPr>
              <a:t>n</a:t>
            </a:r>
            <a:r>
              <a:rPr b="1" spc="-10" dirty="0">
                <a:latin typeface="Times New Roman"/>
                <a:cs typeface="Times New Roman"/>
              </a:rPr>
              <a:t> </a:t>
            </a:r>
            <a:r>
              <a:rPr spc="-5" dirty="0"/>
              <a:t>O</a:t>
            </a:r>
            <a:r>
              <a:rPr spc="-15" dirty="0"/>
              <a:t>R</a:t>
            </a:r>
            <a:r>
              <a:rPr dirty="0"/>
              <a:t>D</a:t>
            </a:r>
            <a:r>
              <a:rPr spc="-25" dirty="0"/>
              <a:t>ER</a:t>
            </a:r>
            <a:r>
              <a:rPr spc="-5" dirty="0"/>
              <a:t>-</a:t>
            </a:r>
            <a:r>
              <a:rPr dirty="0"/>
              <a:t>D</a:t>
            </a:r>
            <a:r>
              <a:rPr spc="-5" dirty="0"/>
              <a:t>O</a:t>
            </a:r>
            <a:r>
              <a:rPr spc="-15" dirty="0"/>
              <a:t>M</a:t>
            </a:r>
            <a:r>
              <a:rPr spc="-5" dirty="0"/>
              <a:t>AI</a:t>
            </a:r>
            <a:r>
              <a:rPr dirty="0"/>
              <a:t>N</a:t>
            </a:r>
            <a:r>
              <a:rPr spc="-15" dirty="0"/>
              <a:t>-</a:t>
            </a:r>
            <a:r>
              <a:rPr dirty="0"/>
              <a:t>V</a:t>
            </a:r>
            <a:r>
              <a:rPr spc="-5" dirty="0"/>
              <a:t>A</a:t>
            </a:r>
            <a:r>
              <a:rPr spc="-20" dirty="0"/>
              <a:t>L</a:t>
            </a:r>
            <a:r>
              <a:rPr spc="-5" dirty="0"/>
              <a:t>U</a:t>
            </a:r>
            <a:r>
              <a:rPr spc="-20" dirty="0"/>
              <a:t>E</a:t>
            </a:r>
            <a:r>
              <a:rPr spc="-5" dirty="0"/>
              <a:t>S</a:t>
            </a:r>
            <a:r>
              <a:rPr spc="5" dirty="0"/>
              <a:t>(</a:t>
            </a:r>
            <a:r>
              <a:rPr i="1" spc="-15" dirty="0">
                <a:latin typeface="Times New Roman"/>
                <a:cs typeface="Times New Roman"/>
              </a:rPr>
              <a:t>v</a:t>
            </a:r>
            <a:r>
              <a:rPr i="1" dirty="0">
                <a:latin typeface="Times New Roman"/>
                <a:cs typeface="Times New Roman"/>
              </a:rPr>
              <a:t>a</a:t>
            </a:r>
            <a:r>
              <a:rPr i="1" spc="5" dirty="0">
                <a:latin typeface="Times New Roman"/>
                <a:cs typeface="Times New Roman"/>
              </a:rPr>
              <a:t>r</a:t>
            </a:r>
            <a:r>
              <a:rPr i="1" dirty="0">
                <a:latin typeface="Times New Roman"/>
                <a:cs typeface="Times New Roman"/>
              </a:rPr>
              <a:t>,</a:t>
            </a:r>
            <a:r>
              <a:rPr i="1" spc="-10" dirty="0">
                <a:latin typeface="Times New Roman"/>
                <a:cs typeface="Times New Roman"/>
              </a:rPr>
              <a:t> </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a:t>
            </a:r>
            <a:r>
              <a:rPr i="1" spc="-10" dirty="0">
                <a:latin typeface="Times New Roman"/>
                <a:cs typeface="Times New Roman"/>
              </a:rPr>
              <a:t>i</a:t>
            </a:r>
            <a:r>
              <a:rPr i="1" spc="5" dirty="0">
                <a:latin typeface="Times New Roman"/>
                <a:cs typeface="Times New Roman"/>
              </a:rPr>
              <a:t>g</a:t>
            </a:r>
            <a:r>
              <a:rPr i="1" dirty="0">
                <a:latin typeface="Times New Roman"/>
                <a:cs typeface="Times New Roman"/>
              </a:rPr>
              <a:t>n</a:t>
            </a:r>
            <a:r>
              <a:rPr i="1" spc="-5" dirty="0">
                <a:latin typeface="Times New Roman"/>
                <a:cs typeface="Times New Roman"/>
              </a:rPr>
              <a:t>m</a:t>
            </a:r>
            <a:r>
              <a:rPr i="1" spc="-15" dirty="0">
                <a:latin typeface="Times New Roman"/>
                <a:cs typeface="Times New Roman"/>
              </a:rPr>
              <a:t>e</a:t>
            </a:r>
            <a:r>
              <a:rPr i="1" spc="5" dirty="0">
                <a:latin typeface="Times New Roman"/>
                <a:cs typeface="Times New Roman"/>
              </a:rPr>
              <a:t>n</a:t>
            </a:r>
            <a:r>
              <a:rPr i="1" spc="-10" dirty="0">
                <a:latin typeface="Times New Roman"/>
                <a:cs typeface="Times New Roman"/>
              </a:rPr>
              <a:t>t</a:t>
            </a:r>
            <a:r>
              <a:rPr i="1" dirty="0">
                <a:latin typeface="Times New Roman"/>
                <a:cs typeface="Times New Roman"/>
              </a:rPr>
              <a:t>,</a:t>
            </a:r>
            <a:r>
              <a:rPr i="1" spc="-10" dirty="0">
                <a:latin typeface="Times New Roman"/>
                <a:cs typeface="Times New Roman"/>
              </a:rPr>
              <a:t> </a:t>
            </a:r>
            <a:r>
              <a:rPr i="1" spc="-15" dirty="0">
                <a:latin typeface="Times New Roman"/>
                <a:cs typeface="Times New Roman"/>
              </a:rPr>
              <a:t>c</a:t>
            </a:r>
            <a:r>
              <a:rPr i="1" spc="-5" dirty="0">
                <a:latin typeface="Times New Roman"/>
                <a:cs typeface="Times New Roman"/>
              </a:rPr>
              <a:t>s</a:t>
            </a:r>
            <a:r>
              <a:rPr i="1" spc="20" dirty="0">
                <a:latin typeface="Times New Roman"/>
                <a:cs typeface="Times New Roman"/>
              </a:rPr>
              <a:t>p</a:t>
            </a:r>
            <a:r>
              <a:rPr dirty="0"/>
              <a:t>)</a:t>
            </a:r>
            <a:r>
              <a:rPr spc="-15" dirty="0">
                <a:latin typeface="Times New Roman"/>
                <a:cs typeface="Times New Roman"/>
              </a:rPr>
              <a:t> </a:t>
            </a:r>
            <a:r>
              <a:rPr b="1" spc="-5" dirty="0">
                <a:latin typeface="Times New Roman"/>
                <a:cs typeface="Times New Roman"/>
              </a:rPr>
              <a:t>do</a:t>
            </a:r>
          </a:p>
          <a:p>
            <a:pPr marL="926465">
              <a:lnSpc>
                <a:spcPct val="100000"/>
              </a:lnSpc>
              <a:spcBef>
                <a:spcPts val="200"/>
              </a:spcBef>
            </a:pPr>
            <a:r>
              <a:rPr b="1" spc="-10" dirty="0">
                <a:latin typeface="Times New Roman"/>
                <a:cs typeface="Times New Roman"/>
              </a:rPr>
              <a:t>i</a:t>
            </a:r>
            <a:r>
              <a:rPr b="1" dirty="0">
                <a:latin typeface="Times New Roman"/>
                <a:cs typeface="Times New Roman"/>
              </a:rPr>
              <a:t>f</a:t>
            </a:r>
            <a:r>
              <a:rPr b="1" spc="-5" dirty="0">
                <a:latin typeface="Times New Roman"/>
                <a:cs typeface="Times New Roman"/>
              </a:rPr>
              <a:t> </a:t>
            </a:r>
            <a:r>
              <a:rPr i="1" spc="-25" dirty="0">
                <a:latin typeface="Times New Roman"/>
                <a:cs typeface="Times New Roman"/>
              </a:rPr>
              <a:t>v</a:t>
            </a:r>
            <a:r>
              <a:rPr i="1" spc="5" dirty="0">
                <a:latin typeface="Times New Roman"/>
                <a:cs typeface="Times New Roman"/>
              </a:rPr>
              <a:t>a</a:t>
            </a:r>
            <a:r>
              <a:rPr i="1" spc="-10" dirty="0">
                <a:latin typeface="Times New Roman"/>
                <a:cs typeface="Times New Roman"/>
              </a:rPr>
              <a:t>l</a:t>
            </a:r>
            <a:r>
              <a:rPr i="1" spc="5" dirty="0">
                <a:latin typeface="Times New Roman"/>
                <a:cs typeface="Times New Roman"/>
              </a:rPr>
              <a:t>u</a:t>
            </a:r>
            <a:r>
              <a:rPr i="1" spc="-10" dirty="0">
                <a:latin typeface="Times New Roman"/>
                <a:cs typeface="Times New Roman"/>
              </a:rPr>
              <a:t>e </a:t>
            </a:r>
            <a:r>
              <a:rPr spc="-10" dirty="0"/>
              <a:t>i</a:t>
            </a:r>
            <a:r>
              <a:rPr dirty="0"/>
              <a:t>s</a:t>
            </a:r>
            <a:r>
              <a:rPr spc="-5" dirty="0">
                <a:latin typeface="Times New Roman"/>
                <a:cs typeface="Times New Roman"/>
              </a:rPr>
              <a:t> </a:t>
            </a:r>
            <a:r>
              <a:rPr spc="-15" dirty="0"/>
              <a:t>c</a:t>
            </a:r>
            <a:r>
              <a:rPr spc="5" dirty="0"/>
              <a:t>o</a:t>
            </a:r>
            <a:r>
              <a:rPr dirty="0"/>
              <a:t>n</a:t>
            </a:r>
            <a:r>
              <a:rPr spc="-5" dirty="0"/>
              <a:t>sist</a:t>
            </a:r>
            <a:r>
              <a:rPr spc="-25" dirty="0"/>
              <a:t>e</a:t>
            </a:r>
            <a:r>
              <a:rPr spc="5" dirty="0"/>
              <a:t>n</a:t>
            </a:r>
            <a:r>
              <a:rPr spc="-5" dirty="0"/>
              <a:t>t</a:t>
            </a:r>
            <a:r>
              <a:rPr spc="-5" dirty="0">
                <a:latin typeface="Times New Roman"/>
                <a:cs typeface="Times New Roman"/>
              </a:rPr>
              <a:t> </a:t>
            </a:r>
            <a:r>
              <a:rPr spc="-5" dirty="0"/>
              <a:t>w</a:t>
            </a:r>
            <a:r>
              <a:rPr spc="-10" dirty="0"/>
              <a:t>i</a:t>
            </a:r>
            <a:r>
              <a:rPr spc="-5" dirty="0"/>
              <a:t>t</a:t>
            </a:r>
            <a:r>
              <a:rPr dirty="0"/>
              <a:t>h</a:t>
            </a:r>
            <a:r>
              <a:rPr spc="10" dirty="0">
                <a:latin typeface="Times New Roman"/>
                <a:cs typeface="Times New Roman"/>
              </a:rPr>
              <a:t> </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a:t>
            </a:r>
            <a:r>
              <a:rPr i="1" spc="-10" dirty="0">
                <a:latin typeface="Times New Roman"/>
                <a:cs typeface="Times New Roman"/>
              </a:rPr>
              <a:t>i</a:t>
            </a:r>
            <a:r>
              <a:rPr i="1" spc="5" dirty="0">
                <a:latin typeface="Times New Roman"/>
                <a:cs typeface="Times New Roman"/>
              </a:rPr>
              <a:t>g</a:t>
            </a:r>
            <a:r>
              <a:rPr i="1" dirty="0">
                <a:latin typeface="Times New Roman"/>
                <a:cs typeface="Times New Roman"/>
              </a:rPr>
              <a:t>n</a:t>
            </a:r>
            <a:r>
              <a:rPr i="1" spc="-5" dirty="0">
                <a:latin typeface="Times New Roman"/>
                <a:cs typeface="Times New Roman"/>
              </a:rPr>
              <a:t>m</a:t>
            </a:r>
            <a:r>
              <a:rPr i="1" spc="-15" dirty="0">
                <a:latin typeface="Times New Roman"/>
                <a:cs typeface="Times New Roman"/>
              </a:rPr>
              <a:t>e</a:t>
            </a:r>
            <a:r>
              <a:rPr i="1" spc="-10" dirty="0">
                <a:latin typeface="Times New Roman"/>
                <a:cs typeface="Times New Roman"/>
              </a:rPr>
              <a:t>nt</a:t>
            </a:r>
            <a:r>
              <a:rPr i="1" dirty="0">
                <a:latin typeface="Times New Roman"/>
                <a:cs typeface="Times New Roman"/>
              </a:rPr>
              <a:t> </a:t>
            </a:r>
            <a:r>
              <a:rPr spc="-15" dirty="0"/>
              <a:t>acc</a:t>
            </a:r>
            <a:r>
              <a:rPr dirty="0"/>
              <a:t>o</a:t>
            </a:r>
            <a:r>
              <a:rPr spc="-5" dirty="0"/>
              <a:t>r</a:t>
            </a:r>
            <a:r>
              <a:rPr spc="-10" dirty="0"/>
              <a:t>di</a:t>
            </a:r>
            <a:r>
              <a:rPr dirty="0"/>
              <a:t>ng</a:t>
            </a:r>
            <a:r>
              <a:rPr dirty="0">
                <a:latin typeface="Times New Roman"/>
                <a:cs typeface="Times New Roman"/>
              </a:rPr>
              <a:t> </a:t>
            </a:r>
            <a:r>
              <a:rPr spc="-5" dirty="0"/>
              <a:t>t</a:t>
            </a:r>
            <a:r>
              <a:rPr dirty="0"/>
              <a:t>o</a:t>
            </a:r>
            <a:r>
              <a:rPr spc="-10" dirty="0">
                <a:latin typeface="Times New Roman"/>
                <a:cs typeface="Times New Roman"/>
              </a:rPr>
              <a:t> </a:t>
            </a:r>
            <a:r>
              <a:rPr spc="-15" dirty="0"/>
              <a:t>C</a:t>
            </a:r>
            <a:r>
              <a:rPr spc="-5" dirty="0"/>
              <a:t>O</a:t>
            </a:r>
            <a:r>
              <a:rPr dirty="0"/>
              <a:t>N</a:t>
            </a:r>
            <a:r>
              <a:rPr spc="-15" dirty="0"/>
              <a:t>S</a:t>
            </a:r>
            <a:r>
              <a:rPr spc="-30" dirty="0"/>
              <a:t>T</a:t>
            </a:r>
            <a:r>
              <a:rPr spc="-25" dirty="0"/>
              <a:t>R</a:t>
            </a:r>
            <a:r>
              <a:rPr dirty="0"/>
              <a:t>A</a:t>
            </a:r>
            <a:r>
              <a:rPr spc="-15" dirty="0"/>
              <a:t>I</a:t>
            </a:r>
            <a:r>
              <a:rPr spc="-5" dirty="0"/>
              <a:t>N</a:t>
            </a:r>
            <a:r>
              <a:rPr spc="-30" dirty="0"/>
              <a:t>T</a:t>
            </a:r>
            <a:r>
              <a:rPr spc="-5" dirty="0"/>
              <a:t>S</a:t>
            </a:r>
            <a:r>
              <a:rPr spc="15" dirty="0"/>
              <a:t>[</a:t>
            </a:r>
            <a:r>
              <a:rPr i="1" spc="-15" dirty="0">
                <a:latin typeface="Times New Roman"/>
                <a:cs typeface="Times New Roman"/>
              </a:rPr>
              <a:t>c</a:t>
            </a:r>
            <a:r>
              <a:rPr i="1" spc="5" dirty="0">
                <a:latin typeface="Times New Roman"/>
                <a:cs typeface="Times New Roman"/>
              </a:rPr>
              <a:t>s</a:t>
            </a:r>
            <a:r>
              <a:rPr i="1" dirty="0">
                <a:latin typeface="Times New Roman"/>
                <a:cs typeface="Times New Roman"/>
              </a:rPr>
              <a:t>p</a:t>
            </a:r>
            <a:r>
              <a:rPr dirty="0"/>
              <a:t>]</a:t>
            </a:r>
            <a:r>
              <a:rPr spc="-15" dirty="0">
                <a:latin typeface="Times New Roman"/>
                <a:cs typeface="Times New Roman"/>
              </a:rPr>
              <a:t> </a:t>
            </a:r>
            <a:r>
              <a:rPr b="1" spc="-5" dirty="0">
                <a:latin typeface="Times New Roman"/>
                <a:cs typeface="Times New Roman"/>
              </a:rPr>
              <a:t>the</a:t>
            </a:r>
            <a:r>
              <a:rPr b="1" dirty="0">
                <a:latin typeface="Times New Roman"/>
                <a:cs typeface="Times New Roman"/>
              </a:rPr>
              <a:t>n</a:t>
            </a:r>
          </a:p>
          <a:p>
            <a:pPr marL="1840864">
              <a:lnSpc>
                <a:spcPct val="100000"/>
              </a:lnSpc>
              <a:spcBef>
                <a:spcPts val="210"/>
              </a:spcBef>
            </a:pPr>
            <a:r>
              <a:rPr spc="-15" dirty="0"/>
              <a:t>a</a:t>
            </a:r>
            <a:r>
              <a:rPr dirty="0"/>
              <a:t>dd</a:t>
            </a:r>
            <a:r>
              <a:rPr dirty="0">
                <a:latin typeface="Times New Roman"/>
                <a:cs typeface="Times New Roman"/>
              </a:rPr>
              <a:t> </a:t>
            </a:r>
            <a:r>
              <a:rPr i="1" spc="-20" dirty="0">
                <a:latin typeface="Times New Roman"/>
                <a:cs typeface="Times New Roman"/>
              </a:rPr>
              <a:t>{</a:t>
            </a:r>
            <a:r>
              <a:rPr i="1" spc="-15" dirty="0">
                <a:latin typeface="Times New Roman"/>
                <a:cs typeface="Times New Roman"/>
              </a:rPr>
              <a:t>v</a:t>
            </a:r>
            <a:r>
              <a:rPr i="1" spc="5" dirty="0">
                <a:latin typeface="Times New Roman"/>
                <a:cs typeface="Times New Roman"/>
              </a:rPr>
              <a:t>a</a:t>
            </a:r>
            <a:r>
              <a:rPr i="1" spc="-5" dirty="0">
                <a:latin typeface="Times New Roman"/>
                <a:cs typeface="Times New Roman"/>
              </a:rPr>
              <a:t>r</a:t>
            </a:r>
            <a:r>
              <a:rPr i="1" spc="-15" dirty="0">
                <a:latin typeface="Times New Roman"/>
                <a:cs typeface="Times New Roman"/>
              </a:rPr>
              <a:t>=v</a:t>
            </a:r>
            <a:r>
              <a:rPr i="1" spc="-10" dirty="0">
                <a:latin typeface="Times New Roman"/>
                <a:cs typeface="Times New Roman"/>
              </a:rPr>
              <a:t>alu</a:t>
            </a:r>
            <a:r>
              <a:rPr i="1" spc="-15" dirty="0">
                <a:latin typeface="Times New Roman"/>
                <a:cs typeface="Times New Roman"/>
              </a:rPr>
              <a:t>e</a:t>
            </a:r>
            <a:r>
              <a:rPr i="1" spc="-10" dirty="0">
                <a:latin typeface="Times New Roman"/>
                <a:cs typeface="Times New Roman"/>
              </a:rPr>
              <a:t>}</a:t>
            </a:r>
            <a:r>
              <a:rPr i="1" dirty="0">
                <a:latin typeface="Times New Roman"/>
                <a:cs typeface="Times New Roman"/>
              </a:rPr>
              <a:t> </a:t>
            </a:r>
            <a:r>
              <a:rPr spc="-5" dirty="0"/>
              <a:t>t</a:t>
            </a:r>
            <a:r>
              <a:rPr dirty="0"/>
              <a:t>o</a:t>
            </a:r>
            <a:r>
              <a:rPr dirty="0">
                <a:latin typeface="Times New Roman"/>
                <a:cs typeface="Times New Roman"/>
              </a:rPr>
              <a:t> </a:t>
            </a:r>
            <a:r>
              <a:rPr spc="-25" dirty="0"/>
              <a:t>a</a:t>
            </a:r>
            <a:r>
              <a:rPr spc="5" dirty="0"/>
              <a:t>s</a:t>
            </a:r>
            <a:r>
              <a:rPr spc="-5" dirty="0"/>
              <a:t>si</a:t>
            </a:r>
            <a:r>
              <a:rPr dirty="0"/>
              <a:t>g</a:t>
            </a:r>
            <a:r>
              <a:rPr spc="5" dirty="0"/>
              <a:t>n</a:t>
            </a:r>
            <a:r>
              <a:rPr spc="-50" dirty="0"/>
              <a:t>m</a:t>
            </a:r>
            <a:r>
              <a:rPr spc="-25" dirty="0"/>
              <a:t>e</a:t>
            </a:r>
            <a:r>
              <a:rPr spc="5" dirty="0"/>
              <a:t>n</a:t>
            </a:r>
            <a:r>
              <a:rPr spc="-5" dirty="0"/>
              <a:t>t</a:t>
            </a:r>
          </a:p>
          <a:p>
            <a:pPr marL="1840864">
              <a:lnSpc>
                <a:spcPct val="100000"/>
              </a:lnSpc>
              <a:spcBef>
                <a:spcPts val="200"/>
              </a:spcBef>
            </a:pPr>
            <a:r>
              <a:rPr i="1" spc="-5" dirty="0">
                <a:latin typeface="Times New Roman"/>
                <a:cs typeface="Times New Roman"/>
              </a:rPr>
              <a:t>r</a:t>
            </a:r>
            <a:r>
              <a:rPr i="1" spc="-15" dirty="0">
                <a:latin typeface="Times New Roman"/>
                <a:cs typeface="Times New Roman"/>
              </a:rPr>
              <a:t>e</a:t>
            </a:r>
            <a:r>
              <a:rPr i="1" spc="-5" dirty="0">
                <a:latin typeface="Times New Roman"/>
                <a:cs typeface="Times New Roman"/>
              </a:rPr>
              <a:t>s</a:t>
            </a:r>
            <a:r>
              <a:rPr i="1" spc="5" dirty="0">
                <a:latin typeface="Times New Roman"/>
                <a:cs typeface="Times New Roman"/>
              </a:rPr>
              <a:t>u</a:t>
            </a:r>
            <a:r>
              <a:rPr i="1" spc="-10" dirty="0">
                <a:latin typeface="Times New Roman"/>
                <a:cs typeface="Times New Roman"/>
              </a:rPr>
              <a:t>l</a:t>
            </a:r>
            <a:r>
              <a:rPr i="1" spc="-5" dirty="0">
                <a:latin typeface="Times New Roman"/>
                <a:cs typeface="Times New Roman"/>
              </a:rPr>
              <a:t>t</a:t>
            </a:r>
            <a:r>
              <a:rPr i="1" dirty="0">
                <a:latin typeface="Times New Roman"/>
                <a:cs typeface="Times New Roman"/>
              </a:rPr>
              <a:t> </a:t>
            </a:r>
            <a:r>
              <a:rPr dirty="0">
                <a:latin typeface="Symbol"/>
                <a:cs typeface="Symbol"/>
              </a:rPr>
              <a:t></a:t>
            </a:r>
            <a:r>
              <a:rPr spc="-10" dirty="0">
                <a:latin typeface="Times New Roman"/>
                <a:cs typeface="Times New Roman"/>
              </a:rPr>
              <a:t> </a:t>
            </a:r>
            <a:r>
              <a:rPr spc="-15" dirty="0"/>
              <a:t>RR</a:t>
            </a:r>
            <a:r>
              <a:rPr spc="-20" dirty="0"/>
              <a:t>E</a:t>
            </a:r>
            <a:r>
              <a:rPr spc="-15" dirty="0"/>
              <a:t>C</a:t>
            </a:r>
            <a:r>
              <a:rPr spc="-5" dirty="0"/>
              <a:t>U</a:t>
            </a:r>
            <a:r>
              <a:rPr spc="-15" dirty="0"/>
              <a:t>R</a:t>
            </a:r>
            <a:r>
              <a:rPr spc="-10" dirty="0"/>
              <a:t>S</a:t>
            </a:r>
            <a:r>
              <a:rPr spc="-5" dirty="0"/>
              <a:t>I</a:t>
            </a:r>
            <a:r>
              <a:rPr dirty="0"/>
              <a:t>V</a:t>
            </a:r>
            <a:r>
              <a:rPr spc="-20" dirty="0"/>
              <a:t>E</a:t>
            </a:r>
            <a:r>
              <a:rPr spc="-15" dirty="0"/>
              <a:t>-B</a:t>
            </a:r>
            <a:r>
              <a:rPr spc="-5" dirty="0"/>
              <a:t>A</a:t>
            </a:r>
            <a:r>
              <a:rPr spc="-15" dirty="0"/>
              <a:t>C</a:t>
            </a:r>
            <a:r>
              <a:rPr spc="-30" dirty="0"/>
              <a:t>T</a:t>
            </a:r>
            <a:r>
              <a:rPr spc="-15" dirty="0"/>
              <a:t>R</a:t>
            </a:r>
            <a:r>
              <a:rPr spc="-5" dirty="0"/>
              <a:t>A</a:t>
            </a:r>
            <a:r>
              <a:rPr spc="-15" dirty="0"/>
              <a:t>C</a:t>
            </a:r>
            <a:r>
              <a:rPr spc="-5" dirty="0"/>
              <a:t>KING</a:t>
            </a:r>
            <a:r>
              <a:rPr spc="5" dirty="0"/>
              <a:t>(</a:t>
            </a:r>
            <a:r>
              <a:rPr i="1" spc="5" dirty="0">
                <a:latin typeface="Times New Roman"/>
                <a:cs typeface="Times New Roman"/>
              </a:rPr>
              <a:t>a</a:t>
            </a:r>
            <a:r>
              <a:rPr i="1" spc="-5" dirty="0">
                <a:latin typeface="Times New Roman"/>
                <a:cs typeface="Times New Roman"/>
              </a:rPr>
              <a:t>ssi</a:t>
            </a:r>
            <a:r>
              <a:rPr i="1" dirty="0">
                <a:latin typeface="Times New Roman"/>
                <a:cs typeface="Times New Roman"/>
              </a:rPr>
              <a:t>g</a:t>
            </a:r>
            <a:r>
              <a:rPr i="1" spc="5" dirty="0">
                <a:latin typeface="Times New Roman"/>
                <a:cs typeface="Times New Roman"/>
              </a:rPr>
              <a:t>n</a:t>
            </a:r>
            <a:r>
              <a:rPr i="1" spc="-5" dirty="0">
                <a:latin typeface="Times New Roman"/>
                <a:cs typeface="Times New Roman"/>
              </a:rPr>
              <a:t>m</a:t>
            </a:r>
            <a:r>
              <a:rPr i="1" spc="-15" dirty="0">
                <a:latin typeface="Times New Roman"/>
                <a:cs typeface="Times New Roman"/>
              </a:rPr>
              <a:t>e</a:t>
            </a:r>
            <a:r>
              <a:rPr i="1" spc="-10" dirty="0">
                <a:latin typeface="Times New Roman"/>
                <a:cs typeface="Times New Roman"/>
              </a:rPr>
              <a:t>nt</a:t>
            </a:r>
            <a:r>
              <a:rPr i="1" dirty="0">
                <a:latin typeface="Times New Roman"/>
                <a:cs typeface="Times New Roman"/>
              </a:rPr>
              <a:t>, </a:t>
            </a:r>
            <a:r>
              <a:rPr i="1" spc="-25" dirty="0">
                <a:latin typeface="Times New Roman"/>
                <a:cs typeface="Times New Roman"/>
              </a:rPr>
              <a:t>c</a:t>
            </a:r>
            <a:r>
              <a:rPr i="1" spc="5" dirty="0">
                <a:latin typeface="Times New Roman"/>
                <a:cs typeface="Times New Roman"/>
              </a:rPr>
              <a:t>s</a:t>
            </a:r>
            <a:r>
              <a:rPr i="1" spc="10" dirty="0">
                <a:latin typeface="Times New Roman"/>
                <a:cs typeface="Times New Roman"/>
              </a:rPr>
              <a:t>p</a:t>
            </a:r>
            <a:r>
              <a:rPr dirty="0"/>
              <a:t>)</a:t>
            </a:r>
          </a:p>
          <a:p>
            <a:pPr marL="1840864">
              <a:lnSpc>
                <a:spcPct val="100000"/>
              </a:lnSpc>
              <a:spcBef>
                <a:spcPts val="150"/>
              </a:spcBef>
            </a:pPr>
            <a:r>
              <a:rPr b="1" spc="-10" dirty="0">
                <a:latin typeface="Times New Roman"/>
                <a:cs typeface="Times New Roman"/>
              </a:rPr>
              <a:t>i</a:t>
            </a:r>
            <a:r>
              <a:rPr b="1" dirty="0">
                <a:latin typeface="Times New Roman"/>
                <a:cs typeface="Times New Roman"/>
              </a:rPr>
              <a:t>f</a:t>
            </a:r>
            <a:r>
              <a:rPr b="1" spc="-5" dirty="0">
                <a:latin typeface="Times New Roman"/>
                <a:cs typeface="Times New Roman"/>
              </a:rPr>
              <a:t> </a:t>
            </a:r>
            <a:r>
              <a:rPr i="1" spc="-5" dirty="0">
                <a:latin typeface="Times New Roman"/>
                <a:cs typeface="Times New Roman"/>
              </a:rPr>
              <a:t>r</a:t>
            </a:r>
            <a:r>
              <a:rPr i="1" spc="-15" dirty="0">
                <a:latin typeface="Times New Roman"/>
                <a:cs typeface="Times New Roman"/>
              </a:rPr>
              <a:t>e</a:t>
            </a:r>
            <a:r>
              <a:rPr i="1" spc="-5" dirty="0">
                <a:latin typeface="Times New Roman"/>
                <a:cs typeface="Times New Roman"/>
              </a:rPr>
              <a:t>s</a:t>
            </a:r>
            <a:r>
              <a:rPr i="1" spc="-10" dirty="0">
                <a:latin typeface="Times New Roman"/>
                <a:cs typeface="Times New Roman"/>
              </a:rPr>
              <a:t>ult</a:t>
            </a:r>
            <a:r>
              <a:rPr i="1" dirty="0">
                <a:latin typeface="Times New Roman"/>
                <a:cs typeface="Times New Roman"/>
              </a:rPr>
              <a:t> </a:t>
            </a:r>
            <a:r>
              <a:rPr sz="1650" i="1" spc="-40" dirty="0">
                <a:latin typeface="Symbol"/>
                <a:cs typeface="Symbol"/>
              </a:rPr>
              <a:t></a:t>
            </a:r>
            <a:r>
              <a:rPr sz="1650" i="1" spc="-25" dirty="0">
                <a:latin typeface="Times New Roman"/>
                <a:cs typeface="Times New Roman"/>
              </a:rPr>
              <a:t> </a:t>
            </a:r>
            <a:r>
              <a:rPr i="1" spc="-10" dirty="0">
                <a:latin typeface="Times New Roman"/>
                <a:cs typeface="Times New Roman"/>
              </a:rPr>
              <a:t>f</a:t>
            </a:r>
            <a:r>
              <a:rPr i="1" spc="5" dirty="0">
                <a:latin typeface="Times New Roman"/>
                <a:cs typeface="Times New Roman"/>
              </a:rPr>
              <a:t>a</a:t>
            </a:r>
            <a:r>
              <a:rPr i="1" spc="-10" dirty="0">
                <a:latin typeface="Times New Roman"/>
                <a:cs typeface="Times New Roman"/>
              </a:rPr>
              <a:t>i</a:t>
            </a:r>
            <a:r>
              <a:rPr i="1" spc="-5" dirty="0">
                <a:latin typeface="Times New Roman"/>
                <a:cs typeface="Times New Roman"/>
              </a:rPr>
              <a:t>l</a:t>
            </a:r>
            <a:r>
              <a:rPr i="1" dirty="0">
                <a:latin typeface="Times New Roman"/>
                <a:cs typeface="Times New Roman"/>
              </a:rPr>
              <a:t>u</a:t>
            </a:r>
            <a:r>
              <a:rPr i="1" spc="-5" dirty="0">
                <a:latin typeface="Times New Roman"/>
                <a:cs typeface="Times New Roman"/>
              </a:rPr>
              <a:t>r</a:t>
            </a:r>
            <a:r>
              <a:rPr i="1" spc="-10" dirty="0">
                <a:latin typeface="Times New Roman"/>
                <a:cs typeface="Times New Roman"/>
              </a:rPr>
              <a:t>e</a:t>
            </a:r>
            <a:r>
              <a:rPr i="1" dirty="0">
                <a:latin typeface="Times New Roman"/>
                <a:cs typeface="Times New Roman"/>
              </a:rPr>
              <a:t> </a:t>
            </a:r>
            <a:r>
              <a:rPr i="1" spc="-10" dirty="0">
                <a:latin typeface="Times New Roman"/>
                <a:cs typeface="Times New Roman"/>
              </a:rPr>
              <a:t> </a:t>
            </a:r>
            <a:r>
              <a:rPr b="1" spc="-5" dirty="0">
                <a:latin typeface="Times New Roman"/>
                <a:cs typeface="Times New Roman"/>
              </a:rPr>
              <a:t>the</a:t>
            </a:r>
            <a:r>
              <a:rPr b="1" dirty="0">
                <a:latin typeface="Times New Roman"/>
                <a:cs typeface="Times New Roman"/>
              </a:rPr>
              <a:t>n</a:t>
            </a:r>
            <a:r>
              <a:rPr b="1" spc="-10" dirty="0">
                <a:latin typeface="Times New Roman"/>
                <a:cs typeface="Times New Roman"/>
              </a:rPr>
              <a:t> </a:t>
            </a:r>
            <a:r>
              <a:rPr b="1" spc="-15" dirty="0">
                <a:latin typeface="Times New Roman"/>
                <a:cs typeface="Times New Roman"/>
              </a:rPr>
              <a:t>re</a:t>
            </a:r>
            <a:r>
              <a:rPr b="1" spc="-5" dirty="0">
                <a:latin typeface="Times New Roman"/>
                <a:cs typeface="Times New Roman"/>
              </a:rPr>
              <a:t>t</a:t>
            </a:r>
            <a:r>
              <a:rPr b="1" spc="-10" dirty="0">
                <a:latin typeface="Times New Roman"/>
                <a:cs typeface="Times New Roman"/>
              </a:rPr>
              <a:t>u</a:t>
            </a:r>
            <a:r>
              <a:rPr b="1" spc="-15" dirty="0">
                <a:latin typeface="Times New Roman"/>
                <a:cs typeface="Times New Roman"/>
              </a:rPr>
              <a:t>r</a:t>
            </a:r>
            <a:r>
              <a:rPr b="1" dirty="0">
                <a:latin typeface="Times New Roman"/>
                <a:cs typeface="Times New Roman"/>
              </a:rPr>
              <a:t>n</a:t>
            </a:r>
            <a:r>
              <a:rPr b="1" spc="5" dirty="0">
                <a:latin typeface="Times New Roman"/>
                <a:cs typeface="Times New Roman"/>
              </a:rPr>
              <a:t> </a:t>
            </a:r>
            <a:r>
              <a:rPr i="1" spc="-5" dirty="0">
                <a:latin typeface="Times New Roman"/>
                <a:cs typeface="Times New Roman"/>
              </a:rPr>
              <a:t>r</a:t>
            </a:r>
            <a:r>
              <a:rPr i="1" spc="-15" dirty="0">
                <a:latin typeface="Times New Roman"/>
                <a:cs typeface="Times New Roman"/>
              </a:rPr>
              <a:t>e</a:t>
            </a:r>
            <a:r>
              <a:rPr i="1" spc="-5" dirty="0">
                <a:latin typeface="Times New Roman"/>
                <a:cs typeface="Times New Roman"/>
              </a:rPr>
              <a:t>s</a:t>
            </a:r>
            <a:r>
              <a:rPr i="1" spc="-10" dirty="0">
                <a:latin typeface="Times New Roman"/>
                <a:cs typeface="Times New Roman"/>
              </a:rPr>
              <a:t>ult</a:t>
            </a:r>
            <a:endParaRPr sz="1650">
              <a:latin typeface="Times New Roman"/>
              <a:cs typeface="Times New Roman"/>
            </a:endParaRPr>
          </a:p>
          <a:p>
            <a:pPr marL="1841500">
              <a:lnSpc>
                <a:spcPct val="100000"/>
              </a:lnSpc>
              <a:spcBef>
                <a:spcPts val="200"/>
              </a:spcBef>
            </a:pPr>
            <a:r>
              <a:rPr spc="-15" dirty="0"/>
              <a:t>re</a:t>
            </a:r>
            <a:r>
              <a:rPr spc="-45" dirty="0"/>
              <a:t>m</a:t>
            </a:r>
            <a:r>
              <a:rPr spc="-10" dirty="0"/>
              <a:t>ove</a:t>
            </a:r>
            <a:r>
              <a:rPr dirty="0">
                <a:latin typeface="Times New Roman"/>
                <a:cs typeface="Times New Roman"/>
              </a:rPr>
              <a:t> </a:t>
            </a:r>
            <a:r>
              <a:rPr i="1" spc="-20" dirty="0">
                <a:latin typeface="Times New Roman"/>
                <a:cs typeface="Times New Roman"/>
              </a:rPr>
              <a:t>{</a:t>
            </a:r>
            <a:r>
              <a:rPr i="1" spc="-15" dirty="0">
                <a:latin typeface="Times New Roman"/>
                <a:cs typeface="Times New Roman"/>
              </a:rPr>
              <a:t>v</a:t>
            </a:r>
            <a:r>
              <a:rPr i="1" dirty="0">
                <a:latin typeface="Times New Roman"/>
                <a:cs typeface="Times New Roman"/>
              </a:rPr>
              <a:t>a</a:t>
            </a:r>
            <a:r>
              <a:rPr i="1" spc="5" dirty="0">
                <a:latin typeface="Times New Roman"/>
                <a:cs typeface="Times New Roman"/>
              </a:rPr>
              <a:t>r</a:t>
            </a:r>
            <a:r>
              <a:rPr i="1" spc="-15" dirty="0">
                <a:latin typeface="Times New Roman"/>
                <a:cs typeface="Times New Roman"/>
              </a:rPr>
              <a:t>=v</a:t>
            </a:r>
            <a:r>
              <a:rPr i="1" spc="-10" dirty="0">
                <a:latin typeface="Times New Roman"/>
                <a:cs typeface="Times New Roman"/>
              </a:rPr>
              <a:t>al</a:t>
            </a:r>
            <a:r>
              <a:rPr i="1" spc="5" dirty="0">
                <a:latin typeface="Times New Roman"/>
                <a:cs typeface="Times New Roman"/>
              </a:rPr>
              <a:t>u</a:t>
            </a:r>
            <a:r>
              <a:rPr i="1" spc="-15" dirty="0">
                <a:latin typeface="Times New Roman"/>
                <a:cs typeface="Times New Roman"/>
              </a:rPr>
              <a:t>e</a:t>
            </a:r>
            <a:r>
              <a:rPr i="1" spc="-10" dirty="0">
                <a:latin typeface="Times New Roman"/>
                <a:cs typeface="Times New Roman"/>
              </a:rPr>
              <a:t>}</a:t>
            </a:r>
            <a:r>
              <a:rPr i="1" spc="-5" dirty="0">
                <a:latin typeface="Times New Roman"/>
                <a:cs typeface="Times New Roman"/>
              </a:rPr>
              <a:t> </a:t>
            </a:r>
            <a:r>
              <a:rPr spc="5" dirty="0"/>
              <a:t>f</a:t>
            </a:r>
            <a:r>
              <a:rPr spc="-5" dirty="0"/>
              <a:t>r</a:t>
            </a:r>
            <a:r>
              <a:rPr spc="-15" dirty="0"/>
              <a:t>om</a:t>
            </a:r>
            <a:r>
              <a:rPr spc="-35" dirty="0">
                <a:latin typeface="Times New Roman"/>
                <a:cs typeface="Times New Roman"/>
              </a:rPr>
              <a:t> </a:t>
            </a:r>
            <a:r>
              <a:rPr i="1" dirty="0">
                <a:latin typeface="Times New Roman"/>
                <a:cs typeface="Times New Roman"/>
              </a:rPr>
              <a:t>a</a:t>
            </a:r>
            <a:r>
              <a:rPr i="1" spc="5" dirty="0">
                <a:latin typeface="Times New Roman"/>
                <a:cs typeface="Times New Roman"/>
              </a:rPr>
              <a:t>s</a:t>
            </a:r>
            <a:r>
              <a:rPr i="1" spc="-5" dirty="0">
                <a:latin typeface="Times New Roman"/>
                <a:cs typeface="Times New Roman"/>
              </a:rPr>
              <a:t>si</a:t>
            </a:r>
            <a:r>
              <a:rPr i="1" dirty="0">
                <a:latin typeface="Times New Roman"/>
                <a:cs typeface="Times New Roman"/>
              </a:rPr>
              <a:t>gn</a:t>
            </a:r>
            <a:r>
              <a:rPr i="1" spc="-5" dirty="0">
                <a:latin typeface="Times New Roman"/>
                <a:cs typeface="Times New Roman"/>
              </a:rPr>
              <a:t>m</a:t>
            </a:r>
            <a:r>
              <a:rPr i="1" spc="-15" dirty="0">
                <a:latin typeface="Times New Roman"/>
                <a:cs typeface="Times New Roman"/>
              </a:rPr>
              <a:t>e</a:t>
            </a:r>
            <a:r>
              <a:rPr i="1" spc="5" dirty="0">
                <a:latin typeface="Times New Roman"/>
                <a:cs typeface="Times New Roman"/>
              </a:rPr>
              <a:t>n</a:t>
            </a:r>
            <a:r>
              <a:rPr i="1" spc="-5" dirty="0">
                <a:latin typeface="Times New Roman"/>
                <a:cs typeface="Times New Roman"/>
              </a:rPr>
              <a:t>t</a:t>
            </a:r>
          </a:p>
          <a:p>
            <a:pPr marL="355600">
              <a:lnSpc>
                <a:spcPct val="100000"/>
              </a:lnSpc>
              <a:spcBef>
                <a:spcPts val="200"/>
              </a:spcBef>
            </a:pPr>
            <a:r>
              <a:rPr spc="-5" dirty="0"/>
              <a:t>r</a:t>
            </a:r>
            <a:r>
              <a:rPr spc="-25" dirty="0"/>
              <a:t>e</a:t>
            </a:r>
            <a:r>
              <a:rPr spc="-5" dirty="0"/>
              <a:t>t</a:t>
            </a:r>
            <a:r>
              <a:rPr dirty="0"/>
              <a:t>u</a:t>
            </a:r>
            <a:r>
              <a:rPr spc="-5" dirty="0"/>
              <a:t>r</a:t>
            </a:r>
            <a:r>
              <a:rPr dirty="0"/>
              <a:t>n</a:t>
            </a:r>
            <a:r>
              <a:rPr dirty="0">
                <a:latin typeface="Times New Roman"/>
                <a:cs typeface="Times New Roman"/>
              </a:rPr>
              <a:t> </a:t>
            </a:r>
            <a:r>
              <a:rPr i="1" spc="-10" dirty="0">
                <a:latin typeface="Times New Roman"/>
                <a:cs typeface="Times New Roman"/>
              </a:rPr>
              <a:t>fai</a:t>
            </a:r>
            <a:r>
              <a:rPr i="1" spc="-5" dirty="0">
                <a:latin typeface="Times New Roman"/>
                <a:cs typeface="Times New Roman"/>
              </a:rPr>
              <a:t>l</a:t>
            </a:r>
            <a:r>
              <a:rPr i="1" dirty="0">
                <a:latin typeface="Times New Roman"/>
                <a:cs typeface="Times New Roman"/>
              </a:rPr>
              <a:t>u</a:t>
            </a:r>
            <a:r>
              <a:rPr i="1" spc="-5" dirty="0">
                <a:latin typeface="Times New Roman"/>
                <a:cs typeface="Times New Roman"/>
              </a:rPr>
              <a:t>r</a:t>
            </a:r>
            <a:r>
              <a:rPr i="1" spc="-10" dirty="0">
                <a:latin typeface="Times New Roman"/>
                <a:cs typeface="Times New Roman"/>
              </a:rPr>
              <a:t>e</a:t>
            </a:r>
          </a:p>
        </p:txBody>
      </p:sp>
    </p:spTree>
    <p:extLst>
      <p:ext uri="{BB962C8B-B14F-4D97-AF65-F5344CB8AC3E}">
        <p14:creationId xmlns:p14="http://schemas.microsoft.com/office/powerpoint/2010/main" val="3344175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7019" rIns="0" bIns="0" rtlCol="0">
            <a:spAutoFit/>
          </a:bodyPr>
          <a:lstStyle/>
          <a:p>
            <a:pPr marL="12700">
              <a:lnSpc>
                <a:spcPct val="100000"/>
              </a:lnSpc>
            </a:pPr>
            <a:r>
              <a:rPr sz="3600" spc="-45" dirty="0">
                <a:latin typeface="Arial Black"/>
                <a:cs typeface="Arial Black"/>
              </a:rPr>
              <a:t>B</a:t>
            </a:r>
            <a:r>
              <a:rPr sz="3600" spc="-25" dirty="0">
                <a:latin typeface="Arial Black"/>
                <a:cs typeface="Arial Black"/>
              </a:rPr>
              <a:t>a</a:t>
            </a:r>
            <a:r>
              <a:rPr sz="3600" spc="-30" dirty="0">
                <a:latin typeface="Arial Black"/>
                <a:cs typeface="Arial Black"/>
              </a:rPr>
              <a:t>c</a:t>
            </a:r>
            <a:r>
              <a:rPr sz="3600" spc="-40" dirty="0">
                <a:latin typeface="Arial Black"/>
                <a:cs typeface="Arial Black"/>
              </a:rPr>
              <a:t>k</a:t>
            </a:r>
            <a:r>
              <a:rPr sz="3600" spc="-30" dirty="0">
                <a:latin typeface="Arial Black"/>
                <a:cs typeface="Arial Black"/>
              </a:rPr>
              <a:t>track</a:t>
            </a:r>
            <a:r>
              <a:rPr sz="3600" dirty="0">
                <a:latin typeface="Arial Black"/>
                <a:cs typeface="Arial Black"/>
              </a:rPr>
              <a:t>i</a:t>
            </a:r>
            <a:r>
              <a:rPr sz="3600" spc="-5" dirty="0">
                <a:latin typeface="Arial Black"/>
                <a:cs typeface="Arial Black"/>
              </a:rPr>
              <a:t>n</a:t>
            </a:r>
            <a:r>
              <a:rPr sz="3600" spc="-25" dirty="0">
                <a:latin typeface="Arial Black"/>
                <a:cs typeface="Arial Black"/>
              </a:rPr>
              <a:t>g</a:t>
            </a:r>
            <a:r>
              <a:rPr sz="3600" spc="295" dirty="0">
                <a:latin typeface="Times New Roman"/>
                <a:cs typeface="Times New Roman"/>
              </a:rPr>
              <a:t> </a:t>
            </a:r>
            <a:r>
              <a:rPr sz="3600" spc="-40" dirty="0">
                <a:latin typeface="Arial Black"/>
                <a:cs typeface="Arial Black"/>
              </a:rPr>
              <a:t>s</a:t>
            </a:r>
            <a:r>
              <a:rPr sz="3600" spc="-30" dirty="0">
                <a:latin typeface="Arial Black"/>
                <a:cs typeface="Arial Black"/>
              </a:rPr>
              <a:t>earc</a:t>
            </a:r>
            <a:r>
              <a:rPr sz="3600" spc="-25" dirty="0">
                <a:latin typeface="Arial Black"/>
                <a:cs typeface="Arial Black"/>
              </a:rPr>
              <a:t>h</a:t>
            </a:r>
            <a:endParaRPr sz="3600" dirty="0">
              <a:latin typeface="Arial Black"/>
              <a:cs typeface="Arial Black"/>
            </a:endParaRPr>
          </a:p>
        </p:txBody>
      </p:sp>
      <p:sp>
        <p:nvSpPr>
          <p:cNvPr id="4" name="Text Placeholder 3"/>
          <p:cNvSpPr>
            <a:spLocks noGrp="1"/>
          </p:cNvSpPr>
          <p:nvPr>
            <p:ph type="body" idx="1"/>
          </p:nvPr>
        </p:nvSpPr>
        <p:spPr/>
        <p:txBody>
          <a:bodyPr/>
          <a:lstStyle/>
          <a:p>
            <a:endParaRPr lang="en-IN"/>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916832"/>
            <a:ext cx="8208912"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54830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548680"/>
            <a:ext cx="8072119" cy="1031239"/>
          </a:xfrm>
          <a:prstGeom prst="rect">
            <a:avLst/>
          </a:prstGeom>
        </p:spPr>
        <p:txBody>
          <a:bodyPr vert="horz" wrap="square" lIns="0" tIns="287019" rIns="0" bIns="0" rtlCol="0">
            <a:spAutoFit/>
          </a:bodyPr>
          <a:lstStyle/>
          <a:p>
            <a:pPr marL="12700">
              <a:lnSpc>
                <a:spcPct val="100000"/>
              </a:lnSpc>
            </a:pPr>
            <a:r>
              <a:rPr sz="3600" spc="-45" dirty="0">
                <a:latin typeface="Arial Black"/>
                <a:cs typeface="Arial Black"/>
              </a:rPr>
              <a:t>B</a:t>
            </a:r>
            <a:r>
              <a:rPr sz="3600" spc="-25" dirty="0">
                <a:latin typeface="Arial Black"/>
                <a:cs typeface="Arial Black"/>
              </a:rPr>
              <a:t>a</a:t>
            </a:r>
            <a:r>
              <a:rPr sz="3600" spc="-30" dirty="0">
                <a:latin typeface="Arial Black"/>
                <a:cs typeface="Arial Black"/>
              </a:rPr>
              <a:t>c</a:t>
            </a:r>
            <a:r>
              <a:rPr sz="3600" spc="-40" dirty="0">
                <a:latin typeface="Arial Black"/>
                <a:cs typeface="Arial Black"/>
              </a:rPr>
              <a:t>k</a:t>
            </a:r>
            <a:r>
              <a:rPr sz="3600" spc="-30" dirty="0">
                <a:latin typeface="Arial Black"/>
                <a:cs typeface="Arial Black"/>
              </a:rPr>
              <a:t>track</a:t>
            </a:r>
            <a:r>
              <a:rPr sz="3600" dirty="0">
                <a:latin typeface="Arial Black"/>
                <a:cs typeface="Arial Black"/>
              </a:rPr>
              <a:t>i</a:t>
            </a:r>
            <a:r>
              <a:rPr sz="3600" spc="-5" dirty="0">
                <a:latin typeface="Arial Black"/>
                <a:cs typeface="Arial Black"/>
              </a:rPr>
              <a:t>n</a:t>
            </a:r>
            <a:r>
              <a:rPr sz="3600" spc="-25" dirty="0">
                <a:latin typeface="Arial Black"/>
                <a:cs typeface="Arial Black"/>
              </a:rPr>
              <a:t>g</a:t>
            </a:r>
            <a:r>
              <a:rPr sz="3600" spc="295" dirty="0">
                <a:latin typeface="Times New Roman"/>
                <a:cs typeface="Times New Roman"/>
              </a:rPr>
              <a:t> </a:t>
            </a:r>
            <a:r>
              <a:rPr sz="3600" spc="-40" dirty="0">
                <a:latin typeface="Arial Black"/>
                <a:cs typeface="Arial Black"/>
              </a:rPr>
              <a:t>s</a:t>
            </a:r>
            <a:r>
              <a:rPr sz="3600" spc="-30" dirty="0">
                <a:latin typeface="Arial Black"/>
                <a:cs typeface="Arial Black"/>
              </a:rPr>
              <a:t>earc</a:t>
            </a:r>
            <a:r>
              <a:rPr sz="3600" spc="-25" dirty="0">
                <a:latin typeface="Arial Black"/>
                <a:cs typeface="Arial Black"/>
              </a:rPr>
              <a:t>h</a:t>
            </a:r>
            <a:endParaRPr sz="3600" dirty="0">
              <a:latin typeface="Arial Black"/>
              <a:cs typeface="Arial Black"/>
            </a:endParaRPr>
          </a:p>
        </p:txBody>
      </p:sp>
      <p:sp>
        <p:nvSpPr>
          <p:cNvPr id="4" name="Text Placeholder 3"/>
          <p:cNvSpPr>
            <a:spLocks noGrp="1"/>
          </p:cNvSpPr>
          <p:nvPr>
            <p:ph type="body" idx="1"/>
          </p:nvPr>
        </p:nvSpPr>
        <p:spPr/>
        <p:txBody>
          <a:bodyPr/>
          <a:lstStyle/>
          <a:p>
            <a:endParaRPr lang="en-IN"/>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628800"/>
            <a:ext cx="8424936"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699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319" rIns="0" bIns="0" rtlCol="0">
            <a:spAutoFit/>
          </a:bodyPr>
          <a:lstStyle/>
          <a:p>
            <a:pPr marL="12700">
              <a:lnSpc>
                <a:spcPct val="100000"/>
              </a:lnSpc>
            </a:pPr>
            <a:r>
              <a:rPr sz="3600" spc="-45" dirty="0">
                <a:latin typeface="Arial Black"/>
                <a:cs typeface="Arial Black"/>
              </a:rPr>
              <a:t>B</a:t>
            </a:r>
            <a:r>
              <a:rPr sz="3600" spc="-25" dirty="0">
                <a:latin typeface="Arial Black"/>
                <a:cs typeface="Arial Black"/>
              </a:rPr>
              <a:t>a</a:t>
            </a:r>
            <a:r>
              <a:rPr sz="3600" spc="-30" dirty="0">
                <a:latin typeface="Arial Black"/>
                <a:cs typeface="Arial Black"/>
              </a:rPr>
              <a:t>c</a:t>
            </a:r>
            <a:r>
              <a:rPr sz="3600" spc="-40" dirty="0">
                <a:latin typeface="Arial Black"/>
                <a:cs typeface="Arial Black"/>
              </a:rPr>
              <a:t>k</a:t>
            </a:r>
            <a:r>
              <a:rPr sz="3600" spc="-30" dirty="0">
                <a:latin typeface="Arial Black"/>
                <a:cs typeface="Arial Black"/>
              </a:rPr>
              <a:t>track</a:t>
            </a:r>
            <a:r>
              <a:rPr sz="3600" dirty="0">
                <a:latin typeface="Arial Black"/>
                <a:cs typeface="Arial Black"/>
              </a:rPr>
              <a:t>i</a:t>
            </a:r>
            <a:r>
              <a:rPr sz="3600" spc="-5" dirty="0">
                <a:latin typeface="Arial Black"/>
                <a:cs typeface="Arial Black"/>
              </a:rPr>
              <a:t>n</a:t>
            </a:r>
            <a:r>
              <a:rPr sz="3600" spc="-25" dirty="0">
                <a:latin typeface="Arial Black"/>
                <a:cs typeface="Arial Black"/>
              </a:rPr>
              <a:t>g</a:t>
            </a:r>
            <a:r>
              <a:rPr sz="3600" spc="295" dirty="0">
                <a:latin typeface="Times New Roman"/>
                <a:cs typeface="Times New Roman"/>
              </a:rPr>
              <a:t> </a:t>
            </a:r>
            <a:r>
              <a:rPr sz="3600" spc="-30" dirty="0">
                <a:latin typeface="Arial Black"/>
                <a:cs typeface="Arial Black"/>
              </a:rPr>
              <a:t>exa</a:t>
            </a:r>
            <a:r>
              <a:rPr sz="3600" spc="-40" dirty="0">
                <a:latin typeface="Arial Black"/>
                <a:cs typeface="Arial Black"/>
              </a:rPr>
              <a:t>m</a:t>
            </a:r>
            <a:r>
              <a:rPr sz="3600" spc="-30" dirty="0">
                <a:latin typeface="Arial Black"/>
                <a:cs typeface="Arial Black"/>
              </a:rPr>
              <a:t>p</a:t>
            </a:r>
            <a:r>
              <a:rPr sz="3600" dirty="0">
                <a:latin typeface="Arial Black"/>
                <a:cs typeface="Arial Black"/>
              </a:rPr>
              <a:t>le</a:t>
            </a:r>
            <a:endParaRPr sz="3600">
              <a:latin typeface="Arial Black"/>
              <a:cs typeface="Arial Black"/>
            </a:endParaRPr>
          </a:p>
        </p:txBody>
      </p:sp>
      <p:sp>
        <p:nvSpPr>
          <p:cNvPr id="3" name="object 3"/>
          <p:cNvSpPr/>
          <p:nvPr/>
        </p:nvSpPr>
        <p:spPr>
          <a:xfrm>
            <a:off x="457200" y="1986279"/>
            <a:ext cx="8229600" cy="387223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286000" y="1844824"/>
            <a:ext cx="4495800" cy="2667000"/>
          </a:xfrm>
          <a:prstGeom prst="rect">
            <a:avLst/>
          </a:prstGeom>
          <a:blipFill>
            <a:blip r:embed="rId4" cstate="print"/>
            <a:stretch>
              <a:fillRect/>
            </a:stretch>
          </a:blipFill>
        </p:spPr>
        <p:txBody>
          <a:bodyPr wrap="square" lIns="0" tIns="0" rIns="0" bIns="0" rtlCol="0"/>
          <a:lstStyle/>
          <a:p>
            <a:endParaRPr/>
          </a:p>
        </p:txBody>
      </p:sp>
      <p:cxnSp>
        <p:nvCxnSpPr>
          <p:cNvPr id="5" name="Straight Connector 4"/>
          <p:cNvCxnSpPr/>
          <p:nvPr/>
        </p:nvCxnSpPr>
        <p:spPr>
          <a:xfrm>
            <a:off x="0" y="177281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bject 4"/>
          <p:cNvSpPr txBox="1"/>
          <p:nvPr/>
        </p:nvSpPr>
        <p:spPr>
          <a:xfrm>
            <a:off x="827584" y="4540217"/>
            <a:ext cx="6257290" cy="1089660"/>
          </a:xfrm>
          <a:prstGeom prst="rect">
            <a:avLst/>
          </a:prstGeom>
        </p:spPr>
        <p:txBody>
          <a:bodyPr vert="horz" wrap="square" lIns="0" tIns="0" rIns="0" bIns="0" rtlCol="0">
            <a:spAutoFit/>
          </a:bodyPr>
          <a:lstStyle/>
          <a:p>
            <a:pPr marL="12700"/>
            <a:r>
              <a:rPr sz="2200" spc="-10" dirty="0">
                <a:solidFill>
                  <a:prstClr val="black"/>
                </a:solidFill>
                <a:latin typeface="Times New Roman"/>
                <a:cs typeface="Times New Roman"/>
              </a:rPr>
              <a:t>Va</a:t>
            </a:r>
            <a:r>
              <a:rPr sz="2200" spc="-5" dirty="0">
                <a:solidFill>
                  <a:prstClr val="black"/>
                </a:solidFill>
                <a:latin typeface="Times New Roman"/>
                <a:cs typeface="Times New Roman"/>
              </a:rPr>
              <a:t>r</a:t>
            </a:r>
            <a:r>
              <a:rPr sz="2200" spc="-15" dirty="0">
                <a:solidFill>
                  <a:prstClr val="black"/>
                </a:solidFill>
                <a:latin typeface="Times New Roman"/>
                <a:cs typeface="Times New Roman"/>
              </a:rPr>
              <a:t>i</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b</a:t>
            </a:r>
            <a:r>
              <a:rPr sz="2200" spc="-5" dirty="0">
                <a:solidFill>
                  <a:prstClr val="black"/>
                </a:solidFill>
                <a:latin typeface="Times New Roman"/>
                <a:cs typeface="Times New Roman"/>
              </a:rPr>
              <a:t>l</a:t>
            </a:r>
            <a:r>
              <a:rPr sz="2200" spc="-20" dirty="0">
                <a:solidFill>
                  <a:prstClr val="black"/>
                </a:solidFill>
                <a:latin typeface="Times New Roman"/>
                <a:cs typeface="Times New Roman"/>
              </a:rPr>
              <a:t>e</a:t>
            </a:r>
            <a:r>
              <a:rPr sz="2200" spc="-10" dirty="0">
                <a:solidFill>
                  <a:prstClr val="black"/>
                </a:solidFill>
                <a:latin typeface="Times New Roman"/>
                <a:cs typeface="Times New Roman"/>
              </a:rPr>
              <a:t>s:</a:t>
            </a:r>
            <a:r>
              <a:rPr sz="2200" dirty="0">
                <a:solidFill>
                  <a:prstClr val="black"/>
                </a:solidFill>
                <a:latin typeface="Times New Roman"/>
                <a:cs typeface="Times New Roman"/>
              </a:rPr>
              <a:t> </a:t>
            </a:r>
            <a:r>
              <a:rPr sz="2200" i="1" dirty="0">
                <a:solidFill>
                  <a:prstClr val="black"/>
                </a:solidFill>
                <a:latin typeface="Times New Roman"/>
                <a:cs typeface="Times New Roman"/>
              </a:rPr>
              <a:t>W</a:t>
            </a:r>
            <a:r>
              <a:rPr sz="2200" i="1" spc="-20" dirty="0">
                <a:solidFill>
                  <a:prstClr val="black"/>
                </a:solidFill>
                <a:latin typeface="Times New Roman"/>
                <a:cs typeface="Times New Roman"/>
              </a:rPr>
              <a:t>A</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spc="-25" dirty="0">
                <a:solidFill>
                  <a:prstClr val="black"/>
                </a:solidFill>
                <a:latin typeface="Times New Roman"/>
                <a:cs typeface="Times New Roman"/>
              </a:rPr>
              <a:t>N</a:t>
            </a:r>
            <a:r>
              <a:rPr sz="2200" i="1" dirty="0">
                <a:solidFill>
                  <a:prstClr val="black"/>
                </a:solidFill>
                <a:latin typeface="Times New Roman"/>
                <a:cs typeface="Times New Roman"/>
              </a:rPr>
              <a:t>T, </a:t>
            </a:r>
            <a:r>
              <a:rPr sz="2200" i="1" spc="-10" dirty="0">
                <a:solidFill>
                  <a:prstClr val="black"/>
                </a:solidFill>
                <a:latin typeface="Times New Roman"/>
                <a:cs typeface="Times New Roman"/>
              </a:rPr>
              <a:t>Q</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spc="-25" dirty="0">
                <a:solidFill>
                  <a:prstClr val="black"/>
                </a:solidFill>
                <a:latin typeface="Times New Roman"/>
                <a:cs typeface="Times New Roman"/>
              </a:rPr>
              <a:t>N</a:t>
            </a:r>
            <a:r>
              <a:rPr sz="2200" i="1" spc="5" dirty="0">
                <a:solidFill>
                  <a:prstClr val="black"/>
                </a:solidFill>
                <a:latin typeface="Times New Roman"/>
                <a:cs typeface="Times New Roman"/>
              </a:rPr>
              <a:t>S</a:t>
            </a:r>
            <a:r>
              <a:rPr sz="2200" i="1" spc="-5" dirty="0">
                <a:solidFill>
                  <a:prstClr val="black"/>
                </a:solidFill>
                <a:latin typeface="Times New Roman"/>
                <a:cs typeface="Times New Roman"/>
              </a:rPr>
              <a:t>W</a:t>
            </a:r>
            <a:r>
              <a:rPr sz="2200" i="1" dirty="0">
                <a:solidFill>
                  <a:prstClr val="black"/>
                </a:solidFill>
                <a:latin typeface="Times New Roman"/>
                <a:cs typeface="Times New Roman"/>
              </a:rPr>
              <a:t>, </a:t>
            </a:r>
            <a:r>
              <a:rPr sz="2200" i="1" spc="-15" dirty="0">
                <a:solidFill>
                  <a:prstClr val="black"/>
                </a:solidFill>
                <a:latin typeface="Times New Roman"/>
                <a:cs typeface="Times New Roman"/>
              </a:rPr>
              <a:t>V</a:t>
            </a:r>
            <a:r>
              <a:rPr sz="2200" i="1" dirty="0">
                <a:solidFill>
                  <a:prstClr val="black"/>
                </a:solidFill>
                <a:latin typeface="Times New Roman"/>
                <a:cs typeface="Times New Roman"/>
              </a:rPr>
              <a:t>, </a:t>
            </a:r>
            <a:r>
              <a:rPr sz="2200" i="1" spc="5" dirty="0">
                <a:solidFill>
                  <a:prstClr val="black"/>
                </a:solidFill>
                <a:latin typeface="Times New Roman"/>
                <a:cs typeface="Times New Roman"/>
              </a:rPr>
              <a:t>S</a:t>
            </a:r>
            <a:r>
              <a:rPr sz="2200" i="1" spc="-20" dirty="0">
                <a:solidFill>
                  <a:prstClr val="black"/>
                </a:solidFill>
                <a:latin typeface="Times New Roman"/>
                <a:cs typeface="Times New Roman"/>
              </a:rPr>
              <a:t>A</a:t>
            </a:r>
            <a:r>
              <a:rPr sz="2200" i="1" dirty="0">
                <a:solidFill>
                  <a:prstClr val="black"/>
                </a:solidFill>
                <a:latin typeface="Times New Roman"/>
                <a:cs typeface="Times New Roman"/>
              </a:rPr>
              <a:t>,</a:t>
            </a:r>
            <a:r>
              <a:rPr sz="2200" i="1" spc="5" dirty="0">
                <a:solidFill>
                  <a:prstClr val="black"/>
                </a:solidFill>
                <a:latin typeface="Times New Roman"/>
                <a:cs typeface="Times New Roman"/>
              </a:rPr>
              <a:t> </a:t>
            </a:r>
            <a:r>
              <a:rPr sz="2200" i="1" dirty="0">
                <a:solidFill>
                  <a:prstClr val="black"/>
                </a:solidFill>
                <a:latin typeface="Times New Roman"/>
                <a:cs typeface="Times New Roman"/>
              </a:rPr>
              <a:t>T</a:t>
            </a:r>
            <a:endParaRPr sz="2200">
              <a:solidFill>
                <a:prstClr val="black"/>
              </a:solidFill>
              <a:latin typeface="Times New Roman"/>
              <a:cs typeface="Times New Roman"/>
            </a:endParaRPr>
          </a:p>
          <a:p>
            <a:pPr marL="12700">
              <a:spcBef>
                <a:spcPts val="250"/>
              </a:spcBef>
            </a:pPr>
            <a:r>
              <a:rPr sz="2200" spc="-10" dirty="0">
                <a:solidFill>
                  <a:prstClr val="black"/>
                </a:solidFill>
                <a:latin typeface="Times New Roman"/>
                <a:cs typeface="Times New Roman"/>
              </a:rPr>
              <a:t>D</a:t>
            </a:r>
            <a:r>
              <a:rPr sz="2200" spc="5" dirty="0">
                <a:solidFill>
                  <a:prstClr val="black"/>
                </a:solidFill>
                <a:latin typeface="Times New Roman"/>
                <a:cs typeface="Times New Roman"/>
              </a:rPr>
              <a:t>o</a:t>
            </a:r>
            <a:r>
              <a:rPr sz="2200" spc="-45" dirty="0">
                <a:solidFill>
                  <a:prstClr val="black"/>
                </a:solidFill>
                <a:latin typeface="Times New Roman"/>
                <a:cs typeface="Times New Roman"/>
              </a:rPr>
              <a:t>m</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i</a:t>
            </a:r>
            <a:r>
              <a:rPr sz="2200" spc="5" dirty="0">
                <a:solidFill>
                  <a:prstClr val="black"/>
                </a:solidFill>
                <a:latin typeface="Times New Roman"/>
                <a:cs typeface="Times New Roman"/>
              </a:rPr>
              <a:t>n</a:t>
            </a:r>
            <a:r>
              <a:rPr sz="2200" spc="-10" dirty="0">
                <a:solidFill>
                  <a:prstClr val="black"/>
                </a:solidFill>
                <a:latin typeface="Times New Roman"/>
                <a:cs typeface="Times New Roman"/>
              </a:rPr>
              <a:t>s:</a:t>
            </a:r>
            <a:r>
              <a:rPr sz="2200" dirty="0">
                <a:solidFill>
                  <a:prstClr val="black"/>
                </a:solidFill>
                <a:latin typeface="Times New Roman"/>
                <a:cs typeface="Times New Roman"/>
              </a:rPr>
              <a:t> </a:t>
            </a:r>
            <a:r>
              <a:rPr sz="2200" i="1" dirty="0">
                <a:solidFill>
                  <a:prstClr val="black"/>
                </a:solidFill>
                <a:latin typeface="Times New Roman"/>
                <a:cs typeface="Times New Roman"/>
              </a:rPr>
              <a:t>D</a:t>
            </a:r>
            <a:r>
              <a:rPr sz="1875" i="1" spc="-232" baseline="-24444" dirty="0">
                <a:solidFill>
                  <a:prstClr val="black"/>
                </a:solidFill>
                <a:latin typeface="Times New Roman"/>
                <a:cs typeface="Times New Roman"/>
              </a:rPr>
              <a:t>i</a:t>
            </a:r>
            <a:r>
              <a:rPr sz="2200" i="1" spc="-20" dirty="0">
                <a:solidFill>
                  <a:prstClr val="black"/>
                </a:solidFill>
                <a:latin typeface="Times New Roman"/>
                <a:cs typeface="Times New Roman"/>
              </a:rPr>
              <a:t>={</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a:t>
            </a:r>
            <a:r>
              <a:rPr sz="2200" i="1" dirty="0">
                <a:solidFill>
                  <a:prstClr val="black"/>
                </a:solidFill>
                <a:latin typeface="Times New Roman"/>
                <a:cs typeface="Times New Roman"/>
              </a:rPr>
              <a:t>d,</a:t>
            </a:r>
            <a:r>
              <a:rPr sz="2200" i="1" spc="5" dirty="0">
                <a:solidFill>
                  <a:prstClr val="black"/>
                </a:solidFill>
                <a:latin typeface="Times New Roman"/>
                <a:cs typeface="Times New Roman"/>
              </a:rPr>
              <a:t>g</a:t>
            </a:r>
            <a:r>
              <a:rPr sz="2200" i="1" spc="-10" dirty="0">
                <a:solidFill>
                  <a:prstClr val="black"/>
                </a:solidFill>
                <a:latin typeface="Times New Roman"/>
                <a:cs typeface="Times New Roman"/>
              </a:rPr>
              <a:t>r</a:t>
            </a:r>
            <a:r>
              <a:rPr sz="2200" i="1" spc="-20" dirty="0">
                <a:solidFill>
                  <a:prstClr val="black"/>
                </a:solidFill>
                <a:latin typeface="Times New Roman"/>
                <a:cs typeface="Times New Roman"/>
              </a:rPr>
              <a:t>ee</a:t>
            </a:r>
            <a:r>
              <a:rPr sz="2200" i="1" spc="5" dirty="0">
                <a:solidFill>
                  <a:prstClr val="black"/>
                </a:solidFill>
                <a:latin typeface="Times New Roman"/>
                <a:cs typeface="Times New Roman"/>
              </a:rPr>
              <a:t>n</a:t>
            </a:r>
            <a:r>
              <a:rPr sz="2200" i="1" spc="-10" dirty="0">
                <a:solidFill>
                  <a:prstClr val="black"/>
                </a:solidFill>
                <a:latin typeface="Times New Roman"/>
                <a:cs typeface="Times New Roman"/>
              </a:rPr>
              <a:t>,b</a:t>
            </a:r>
            <a:r>
              <a:rPr sz="2200" i="1" spc="-5" dirty="0">
                <a:solidFill>
                  <a:prstClr val="black"/>
                </a:solidFill>
                <a:latin typeface="Times New Roman"/>
                <a:cs typeface="Times New Roman"/>
              </a:rPr>
              <a:t>l</a:t>
            </a:r>
            <a:r>
              <a:rPr sz="2200" i="1" spc="-15" dirty="0">
                <a:solidFill>
                  <a:prstClr val="black"/>
                </a:solidFill>
                <a:latin typeface="Times New Roman"/>
                <a:cs typeface="Times New Roman"/>
              </a:rPr>
              <a:t>u</a:t>
            </a:r>
            <a:r>
              <a:rPr sz="2200" i="1" spc="-20" dirty="0">
                <a:solidFill>
                  <a:prstClr val="black"/>
                </a:solidFill>
                <a:latin typeface="Times New Roman"/>
                <a:cs typeface="Times New Roman"/>
              </a:rPr>
              <a:t>e</a:t>
            </a:r>
            <a:r>
              <a:rPr sz="2200" i="1" spc="-10" dirty="0">
                <a:solidFill>
                  <a:prstClr val="black"/>
                </a:solidFill>
                <a:latin typeface="Times New Roman"/>
                <a:cs typeface="Times New Roman"/>
              </a:rPr>
              <a:t>}</a:t>
            </a:r>
            <a:endParaRPr sz="2200">
              <a:solidFill>
                <a:prstClr val="black"/>
              </a:solidFill>
              <a:latin typeface="Times New Roman"/>
              <a:cs typeface="Times New Roman"/>
            </a:endParaRPr>
          </a:p>
          <a:p>
            <a:pPr marL="12700">
              <a:spcBef>
                <a:spcPts val="650"/>
              </a:spcBef>
            </a:pPr>
            <a:r>
              <a:rPr sz="2200" spc="-25" dirty="0">
                <a:solidFill>
                  <a:prstClr val="black"/>
                </a:solidFill>
                <a:latin typeface="Times New Roman"/>
                <a:cs typeface="Times New Roman"/>
              </a:rPr>
              <a:t>C</a:t>
            </a:r>
            <a:r>
              <a:rPr sz="2200" spc="5" dirty="0">
                <a:solidFill>
                  <a:prstClr val="black"/>
                </a:solidFill>
                <a:latin typeface="Times New Roman"/>
                <a:cs typeface="Times New Roman"/>
              </a:rPr>
              <a:t>o</a:t>
            </a:r>
            <a:r>
              <a:rPr sz="2200" dirty="0">
                <a:solidFill>
                  <a:prstClr val="black"/>
                </a:solidFill>
                <a:latin typeface="Times New Roman"/>
                <a:cs typeface="Times New Roman"/>
              </a:rPr>
              <a:t>n</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t</a:t>
            </a:r>
            <a:r>
              <a:rPr sz="2200" dirty="0">
                <a:solidFill>
                  <a:prstClr val="black"/>
                </a:solidFill>
                <a:latin typeface="Times New Roman"/>
                <a:cs typeface="Times New Roman"/>
              </a:rPr>
              <a:t>r</a:t>
            </a:r>
            <a:r>
              <a:rPr sz="2200" spc="-20" dirty="0">
                <a:solidFill>
                  <a:prstClr val="black"/>
                </a:solidFill>
                <a:latin typeface="Times New Roman"/>
                <a:cs typeface="Times New Roman"/>
              </a:rPr>
              <a:t>a</a:t>
            </a:r>
            <a:r>
              <a:rPr sz="2200" spc="-15" dirty="0">
                <a:solidFill>
                  <a:prstClr val="black"/>
                </a:solidFill>
                <a:latin typeface="Times New Roman"/>
                <a:cs typeface="Times New Roman"/>
              </a:rPr>
              <a:t>in</a:t>
            </a:r>
            <a:r>
              <a:rPr sz="2200" spc="-5" dirty="0">
                <a:solidFill>
                  <a:prstClr val="black"/>
                </a:solidFill>
                <a:latin typeface="Times New Roman"/>
                <a:cs typeface="Times New Roman"/>
              </a:rPr>
              <a:t>t</a:t>
            </a:r>
            <a:r>
              <a:rPr sz="2200" spc="-10" dirty="0">
                <a:solidFill>
                  <a:prstClr val="black"/>
                </a:solidFill>
                <a:latin typeface="Times New Roman"/>
                <a:cs typeface="Times New Roman"/>
              </a:rPr>
              <a:t>s</a:t>
            </a:r>
            <a:r>
              <a:rPr sz="2200" spc="-15" dirty="0">
                <a:solidFill>
                  <a:prstClr val="black"/>
                </a:solidFill>
                <a:latin typeface="Times New Roman"/>
                <a:cs typeface="Times New Roman"/>
              </a:rPr>
              <a:t>:</a:t>
            </a:r>
            <a:r>
              <a:rPr sz="2200" spc="-20" dirty="0">
                <a:solidFill>
                  <a:prstClr val="black"/>
                </a:solidFill>
                <a:latin typeface="Times New Roman"/>
                <a:cs typeface="Times New Roman"/>
              </a:rPr>
              <a:t>a</a:t>
            </a:r>
            <a:r>
              <a:rPr sz="2200" spc="5" dirty="0">
                <a:solidFill>
                  <a:prstClr val="black"/>
                </a:solidFill>
                <a:latin typeface="Times New Roman"/>
                <a:cs typeface="Times New Roman"/>
              </a:rPr>
              <a:t>d</a:t>
            </a:r>
            <a:r>
              <a:rPr sz="2200" spc="-15" dirty="0">
                <a:solidFill>
                  <a:prstClr val="black"/>
                </a:solidFill>
                <a:latin typeface="Times New Roman"/>
                <a:cs typeface="Times New Roman"/>
              </a:rPr>
              <a:t>j</a:t>
            </a:r>
            <a:r>
              <a:rPr sz="2200" spc="-20" dirty="0">
                <a:solidFill>
                  <a:prstClr val="black"/>
                </a:solidFill>
                <a:latin typeface="Times New Roman"/>
                <a:cs typeface="Times New Roman"/>
              </a:rPr>
              <a:t>ac</a:t>
            </a:r>
            <a:r>
              <a:rPr sz="2200" spc="-10" dirty="0">
                <a:solidFill>
                  <a:prstClr val="black"/>
                </a:solidFill>
                <a:latin typeface="Times New Roman"/>
                <a:cs typeface="Times New Roman"/>
              </a:rPr>
              <a:t>ent</a:t>
            </a:r>
            <a:r>
              <a:rPr sz="2200" spc="-5" dirty="0">
                <a:solidFill>
                  <a:prstClr val="black"/>
                </a:solidFill>
                <a:latin typeface="Times New Roman"/>
                <a:cs typeface="Times New Roman"/>
              </a:rPr>
              <a:t> r</a:t>
            </a:r>
            <a:r>
              <a:rPr sz="2200" spc="-15" dirty="0">
                <a:solidFill>
                  <a:prstClr val="black"/>
                </a:solidFill>
                <a:latin typeface="Times New Roman"/>
                <a:cs typeface="Times New Roman"/>
              </a:rPr>
              <a:t>egi</a:t>
            </a:r>
            <a:r>
              <a:rPr sz="2200" spc="5" dirty="0">
                <a:solidFill>
                  <a:prstClr val="black"/>
                </a:solidFill>
                <a:latin typeface="Times New Roman"/>
                <a:cs typeface="Times New Roman"/>
              </a:rPr>
              <a:t>o</a:t>
            </a:r>
            <a:r>
              <a:rPr sz="2200" dirty="0">
                <a:solidFill>
                  <a:prstClr val="black"/>
                </a:solidFill>
                <a:latin typeface="Times New Roman"/>
                <a:cs typeface="Times New Roman"/>
              </a:rPr>
              <a:t>ns </a:t>
            </a:r>
            <a:r>
              <a:rPr sz="2200" spc="-45" dirty="0">
                <a:solidFill>
                  <a:prstClr val="black"/>
                </a:solidFill>
                <a:latin typeface="Times New Roman"/>
                <a:cs typeface="Times New Roman"/>
              </a:rPr>
              <a:t>m</a:t>
            </a:r>
            <a:r>
              <a:rPr sz="2200" dirty="0">
                <a:solidFill>
                  <a:prstClr val="black"/>
                </a:solidFill>
                <a:latin typeface="Times New Roman"/>
                <a:cs typeface="Times New Roman"/>
              </a:rPr>
              <a:t>u</a:t>
            </a:r>
            <a:r>
              <a:rPr sz="2200" spc="-10" dirty="0">
                <a:solidFill>
                  <a:prstClr val="black"/>
                </a:solidFill>
                <a:latin typeface="Times New Roman"/>
                <a:cs typeface="Times New Roman"/>
              </a:rPr>
              <a:t>st</a:t>
            </a:r>
            <a:r>
              <a:rPr sz="2200" spc="5" dirty="0">
                <a:solidFill>
                  <a:prstClr val="black"/>
                </a:solidFill>
                <a:latin typeface="Times New Roman"/>
                <a:cs typeface="Times New Roman"/>
              </a:rPr>
              <a:t> </a:t>
            </a:r>
            <a:r>
              <a:rPr sz="2200" spc="-15" dirty="0">
                <a:solidFill>
                  <a:prstClr val="black"/>
                </a:solidFill>
                <a:latin typeface="Times New Roman"/>
                <a:cs typeface="Times New Roman"/>
              </a:rPr>
              <a:t>h</a:t>
            </a:r>
            <a:r>
              <a:rPr sz="2200" spc="-20" dirty="0">
                <a:solidFill>
                  <a:prstClr val="black"/>
                </a:solidFill>
                <a:latin typeface="Times New Roman"/>
                <a:cs typeface="Times New Roman"/>
              </a:rPr>
              <a:t>a</a:t>
            </a:r>
            <a:r>
              <a:rPr sz="2200" spc="5" dirty="0">
                <a:solidFill>
                  <a:prstClr val="black"/>
                </a:solidFill>
                <a:latin typeface="Times New Roman"/>
                <a:cs typeface="Times New Roman"/>
              </a:rPr>
              <a:t>v</a:t>
            </a:r>
            <a:r>
              <a:rPr sz="2200" spc="-10" dirty="0">
                <a:solidFill>
                  <a:prstClr val="black"/>
                </a:solidFill>
                <a:latin typeface="Times New Roman"/>
                <a:cs typeface="Times New Roman"/>
              </a:rPr>
              <a:t>e </a:t>
            </a:r>
            <a:r>
              <a:rPr sz="2200" spc="-15" dirty="0">
                <a:solidFill>
                  <a:prstClr val="black"/>
                </a:solidFill>
                <a:latin typeface="Times New Roman"/>
                <a:cs typeface="Times New Roman"/>
              </a:rPr>
              <a:t>d</a:t>
            </a:r>
            <a:r>
              <a:rPr sz="2200" spc="-5" dirty="0">
                <a:solidFill>
                  <a:prstClr val="black"/>
                </a:solidFill>
                <a:latin typeface="Times New Roman"/>
                <a:cs typeface="Times New Roman"/>
              </a:rPr>
              <a:t>iff</a:t>
            </a:r>
            <a:r>
              <a:rPr sz="2200" spc="-20" dirty="0">
                <a:solidFill>
                  <a:prstClr val="black"/>
                </a:solidFill>
                <a:latin typeface="Times New Roman"/>
                <a:cs typeface="Times New Roman"/>
              </a:rPr>
              <a:t>e</a:t>
            </a:r>
            <a:r>
              <a:rPr sz="2200" dirty="0">
                <a:solidFill>
                  <a:prstClr val="black"/>
                </a:solidFill>
                <a:latin typeface="Times New Roman"/>
                <a:cs typeface="Times New Roman"/>
              </a:rPr>
              <a:t>r</a:t>
            </a:r>
            <a:r>
              <a:rPr sz="2200" spc="-20" dirty="0">
                <a:solidFill>
                  <a:prstClr val="black"/>
                </a:solidFill>
                <a:latin typeface="Times New Roman"/>
                <a:cs typeface="Times New Roman"/>
              </a:rPr>
              <a:t>e</a:t>
            </a:r>
            <a:r>
              <a:rPr sz="2200" spc="-10" dirty="0">
                <a:solidFill>
                  <a:prstClr val="black"/>
                </a:solidFill>
                <a:latin typeface="Times New Roman"/>
                <a:cs typeface="Times New Roman"/>
              </a:rPr>
              <a:t>nt</a:t>
            </a:r>
            <a:r>
              <a:rPr sz="2200" spc="5" dirty="0">
                <a:solidFill>
                  <a:prstClr val="black"/>
                </a:solidFill>
                <a:latin typeface="Times New Roman"/>
                <a:cs typeface="Times New Roman"/>
              </a:rPr>
              <a:t> </a:t>
            </a:r>
            <a:r>
              <a:rPr sz="2200" spc="-20" dirty="0">
                <a:solidFill>
                  <a:prstClr val="black"/>
                </a:solidFill>
                <a:latin typeface="Times New Roman"/>
                <a:cs typeface="Times New Roman"/>
              </a:rPr>
              <a:t>c</a:t>
            </a:r>
            <a:r>
              <a:rPr sz="2200" spc="-15" dirty="0">
                <a:solidFill>
                  <a:prstClr val="black"/>
                </a:solidFill>
                <a:latin typeface="Times New Roman"/>
                <a:cs typeface="Times New Roman"/>
              </a:rPr>
              <a:t>ol</a:t>
            </a:r>
            <a:r>
              <a:rPr sz="2200" spc="5" dirty="0">
                <a:solidFill>
                  <a:prstClr val="black"/>
                </a:solidFill>
                <a:latin typeface="Times New Roman"/>
                <a:cs typeface="Times New Roman"/>
              </a:rPr>
              <a:t>o</a:t>
            </a:r>
            <a:r>
              <a:rPr sz="2200" spc="-5" dirty="0">
                <a:solidFill>
                  <a:prstClr val="black"/>
                </a:solidFill>
                <a:latin typeface="Times New Roman"/>
                <a:cs typeface="Times New Roman"/>
              </a:rPr>
              <a:t>r</a:t>
            </a:r>
            <a:r>
              <a:rPr sz="2200" spc="-10" dirty="0">
                <a:solidFill>
                  <a:prstClr val="black"/>
                </a:solidFill>
                <a:latin typeface="Times New Roman"/>
                <a:cs typeface="Times New Roman"/>
              </a:rPr>
              <a:t>s</a:t>
            </a:r>
            <a:r>
              <a:rPr sz="2200" dirty="0">
                <a:solidFill>
                  <a:prstClr val="black"/>
                </a:solidFill>
                <a:latin typeface="Times New Roman"/>
                <a:cs typeface="Times New Roman"/>
              </a:rPr>
              <a:t>.</a:t>
            </a:r>
            <a:endParaRPr sz="2200">
              <a:solidFill>
                <a:prstClr val="black"/>
              </a:solidFill>
              <a:latin typeface="Times New Roman"/>
              <a:cs typeface="Times New Roman"/>
            </a:endParaRPr>
          </a:p>
        </p:txBody>
      </p:sp>
      <p:sp>
        <p:nvSpPr>
          <p:cNvPr id="7" name="object 6"/>
          <p:cNvSpPr txBox="1"/>
          <p:nvPr/>
        </p:nvSpPr>
        <p:spPr>
          <a:xfrm>
            <a:off x="1627684" y="5637237"/>
            <a:ext cx="5095875" cy="600075"/>
          </a:xfrm>
          <a:prstGeom prst="rect">
            <a:avLst/>
          </a:prstGeom>
        </p:spPr>
        <p:txBody>
          <a:bodyPr vert="horz" wrap="square" lIns="0" tIns="0" rIns="0" bIns="0" rtlCol="0">
            <a:spAutoFit/>
          </a:bodyPr>
          <a:lstStyle/>
          <a:p>
            <a:pPr marL="12700"/>
            <a:r>
              <a:rPr spc="-20" dirty="0">
                <a:solidFill>
                  <a:prstClr val="black"/>
                </a:solidFill>
                <a:latin typeface="Times New Roman"/>
                <a:cs typeface="Times New Roman"/>
              </a:rPr>
              <a:t>E</a:t>
            </a:r>
            <a:r>
              <a:rPr spc="5" dirty="0">
                <a:solidFill>
                  <a:prstClr val="black"/>
                </a:solidFill>
                <a:latin typeface="Times New Roman"/>
                <a:cs typeface="Times New Roman"/>
              </a:rPr>
              <a:t>.</a:t>
            </a:r>
            <a:r>
              <a:rPr dirty="0">
                <a:solidFill>
                  <a:prstClr val="black"/>
                </a:solidFill>
                <a:latin typeface="Times New Roman"/>
                <a:cs typeface="Times New Roman"/>
              </a:rPr>
              <a:t>g.</a:t>
            </a:r>
            <a:r>
              <a:rPr spc="10" dirty="0">
                <a:solidFill>
                  <a:prstClr val="black"/>
                </a:solidFill>
                <a:latin typeface="Times New Roman"/>
                <a:cs typeface="Times New Roman"/>
              </a:rPr>
              <a:t> </a:t>
            </a:r>
            <a:r>
              <a:rPr i="1" spc="-20" dirty="0">
                <a:solidFill>
                  <a:prstClr val="black"/>
                </a:solidFill>
                <a:latin typeface="Times New Roman"/>
                <a:cs typeface="Times New Roman"/>
              </a:rPr>
              <a:t>W</a:t>
            </a:r>
            <a:r>
              <a:rPr i="1" spc="-15" dirty="0">
                <a:solidFill>
                  <a:prstClr val="black"/>
                </a:solidFill>
                <a:latin typeface="Times New Roman"/>
                <a:cs typeface="Times New Roman"/>
              </a:rPr>
              <a:t>A</a:t>
            </a:r>
            <a:r>
              <a:rPr i="1" spc="10" dirty="0">
                <a:solidFill>
                  <a:prstClr val="black"/>
                </a:solidFill>
                <a:latin typeface="Times New Roman"/>
                <a:cs typeface="Times New Roman"/>
              </a:rPr>
              <a:t> </a:t>
            </a:r>
            <a:r>
              <a:rPr sz="1850" i="1" spc="-35" dirty="0">
                <a:solidFill>
                  <a:prstClr val="black"/>
                </a:solidFill>
                <a:latin typeface="Symbol"/>
                <a:cs typeface="Symbol"/>
              </a:rPr>
              <a:t></a:t>
            </a:r>
            <a:r>
              <a:rPr sz="1850" i="1" spc="-15" dirty="0">
                <a:solidFill>
                  <a:prstClr val="black"/>
                </a:solidFill>
                <a:latin typeface="Times New Roman"/>
                <a:cs typeface="Times New Roman"/>
              </a:rPr>
              <a:t> </a:t>
            </a:r>
            <a:r>
              <a:rPr i="1" spc="-20" dirty="0">
                <a:solidFill>
                  <a:prstClr val="black"/>
                </a:solidFill>
                <a:latin typeface="Times New Roman"/>
                <a:cs typeface="Times New Roman"/>
              </a:rPr>
              <a:t>N</a:t>
            </a:r>
            <a:r>
              <a:rPr i="1" dirty="0">
                <a:solidFill>
                  <a:prstClr val="black"/>
                </a:solidFill>
                <a:latin typeface="Times New Roman"/>
                <a:cs typeface="Times New Roman"/>
              </a:rPr>
              <a:t>T </a:t>
            </a:r>
            <a:r>
              <a:rPr spc="-10" dirty="0">
                <a:solidFill>
                  <a:prstClr val="black"/>
                </a:solidFill>
                <a:latin typeface="Times New Roman"/>
                <a:cs typeface="Times New Roman"/>
              </a:rPr>
              <a:t>(</a:t>
            </a:r>
            <a:r>
              <a:rPr dirty="0">
                <a:solidFill>
                  <a:prstClr val="black"/>
                </a:solidFill>
                <a:latin typeface="Times New Roman"/>
                <a:cs typeface="Times New Roman"/>
              </a:rPr>
              <a:t>if t</a:t>
            </a:r>
            <a:r>
              <a:rPr spc="-10" dirty="0">
                <a:solidFill>
                  <a:prstClr val="black"/>
                </a:solidFill>
                <a:latin typeface="Times New Roman"/>
                <a:cs typeface="Times New Roman"/>
              </a:rPr>
              <a:t>he</a:t>
            </a:r>
            <a:r>
              <a:rPr spc="5" dirty="0">
                <a:solidFill>
                  <a:prstClr val="black"/>
                </a:solidFill>
                <a:latin typeface="Times New Roman"/>
                <a:cs typeface="Times New Roman"/>
              </a:rPr>
              <a:t> </a:t>
            </a:r>
            <a:r>
              <a:rPr spc="-10" dirty="0">
                <a:solidFill>
                  <a:prstClr val="black"/>
                </a:solidFill>
                <a:latin typeface="Times New Roman"/>
                <a:cs typeface="Times New Roman"/>
              </a:rPr>
              <a:t>l</a:t>
            </a:r>
            <a:r>
              <a:rPr spc="-15" dirty="0">
                <a:solidFill>
                  <a:prstClr val="black"/>
                </a:solidFill>
                <a:latin typeface="Times New Roman"/>
                <a:cs typeface="Times New Roman"/>
              </a:rPr>
              <a:t>a</a:t>
            </a:r>
            <a:r>
              <a:rPr spc="5" dirty="0">
                <a:solidFill>
                  <a:prstClr val="black"/>
                </a:solidFill>
                <a:latin typeface="Times New Roman"/>
                <a:cs typeface="Times New Roman"/>
              </a:rPr>
              <a:t>n</a:t>
            </a:r>
            <a:r>
              <a:rPr spc="-15" dirty="0">
                <a:solidFill>
                  <a:prstClr val="black"/>
                </a:solidFill>
                <a:latin typeface="Times New Roman"/>
                <a:cs typeface="Times New Roman"/>
              </a:rPr>
              <a:t>g</a:t>
            </a:r>
            <a:r>
              <a:rPr spc="5" dirty="0">
                <a:solidFill>
                  <a:prstClr val="black"/>
                </a:solidFill>
                <a:latin typeface="Times New Roman"/>
                <a:cs typeface="Times New Roman"/>
              </a:rPr>
              <a:t>u</a:t>
            </a:r>
            <a:r>
              <a:rPr spc="-15" dirty="0">
                <a:solidFill>
                  <a:prstClr val="black"/>
                </a:solidFill>
                <a:latin typeface="Times New Roman"/>
                <a:cs typeface="Times New Roman"/>
              </a:rPr>
              <a:t>a</a:t>
            </a:r>
            <a:r>
              <a:rPr spc="-10" dirty="0">
                <a:solidFill>
                  <a:prstClr val="black"/>
                </a:solidFill>
                <a:latin typeface="Times New Roman"/>
                <a:cs typeface="Times New Roman"/>
              </a:rPr>
              <a:t>ge</a:t>
            </a:r>
            <a:r>
              <a:rPr spc="5" dirty="0">
                <a:solidFill>
                  <a:prstClr val="black"/>
                </a:solidFill>
                <a:latin typeface="Times New Roman"/>
                <a:cs typeface="Times New Roman"/>
              </a:rPr>
              <a:t> </a:t>
            </a:r>
            <a:r>
              <a:rPr spc="-15" dirty="0">
                <a:solidFill>
                  <a:prstClr val="black"/>
                </a:solidFill>
                <a:latin typeface="Times New Roman"/>
                <a:cs typeface="Times New Roman"/>
              </a:rPr>
              <a:t>a</a:t>
            </a:r>
            <a:r>
              <a:rPr dirty="0">
                <a:solidFill>
                  <a:prstClr val="black"/>
                </a:solidFill>
                <a:latin typeface="Times New Roman"/>
                <a:cs typeface="Times New Roman"/>
              </a:rPr>
              <a:t>l</a:t>
            </a:r>
            <a:r>
              <a:rPr spc="-10" dirty="0">
                <a:solidFill>
                  <a:prstClr val="black"/>
                </a:solidFill>
                <a:latin typeface="Times New Roman"/>
                <a:cs typeface="Times New Roman"/>
              </a:rPr>
              <a:t>l</a:t>
            </a:r>
            <a:r>
              <a:rPr dirty="0">
                <a:solidFill>
                  <a:prstClr val="black"/>
                </a:solidFill>
                <a:latin typeface="Times New Roman"/>
                <a:cs typeface="Times New Roman"/>
              </a:rPr>
              <a:t>ows</a:t>
            </a:r>
            <a:r>
              <a:rPr spc="-5" dirty="0">
                <a:solidFill>
                  <a:prstClr val="black"/>
                </a:solidFill>
                <a:latin typeface="Times New Roman"/>
                <a:cs typeface="Times New Roman"/>
              </a:rPr>
              <a:t> </a:t>
            </a:r>
            <a:r>
              <a:rPr spc="-10" dirty="0">
                <a:solidFill>
                  <a:prstClr val="black"/>
                </a:solidFill>
                <a:latin typeface="Times New Roman"/>
                <a:cs typeface="Times New Roman"/>
              </a:rPr>
              <a:t>th</a:t>
            </a:r>
            <a:r>
              <a:rPr dirty="0">
                <a:solidFill>
                  <a:prstClr val="black"/>
                </a:solidFill>
                <a:latin typeface="Times New Roman"/>
                <a:cs typeface="Times New Roman"/>
              </a:rPr>
              <a:t>i</a:t>
            </a:r>
            <a:r>
              <a:rPr spc="-15" dirty="0">
                <a:solidFill>
                  <a:prstClr val="black"/>
                </a:solidFill>
                <a:latin typeface="Times New Roman"/>
                <a:cs typeface="Times New Roman"/>
              </a:rPr>
              <a:t>s</a:t>
            </a:r>
            <a:r>
              <a:rPr dirty="0">
                <a:solidFill>
                  <a:prstClr val="black"/>
                </a:solidFill>
                <a:latin typeface="Times New Roman"/>
                <a:cs typeface="Times New Roman"/>
              </a:rPr>
              <a:t>)</a:t>
            </a:r>
          </a:p>
          <a:p>
            <a:pPr marL="12700">
              <a:spcBef>
                <a:spcPts val="170"/>
              </a:spcBef>
            </a:pPr>
            <a:r>
              <a:rPr spc="-20" dirty="0">
                <a:solidFill>
                  <a:prstClr val="black"/>
                </a:solidFill>
                <a:latin typeface="Times New Roman"/>
                <a:cs typeface="Times New Roman"/>
              </a:rPr>
              <a:t>E</a:t>
            </a:r>
            <a:r>
              <a:rPr spc="5" dirty="0">
                <a:solidFill>
                  <a:prstClr val="black"/>
                </a:solidFill>
                <a:latin typeface="Times New Roman"/>
                <a:cs typeface="Times New Roman"/>
              </a:rPr>
              <a:t>.</a:t>
            </a:r>
            <a:r>
              <a:rPr dirty="0">
                <a:solidFill>
                  <a:prstClr val="black"/>
                </a:solidFill>
                <a:latin typeface="Times New Roman"/>
                <a:cs typeface="Times New Roman"/>
              </a:rPr>
              <a:t>g.</a:t>
            </a:r>
            <a:r>
              <a:rPr spc="10" dirty="0">
                <a:solidFill>
                  <a:prstClr val="black"/>
                </a:solidFill>
                <a:latin typeface="Times New Roman"/>
                <a:cs typeface="Times New Roman"/>
              </a:rPr>
              <a:t> </a:t>
            </a:r>
            <a:r>
              <a:rPr i="1" spc="-10" dirty="0">
                <a:solidFill>
                  <a:prstClr val="black"/>
                </a:solidFill>
                <a:latin typeface="Times New Roman"/>
                <a:cs typeface="Times New Roman"/>
              </a:rPr>
              <a:t>(</a:t>
            </a:r>
            <a:r>
              <a:rPr i="1" spc="-20" dirty="0">
                <a:solidFill>
                  <a:prstClr val="black"/>
                </a:solidFill>
                <a:latin typeface="Times New Roman"/>
                <a:cs typeface="Times New Roman"/>
              </a:rPr>
              <a:t>WA</a:t>
            </a:r>
            <a:r>
              <a:rPr i="1" spc="5" dirty="0">
                <a:solidFill>
                  <a:prstClr val="black"/>
                </a:solidFill>
                <a:latin typeface="Times New Roman"/>
                <a:cs typeface="Times New Roman"/>
              </a:rPr>
              <a:t>,</a:t>
            </a:r>
            <a:r>
              <a:rPr i="1" spc="-20" dirty="0">
                <a:solidFill>
                  <a:prstClr val="black"/>
                </a:solidFill>
                <a:latin typeface="Times New Roman"/>
                <a:cs typeface="Times New Roman"/>
              </a:rPr>
              <a:t>N</a:t>
            </a:r>
            <a:r>
              <a:rPr i="1" spc="-15" dirty="0">
                <a:solidFill>
                  <a:prstClr val="black"/>
                </a:solidFill>
                <a:latin typeface="Times New Roman"/>
                <a:cs typeface="Times New Roman"/>
              </a:rPr>
              <a:t>T</a:t>
            </a:r>
            <a:r>
              <a:rPr i="1" dirty="0">
                <a:solidFill>
                  <a:prstClr val="black"/>
                </a:solidFill>
                <a:latin typeface="Times New Roman"/>
                <a:cs typeface="Times New Roman"/>
              </a:rPr>
              <a:t>) </a:t>
            </a:r>
            <a:r>
              <a:rPr lang="en-IN" sz="1850" i="1" spc="-35" dirty="0" smtClean="0">
                <a:solidFill>
                  <a:prstClr val="black"/>
                </a:solidFill>
                <a:latin typeface="Symbol"/>
                <a:cs typeface="Times New Roman"/>
              </a:rPr>
              <a:t> =</a:t>
            </a:r>
            <a:r>
              <a:rPr sz="1850" i="1" dirty="0" smtClean="0">
                <a:solidFill>
                  <a:prstClr val="black"/>
                </a:solidFill>
                <a:latin typeface="Times New Roman"/>
                <a:cs typeface="Times New Roman"/>
              </a:rPr>
              <a:t> </a:t>
            </a:r>
            <a:r>
              <a:rPr sz="1850" i="1" spc="-25" dirty="0" smtClean="0">
                <a:solidFill>
                  <a:prstClr val="black"/>
                </a:solidFill>
                <a:latin typeface="Times New Roman"/>
                <a:cs typeface="Times New Roman"/>
              </a:rPr>
              <a:t> </a:t>
            </a:r>
            <a:r>
              <a:rPr i="1" spc="-15" dirty="0">
                <a:solidFill>
                  <a:prstClr val="black"/>
                </a:solidFill>
                <a:latin typeface="Times New Roman"/>
                <a:cs typeface="Times New Roman"/>
              </a:rPr>
              <a:t>{</a:t>
            </a:r>
            <a:r>
              <a:rPr i="1" spc="-10" dirty="0">
                <a:solidFill>
                  <a:prstClr val="black"/>
                </a:solidFill>
                <a:latin typeface="Times New Roman"/>
                <a:cs typeface="Times New Roman"/>
              </a:rPr>
              <a:t>(</a:t>
            </a:r>
            <a:r>
              <a:rPr i="1" spc="-5" dirty="0">
                <a:solidFill>
                  <a:prstClr val="black"/>
                </a:solidFill>
                <a:latin typeface="Times New Roman"/>
                <a:cs typeface="Times New Roman"/>
              </a:rPr>
              <a:t>re</a:t>
            </a:r>
            <a:r>
              <a:rPr i="1" dirty="0">
                <a:solidFill>
                  <a:prstClr val="black"/>
                </a:solidFill>
                <a:latin typeface="Times New Roman"/>
                <a:cs typeface="Times New Roman"/>
              </a:rPr>
              <a:t>d</a:t>
            </a:r>
            <a:r>
              <a:rPr i="1" spc="5" dirty="0">
                <a:solidFill>
                  <a:prstClr val="black"/>
                </a:solidFill>
                <a:latin typeface="Times New Roman"/>
                <a:cs typeface="Times New Roman"/>
              </a:rPr>
              <a:t>,</a:t>
            </a:r>
            <a:r>
              <a:rPr i="1" spc="-15" dirty="0">
                <a:solidFill>
                  <a:prstClr val="black"/>
                </a:solidFill>
                <a:latin typeface="Times New Roman"/>
                <a:cs typeface="Times New Roman"/>
              </a:rPr>
              <a:t>g</a:t>
            </a:r>
            <a:r>
              <a:rPr i="1" spc="-5" dirty="0">
                <a:solidFill>
                  <a:prstClr val="black"/>
                </a:solidFill>
                <a:latin typeface="Times New Roman"/>
                <a:cs typeface="Times New Roman"/>
              </a:rPr>
              <a:t>ree</a:t>
            </a:r>
            <a:r>
              <a:rPr i="1" dirty="0">
                <a:solidFill>
                  <a:prstClr val="black"/>
                </a:solidFill>
                <a:latin typeface="Times New Roman"/>
                <a:cs typeface="Times New Roman"/>
              </a:rPr>
              <a:t>n</a:t>
            </a:r>
            <a:r>
              <a:rPr i="1" spc="-10" dirty="0">
                <a:solidFill>
                  <a:prstClr val="black"/>
                </a:solidFill>
                <a:latin typeface="Times New Roman"/>
                <a:cs typeface="Times New Roman"/>
              </a:rPr>
              <a:t>)</a:t>
            </a:r>
            <a:r>
              <a:rPr i="1" dirty="0">
                <a:solidFill>
                  <a:prstClr val="black"/>
                </a:solidFill>
                <a:latin typeface="Times New Roman"/>
                <a:cs typeface="Times New Roman"/>
              </a:rPr>
              <a:t>,</a:t>
            </a:r>
            <a:r>
              <a:rPr i="1" spc="-10" dirty="0">
                <a:solidFill>
                  <a:prstClr val="black"/>
                </a:solidFill>
                <a:latin typeface="Times New Roman"/>
                <a:cs typeface="Times New Roman"/>
              </a:rPr>
              <a:t>(</a:t>
            </a:r>
            <a:r>
              <a:rPr i="1" spc="-5" dirty="0">
                <a:solidFill>
                  <a:prstClr val="black"/>
                </a:solidFill>
                <a:latin typeface="Times New Roman"/>
                <a:cs typeface="Times New Roman"/>
              </a:rPr>
              <a:t>re</a:t>
            </a:r>
            <a:r>
              <a:rPr i="1" dirty="0">
                <a:solidFill>
                  <a:prstClr val="black"/>
                </a:solidFill>
                <a:latin typeface="Times New Roman"/>
                <a:cs typeface="Times New Roman"/>
              </a:rPr>
              <a:t>d</a:t>
            </a:r>
            <a:r>
              <a:rPr i="1" spc="5" dirty="0">
                <a:solidFill>
                  <a:prstClr val="black"/>
                </a:solidFill>
                <a:latin typeface="Times New Roman"/>
                <a:cs typeface="Times New Roman"/>
              </a:rPr>
              <a:t>,</a:t>
            </a:r>
            <a:r>
              <a:rPr i="1" spc="-10" dirty="0">
                <a:solidFill>
                  <a:prstClr val="black"/>
                </a:solidFill>
                <a:latin typeface="Times New Roman"/>
                <a:cs typeface="Times New Roman"/>
              </a:rPr>
              <a:t>blu</a:t>
            </a:r>
            <a:r>
              <a:rPr i="1" spc="-15" dirty="0">
                <a:solidFill>
                  <a:prstClr val="black"/>
                </a:solidFill>
                <a:latin typeface="Times New Roman"/>
                <a:cs typeface="Times New Roman"/>
              </a:rPr>
              <a:t>e</a:t>
            </a:r>
            <a:r>
              <a:rPr i="1" spc="-10" dirty="0">
                <a:solidFill>
                  <a:prstClr val="black"/>
                </a:solidFill>
                <a:latin typeface="Times New Roman"/>
                <a:cs typeface="Times New Roman"/>
              </a:rPr>
              <a:t>)</a:t>
            </a:r>
            <a:r>
              <a:rPr i="1" spc="5" dirty="0">
                <a:solidFill>
                  <a:prstClr val="black"/>
                </a:solidFill>
                <a:latin typeface="Times New Roman"/>
                <a:cs typeface="Times New Roman"/>
              </a:rPr>
              <a:t>,</a:t>
            </a:r>
            <a:r>
              <a:rPr i="1" spc="-10" dirty="0">
                <a:solidFill>
                  <a:prstClr val="black"/>
                </a:solidFill>
                <a:latin typeface="Times New Roman"/>
                <a:cs typeface="Times New Roman"/>
              </a:rPr>
              <a:t>(</a:t>
            </a:r>
            <a:r>
              <a:rPr i="1" dirty="0">
                <a:solidFill>
                  <a:prstClr val="black"/>
                </a:solidFill>
                <a:latin typeface="Times New Roman"/>
                <a:cs typeface="Times New Roman"/>
              </a:rPr>
              <a:t>g</a:t>
            </a:r>
            <a:r>
              <a:rPr i="1" spc="-15" dirty="0">
                <a:solidFill>
                  <a:prstClr val="black"/>
                </a:solidFill>
                <a:latin typeface="Times New Roman"/>
                <a:cs typeface="Times New Roman"/>
              </a:rPr>
              <a:t>r</a:t>
            </a:r>
            <a:r>
              <a:rPr i="1" spc="-5" dirty="0">
                <a:solidFill>
                  <a:prstClr val="black"/>
                </a:solidFill>
                <a:latin typeface="Times New Roman"/>
                <a:cs typeface="Times New Roman"/>
              </a:rPr>
              <a:t>e</a:t>
            </a:r>
            <a:r>
              <a:rPr i="1" spc="-15" dirty="0">
                <a:solidFill>
                  <a:prstClr val="black"/>
                </a:solidFill>
                <a:latin typeface="Times New Roman"/>
                <a:cs typeface="Times New Roman"/>
              </a:rPr>
              <a:t>e</a:t>
            </a:r>
            <a:r>
              <a:rPr i="1" dirty="0">
                <a:solidFill>
                  <a:prstClr val="black"/>
                </a:solidFill>
                <a:latin typeface="Times New Roman"/>
                <a:cs typeface="Times New Roman"/>
              </a:rPr>
              <a:t>n</a:t>
            </a:r>
            <a:r>
              <a:rPr i="1" spc="5" dirty="0">
                <a:solidFill>
                  <a:prstClr val="black"/>
                </a:solidFill>
                <a:latin typeface="Times New Roman"/>
                <a:cs typeface="Times New Roman"/>
              </a:rPr>
              <a:t>,</a:t>
            </a:r>
            <a:r>
              <a:rPr i="1" spc="-15" dirty="0">
                <a:solidFill>
                  <a:prstClr val="black"/>
                </a:solidFill>
                <a:latin typeface="Times New Roman"/>
                <a:cs typeface="Times New Roman"/>
              </a:rPr>
              <a:t>r</a:t>
            </a:r>
            <a:r>
              <a:rPr i="1" spc="-5" dirty="0">
                <a:solidFill>
                  <a:prstClr val="black"/>
                </a:solidFill>
                <a:latin typeface="Times New Roman"/>
                <a:cs typeface="Times New Roman"/>
              </a:rPr>
              <a:t>e</a:t>
            </a:r>
            <a:r>
              <a:rPr i="1" dirty="0">
                <a:solidFill>
                  <a:prstClr val="black"/>
                </a:solidFill>
                <a:latin typeface="Times New Roman"/>
                <a:cs typeface="Times New Roman"/>
              </a:rPr>
              <a:t>d</a:t>
            </a:r>
            <a:r>
              <a:rPr i="1" spc="-10" dirty="0">
                <a:solidFill>
                  <a:prstClr val="black"/>
                </a:solidFill>
                <a:latin typeface="Times New Roman"/>
                <a:cs typeface="Times New Roman"/>
              </a:rPr>
              <a:t>)</a:t>
            </a:r>
            <a:r>
              <a:rPr i="1" dirty="0">
                <a:solidFill>
                  <a:prstClr val="black"/>
                </a:solidFill>
                <a:latin typeface="Times New Roman"/>
                <a:cs typeface="Times New Roman"/>
              </a:rPr>
              <a:t>,…}</a:t>
            </a:r>
            <a:endParaRPr dirty="0">
              <a:solidFill>
                <a:prstClr val="black"/>
              </a:solidFill>
              <a:latin typeface="Times New Roman"/>
              <a:cs typeface="Times New Roman"/>
            </a:endParaRPr>
          </a:p>
        </p:txBody>
      </p:sp>
    </p:spTree>
    <p:extLst>
      <p:ext uri="{BB962C8B-B14F-4D97-AF65-F5344CB8AC3E}">
        <p14:creationId xmlns:p14="http://schemas.microsoft.com/office/powerpoint/2010/main" val="15731268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319" rIns="0" bIns="0" rtlCol="0">
            <a:spAutoFit/>
          </a:bodyPr>
          <a:lstStyle/>
          <a:p>
            <a:pPr marL="12700">
              <a:lnSpc>
                <a:spcPct val="100000"/>
              </a:lnSpc>
            </a:pPr>
            <a:r>
              <a:rPr sz="3600" spc="-45" dirty="0"/>
              <a:t>B</a:t>
            </a:r>
            <a:r>
              <a:rPr sz="3600" spc="-25" dirty="0"/>
              <a:t>a</a:t>
            </a:r>
            <a:r>
              <a:rPr sz="3600" spc="-30" dirty="0"/>
              <a:t>c</a:t>
            </a:r>
            <a:r>
              <a:rPr sz="3600" spc="-40" dirty="0"/>
              <a:t>k</a:t>
            </a:r>
            <a:r>
              <a:rPr sz="3600" spc="-30" dirty="0"/>
              <a:t>track</a:t>
            </a:r>
            <a:r>
              <a:rPr sz="3600" dirty="0"/>
              <a:t>i</a:t>
            </a:r>
            <a:r>
              <a:rPr sz="3600" spc="-5" dirty="0"/>
              <a:t>n</a:t>
            </a:r>
            <a:r>
              <a:rPr sz="3600" spc="-25" dirty="0"/>
              <a:t>g</a:t>
            </a:r>
            <a:r>
              <a:rPr sz="3600" spc="295" dirty="0">
                <a:latin typeface="Times New Roman"/>
                <a:cs typeface="Times New Roman"/>
              </a:rPr>
              <a:t> </a:t>
            </a:r>
            <a:r>
              <a:rPr sz="3600" spc="-30" dirty="0"/>
              <a:t>exa</a:t>
            </a:r>
            <a:r>
              <a:rPr sz="3600" spc="-40" dirty="0"/>
              <a:t>m</a:t>
            </a:r>
            <a:r>
              <a:rPr sz="3600" spc="-30" dirty="0"/>
              <a:t>p</a:t>
            </a:r>
            <a:r>
              <a:rPr sz="3600" dirty="0"/>
              <a:t>le</a:t>
            </a:r>
            <a:endParaRPr sz="3600">
              <a:latin typeface="Times New Roman"/>
              <a:cs typeface="Times New Roman"/>
            </a:endParaRPr>
          </a:p>
        </p:txBody>
      </p:sp>
      <p:sp>
        <p:nvSpPr>
          <p:cNvPr id="3" name="object 3"/>
          <p:cNvSpPr/>
          <p:nvPr/>
        </p:nvSpPr>
        <p:spPr>
          <a:xfrm>
            <a:off x="457200" y="2319020"/>
            <a:ext cx="8229600" cy="3209290"/>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fld id="{81D60167-4931-47E6-BA6A-407CBD079E47}" type="slidenum">
              <a:rPr spc="-10" dirty="0">
                <a:latin typeface="Arial Black"/>
                <a:cs typeface="Arial Black"/>
              </a:rPr>
              <a:pPr marL="25400">
                <a:lnSpc>
                  <a:spcPct val="100000"/>
                </a:lnSpc>
              </a:pPr>
              <a:t>17</a:t>
            </a:fld>
            <a:endParaRPr spc="-10" dirty="0">
              <a:latin typeface="Arial Black"/>
              <a:cs typeface="Arial Black"/>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0" dirty="0">
                <a:latin typeface="Arial"/>
                <a:cs typeface="Arial"/>
              </a:rPr>
              <a:t>T</a:t>
            </a:r>
            <a:r>
              <a:rPr dirty="0">
                <a:latin typeface="Arial"/>
                <a:cs typeface="Arial"/>
              </a:rPr>
              <a:t>Lo</a:t>
            </a:r>
            <a:r>
              <a:rPr spc="35" dirty="0">
                <a:latin typeface="Times New Roman"/>
                <a:cs typeface="Times New Roman"/>
              </a:rPr>
              <a:t> </a:t>
            </a:r>
            <a:r>
              <a:rPr spc="-10" dirty="0">
                <a:latin typeface="Arial"/>
                <a:cs typeface="Arial"/>
              </a:rPr>
              <a:t>(</a:t>
            </a:r>
            <a:r>
              <a:rPr dirty="0">
                <a:latin typeface="Arial"/>
                <a:cs typeface="Arial"/>
              </a:rPr>
              <a:t>I</a:t>
            </a:r>
            <a:r>
              <a:rPr spc="-10" dirty="0">
                <a:latin typeface="Arial"/>
                <a:cs typeface="Arial"/>
              </a:rPr>
              <a:t>R</a:t>
            </a:r>
            <a:r>
              <a:rPr dirty="0">
                <a:latin typeface="Arial"/>
                <a:cs typeface="Arial"/>
              </a:rPr>
              <a:t>ID</a:t>
            </a:r>
            <a:r>
              <a:rPr spc="-15" dirty="0">
                <a:latin typeface="Arial"/>
                <a:cs typeface="Arial"/>
              </a:rPr>
              <a:t>IA</a:t>
            </a:r>
            <a:r>
              <a:rPr dirty="0">
                <a:latin typeface="Arial"/>
                <a:cs typeface="Arial"/>
              </a:rPr>
              <a:t>)</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spc="-15" dirty="0">
                <a:latin typeface="Arial"/>
                <a:cs typeface="Arial"/>
              </a:rPr>
              <a:t>O</a:t>
            </a:r>
            <a:r>
              <a:rPr spc="-10" dirty="0">
                <a:latin typeface="Arial"/>
                <a:cs typeface="Arial"/>
              </a:rPr>
              <a:t>c</a:t>
            </a:r>
            <a:r>
              <a:rPr dirty="0">
                <a:latin typeface="Arial"/>
                <a:cs typeface="Arial"/>
              </a:rPr>
              <a:t>tober</a:t>
            </a:r>
            <a:r>
              <a:rPr spc="35" dirty="0">
                <a:latin typeface="Times New Roman"/>
                <a:cs typeface="Times New Roman"/>
              </a:rPr>
              <a:t> </a:t>
            </a:r>
            <a:r>
              <a:rPr dirty="0">
                <a:latin typeface="Arial"/>
                <a:cs typeface="Arial"/>
              </a:rPr>
              <a:t>13</a:t>
            </a:r>
            <a:r>
              <a:rPr spc="-5" dirty="0">
                <a:latin typeface="Arial"/>
                <a:cs typeface="Arial"/>
              </a:rPr>
              <a:t>,</a:t>
            </a:r>
            <a:r>
              <a:rPr spc="35" dirty="0">
                <a:latin typeface="Times New Roman"/>
                <a:cs typeface="Times New Roman"/>
              </a:rPr>
              <a:t> </a:t>
            </a:r>
            <a:r>
              <a:rPr dirty="0">
                <a:latin typeface="Arial"/>
                <a:cs typeface="Arial"/>
              </a:rPr>
              <a:t>2</a:t>
            </a:r>
            <a:r>
              <a:rPr spc="10" dirty="0">
                <a:latin typeface="Arial"/>
                <a:cs typeface="Arial"/>
              </a:rPr>
              <a:t>0</a:t>
            </a:r>
            <a:r>
              <a:rPr dirty="0">
                <a:latin typeface="Arial"/>
                <a:cs typeface="Arial"/>
              </a:rPr>
              <a:t>15</a:t>
            </a:r>
          </a:p>
        </p:txBody>
      </p:sp>
    </p:spTree>
    <p:extLst>
      <p:ext uri="{BB962C8B-B14F-4D97-AF65-F5344CB8AC3E}">
        <p14:creationId xmlns:p14="http://schemas.microsoft.com/office/powerpoint/2010/main" val="36871411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319" rIns="0" bIns="0" rtlCol="0">
            <a:spAutoFit/>
          </a:bodyPr>
          <a:lstStyle/>
          <a:p>
            <a:pPr marL="12700">
              <a:lnSpc>
                <a:spcPct val="100000"/>
              </a:lnSpc>
            </a:pPr>
            <a:r>
              <a:rPr sz="3600" spc="-45" dirty="0"/>
              <a:t>B</a:t>
            </a:r>
            <a:r>
              <a:rPr sz="3600" spc="-25" dirty="0"/>
              <a:t>a</a:t>
            </a:r>
            <a:r>
              <a:rPr sz="3600" spc="-30" dirty="0"/>
              <a:t>c</a:t>
            </a:r>
            <a:r>
              <a:rPr sz="3600" spc="-40" dirty="0"/>
              <a:t>k</a:t>
            </a:r>
            <a:r>
              <a:rPr sz="3600" spc="-30" dirty="0"/>
              <a:t>track</a:t>
            </a:r>
            <a:r>
              <a:rPr sz="3600" dirty="0"/>
              <a:t>i</a:t>
            </a:r>
            <a:r>
              <a:rPr sz="3600" spc="-5" dirty="0"/>
              <a:t>n</a:t>
            </a:r>
            <a:r>
              <a:rPr sz="3600" spc="-25" dirty="0"/>
              <a:t>g</a:t>
            </a:r>
            <a:r>
              <a:rPr sz="3600" spc="295" dirty="0">
                <a:latin typeface="Times New Roman"/>
                <a:cs typeface="Times New Roman"/>
              </a:rPr>
              <a:t> </a:t>
            </a:r>
            <a:r>
              <a:rPr sz="3600" spc="-30" dirty="0"/>
              <a:t>exa</a:t>
            </a:r>
            <a:r>
              <a:rPr sz="3600" spc="-40" dirty="0"/>
              <a:t>m</a:t>
            </a:r>
            <a:r>
              <a:rPr sz="3600" spc="-30" dirty="0"/>
              <a:t>p</a:t>
            </a:r>
            <a:r>
              <a:rPr sz="3600" dirty="0"/>
              <a:t>le</a:t>
            </a:r>
            <a:endParaRPr sz="3600">
              <a:latin typeface="Times New Roman"/>
              <a:cs typeface="Times New Roman"/>
            </a:endParaRPr>
          </a:p>
        </p:txBody>
      </p:sp>
      <p:sp>
        <p:nvSpPr>
          <p:cNvPr id="3" name="object 3"/>
          <p:cNvSpPr/>
          <p:nvPr/>
        </p:nvSpPr>
        <p:spPr>
          <a:xfrm>
            <a:off x="1717039" y="1981200"/>
            <a:ext cx="5708650" cy="388620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08912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319" rIns="0" bIns="0" rtlCol="0">
            <a:spAutoFit/>
          </a:bodyPr>
          <a:lstStyle/>
          <a:p>
            <a:pPr marL="12700">
              <a:lnSpc>
                <a:spcPct val="100000"/>
              </a:lnSpc>
            </a:pPr>
            <a:r>
              <a:rPr sz="3600" spc="-45" dirty="0"/>
              <a:t>B</a:t>
            </a:r>
            <a:r>
              <a:rPr sz="3600" spc="-25" dirty="0"/>
              <a:t>a</a:t>
            </a:r>
            <a:r>
              <a:rPr sz="3600" spc="-30" dirty="0"/>
              <a:t>c</a:t>
            </a:r>
            <a:r>
              <a:rPr sz="3600" spc="-40" dirty="0"/>
              <a:t>k</a:t>
            </a:r>
            <a:r>
              <a:rPr sz="3600" spc="-30" dirty="0"/>
              <a:t>track</a:t>
            </a:r>
            <a:r>
              <a:rPr sz="3600" dirty="0"/>
              <a:t>i</a:t>
            </a:r>
            <a:r>
              <a:rPr sz="3600" spc="-5" dirty="0"/>
              <a:t>n</a:t>
            </a:r>
            <a:r>
              <a:rPr sz="3600" spc="-25" dirty="0"/>
              <a:t>g</a:t>
            </a:r>
            <a:r>
              <a:rPr sz="3600" spc="295" dirty="0">
                <a:latin typeface="Times New Roman"/>
                <a:cs typeface="Times New Roman"/>
              </a:rPr>
              <a:t> </a:t>
            </a:r>
            <a:r>
              <a:rPr sz="3600" spc="-30" dirty="0"/>
              <a:t>exa</a:t>
            </a:r>
            <a:r>
              <a:rPr sz="3600" spc="-40" dirty="0"/>
              <a:t>m</a:t>
            </a:r>
            <a:r>
              <a:rPr sz="3600" spc="-30" dirty="0"/>
              <a:t>p</a:t>
            </a:r>
            <a:r>
              <a:rPr sz="3600" dirty="0"/>
              <a:t>le</a:t>
            </a:r>
            <a:endParaRPr sz="3600">
              <a:latin typeface="Times New Roman"/>
              <a:cs typeface="Times New Roman"/>
            </a:endParaRPr>
          </a:p>
        </p:txBody>
      </p:sp>
      <p:sp>
        <p:nvSpPr>
          <p:cNvPr id="3" name="object 3"/>
          <p:cNvSpPr/>
          <p:nvPr/>
        </p:nvSpPr>
        <p:spPr>
          <a:xfrm>
            <a:off x="2095500" y="1981200"/>
            <a:ext cx="4951730" cy="388620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2526720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647" rIns="0" bIns="0" rtlCol="0">
            <a:spAutoFit/>
          </a:bodyPr>
          <a:lstStyle/>
          <a:p>
            <a:pPr marL="12700">
              <a:lnSpc>
                <a:spcPct val="100000"/>
              </a:lnSpc>
            </a:pPr>
            <a:r>
              <a:rPr dirty="0"/>
              <a:t>I</a:t>
            </a:r>
            <a:r>
              <a:rPr spc="-30" dirty="0"/>
              <a:t>mp</a:t>
            </a:r>
            <a:r>
              <a:rPr spc="-10" dirty="0"/>
              <a:t>r</a:t>
            </a:r>
            <a:r>
              <a:rPr spc="-30" dirty="0"/>
              <a:t>o</a:t>
            </a:r>
            <a:r>
              <a:rPr spc="-20" dirty="0"/>
              <a:t>v</a:t>
            </a:r>
            <a:r>
              <a:rPr dirty="0"/>
              <a:t>i</a:t>
            </a:r>
            <a:r>
              <a:rPr spc="-5" dirty="0"/>
              <a:t>n</a:t>
            </a:r>
            <a:r>
              <a:rPr spc="-25" dirty="0"/>
              <a:t>g</a:t>
            </a:r>
            <a:r>
              <a:rPr spc="265" dirty="0">
                <a:latin typeface="Times New Roman"/>
                <a:cs typeface="Times New Roman"/>
              </a:rPr>
              <a:t> </a:t>
            </a:r>
            <a:r>
              <a:rPr spc="-30" dirty="0"/>
              <a:t>b</a:t>
            </a:r>
            <a:r>
              <a:rPr spc="-25" dirty="0"/>
              <a:t>ac</a:t>
            </a:r>
            <a:r>
              <a:rPr spc="-30" dirty="0"/>
              <a:t>k</a:t>
            </a:r>
            <a:r>
              <a:rPr spc="-10" dirty="0"/>
              <a:t>tr</a:t>
            </a:r>
            <a:r>
              <a:rPr spc="-30" dirty="0"/>
              <a:t>a</a:t>
            </a:r>
            <a:r>
              <a:rPr spc="-25" dirty="0"/>
              <a:t>c</a:t>
            </a:r>
            <a:r>
              <a:rPr spc="-30" dirty="0"/>
              <a:t>k</a:t>
            </a:r>
            <a:r>
              <a:rPr dirty="0"/>
              <a:t>in</a:t>
            </a:r>
            <a:r>
              <a:rPr spc="-25" dirty="0"/>
              <a:t>g</a:t>
            </a:r>
            <a:r>
              <a:rPr spc="260" dirty="0">
                <a:latin typeface="Times New Roman"/>
                <a:cs typeface="Times New Roman"/>
              </a:rPr>
              <a:t> </a:t>
            </a:r>
            <a:r>
              <a:rPr spc="-25" dirty="0"/>
              <a:t>e</a:t>
            </a:r>
            <a:r>
              <a:rPr dirty="0"/>
              <a:t>f</a:t>
            </a:r>
            <a:r>
              <a:rPr spc="-10" dirty="0"/>
              <a:t>f</a:t>
            </a:r>
            <a:r>
              <a:rPr dirty="0"/>
              <a:t>ici</a:t>
            </a:r>
            <a:r>
              <a:rPr spc="-5" dirty="0"/>
              <a:t>e</a:t>
            </a:r>
            <a:r>
              <a:rPr spc="-25" dirty="0"/>
              <a:t>ncy</a:t>
            </a:r>
          </a:p>
        </p:txBody>
      </p:sp>
      <p:sp>
        <p:nvSpPr>
          <p:cNvPr id="3" name="object 3"/>
          <p:cNvSpPr txBox="1"/>
          <p:nvPr/>
        </p:nvSpPr>
        <p:spPr>
          <a:xfrm>
            <a:off x="535940" y="2030814"/>
            <a:ext cx="7792720" cy="2952750"/>
          </a:xfrm>
          <a:prstGeom prst="rect">
            <a:avLst/>
          </a:prstGeom>
        </p:spPr>
        <p:txBody>
          <a:bodyPr vert="horz" wrap="square" lIns="0" tIns="0" rIns="0" bIns="0" rtlCol="0">
            <a:spAutoFit/>
          </a:bodyPr>
          <a:lstStyle/>
          <a:p>
            <a:pPr marL="355600" indent="-342900">
              <a:lnSpc>
                <a:spcPct val="100000"/>
              </a:lnSpc>
              <a:buClr>
                <a:srgbClr val="00007F"/>
              </a:buClr>
              <a:buSzPct val="75000"/>
              <a:buFont typeface="OpenSymbol"/>
              <a:buChar char="■"/>
              <a:tabLst>
                <a:tab pos="355600" algn="l"/>
              </a:tabLst>
            </a:pPr>
            <a:r>
              <a:rPr sz="3000" spc="-5" dirty="0">
                <a:latin typeface="Times New Roman"/>
                <a:cs typeface="Times New Roman"/>
              </a:rPr>
              <a:t>P</a:t>
            </a:r>
            <a:r>
              <a:rPr sz="3000" spc="-10" dirty="0">
                <a:latin typeface="Times New Roman"/>
                <a:cs typeface="Times New Roman"/>
              </a:rPr>
              <a:t>rev</a:t>
            </a:r>
            <a:r>
              <a:rPr sz="3000" spc="-15" dirty="0">
                <a:latin typeface="Times New Roman"/>
                <a:cs typeface="Times New Roman"/>
              </a:rPr>
              <a:t>i</a:t>
            </a:r>
            <a:r>
              <a:rPr sz="3000" dirty="0">
                <a:latin typeface="Times New Roman"/>
                <a:cs typeface="Times New Roman"/>
              </a:rPr>
              <a:t>ous</a:t>
            </a:r>
            <a:r>
              <a:rPr sz="3000" spc="-5" dirty="0">
                <a:latin typeface="Times New Roman"/>
                <a:cs typeface="Times New Roman"/>
              </a:rPr>
              <a:t> </a:t>
            </a:r>
            <a:r>
              <a:rPr sz="3000" spc="-15" dirty="0">
                <a:latin typeface="Times New Roman"/>
                <a:cs typeface="Times New Roman"/>
              </a:rPr>
              <a:t>i</a:t>
            </a:r>
            <a:r>
              <a:rPr sz="3000" spc="-20" dirty="0">
                <a:latin typeface="Times New Roman"/>
                <a:cs typeface="Times New Roman"/>
              </a:rPr>
              <a:t>mprove</a:t>
            </a:r>
            <a:r>
              <a:rPr sz="3000" spc="-25" dirty="0">
                <a:latin typeface="Times New Roman"/>
                <a:cs typeface="Times New Roman"/>
              </a:rPr>
              <a:t>m</a:t>
            </a:r>
            <a:r>
              <a:rPr sz="3000" spc="-20" dirty="0">
                <a:latin typeface="Times New Roman"/>
                <a:cs typeface="Times New Roman"/>
              </a:rPr>
              <a:t>e</a:t>
            </a:r>
            <a:r>
              <a:rPr sz="3000" spc="-15" dirty="0">
                <a:latin typeface="Times New Roman"/>
                <a:cs typeface="Times New Roman"/>
              </a:rPr>
              <a:t>nt</a:t>
            </a:r>
            <a:r>
              <a:rPr sz="3000" dirty="0">
                <a:latin typeface="Times New Roman"/>
                <a:cs typeface="Times New Roman"/>
              </a:rPr>
              <a:t>s</a:t>
            </a:r>
            <a:r>
              <a:rPr sz="3000" spc="10" dirty="0">
                <a:latin typeface="Times New Roman"/>
                <a:cs typeface="Times New Roman"/>
              </a:rPr>
              <a:t> </a:t>
            </a:r>
            <a:r>
              <a:rPr sz="3000" dirty="0">
                <a:latin typeface="Symbol"/>
                <a:cs typeface="Symbol"/>
              </a:rPr>
              <a:t></a:t>
            </a:r>
            <a:r>
              <a:rPr sz="3000" spc="5" dirty="0">
                <a:latin typeface="Times New Roman"/>
                <a:cs typeface="Times New Roman"/>
              </a:rPr>
              <a:t> </a:t>
            </a:r>
            <a:r>
              <a:rPr sz="3000" spc="-15" dirty="0">
                <a:latin typeface="Times New Roman"/>
                <a:cs typeface="Times New Roman"/>
              </a:rPr>
              <a:t>int</a:t>
            </a:r>
            <a:r>
              <a:rPr sz="3000" spc="-10" dirty="0">
                <a:latin typeface="Times New Roman"/>
                <a:cs typeface="Times New Roman"/>
              </a:rPr>
              <a:t>r</a:t>
            </a:r>
            <a:r>
              <a:rPr sz="3000" spc="-15" dirty="0">
                <a:latin typeface="Times New Roman"/>
                <a:cs typeface="Times New Roman"/>
              </a:rPr>
              <a:t>odu</a:t>
            </a:r>
            <a:r>
              <a:rPr sz="3000" spc="-20" dirty="0">
                <a:latin typeface="Times New Roman"/>
                <a:cs typeface="Times New Roman"/>
              </a:rPr>
              <a:t>c</a:t>
            </a:r>
            <a:r>
              <a:rPr sz="3000" spc="-15" dirty="0">
                <a:latin typeface="Times New Roman"/>
                <a:cs typeface="Times New Roman"/>
              </a:rPr>
              <a:t>e</a:t>
            </a:r>
            <a:r>
              <a:rPr sz="3000" spc="5" dirty="0">
                <a:latin typeface="Times New Roman"/>
                <a:cs typeface="Times New Roman"/>
              </a:rPr>
              <a:t> </a:t>
            </a:r>
            <a:r>
              <a:rPr sz="3000" spc="-15" dirty="0">
                <a:latin typeface="Times New Roman"/>
                <a:cs typeface="Times New Roman"/>
              </a:rPr>
              <a:t>h</a:t>
            </a:r>
            <a:r>
              <a:rPr sz="3000" spc="-10" dirty="0">
                <a:latin typeface="Times New Roman"/>
                <a:cs typeface="Times New Roman"/>
              </a:rPr>
              <a:t>eur</a:t>
            </a:r>
            <a:r>
              <a:rPr sz="3000" spc="-15" dirty="0">
                <a:latin typeface="Times New Roman"/>
                <a:cs typeface="Times New Roman"/>
              </a:rPr>
              <a:t>i</a:t>
            </a:r>
            <a:r>
              <a:rPr sz="3000" spc="-10" dirty="0">
                <a:latin typeface="Times New Roman"/>
                <a:cs typeface="Times New Roman"/>
              </a:rPr>
              <a:t>s</a:t>
            </a:r>
            <a:r>
              <a:rPr sz="3000" spc="-15" dirty="0">
                <a:latin typeface="Times New Roman"/>
                <a:cs typeface="Times New Roman"/>
              </a:rPr>
              <a:t>ti</a:t>
            </a:r>
            <a:r>
              <a:rPr sz="3000" spc="-20" dirty="0">
                <a:latin typeface="Times New Roman"/>
                <a:cs typeface="Times New Roman"/>
              </a:rPr>
              <a:t>c</a:t>
            </a:r>
            <a:r>
              <a:rPr sz="3000" dirty="0">
                <a:latin typeface="Times New Roman"/>
                <a:cs typeface="Times New Roman"/>
              </a:rPr>
              <a:t>s</a:t>
            </a:r>
            <a:endParaRPr sz="3000">
              <a:latin typeface="Times New Roman"/>
              <a:cs typeface="Times New Roman"/>
            </a:endParaRPr>
          </a:p>
          <a:p>
            <a:pPr marL="355600" marR="5080" indent="-342900">
              <a:lnSpc>
                <a:spcPct val="100000"/>
              </a:lnSpc>
              <a:spcBef>
                <a:spcPts val="740"/>
              </a:spcBef>
              <a:buClr>
                <a:srgbClr val="00007F"/>
              </a:buClr>
              <a:buSzPct val="75000"/>
              <a:buFont typeface="OpenSymbol"/>
              <a:buChar char="■"/>
              <a:tabLst>
                <a:tab pos="355600" algn="l"/>
              </a:tabLst>
            </a:pPr>
            <a:r>
              <a:rPr sz="3000" spc="-5" dirty="0">
                <a:latin typeface="Times New Roman"/>
                <a:cs typeface="Times New Roman"/>
              </a:rPr>
              <a:t>Ge</a:t>
            </a:r>
            <a:r>
              <a:rPr sz="3000" spc="-15" dirty="0">
                <a:latin typeface="Times New Roman"/>
                <a:cs typeface="Times New Roman"/>
              </a:rPr>
              <a:t>n</a:t>
            </a:r>
            <a:r>
              <a:rPr sz="3000" spc="-20" dirty="0">
                <a:latin typeface="Times New Roman"/>
                <a:cs typeface="Times New Roman"/>
              </a:rPr>
              <a:t>e</a:t>
            </a:r>
            <a:r>
              <a:rPr sz="3000" spc="-10" dirty="0">
                <a:latin typeface="Times New Roman"/>
                <a:cs typeface="Times New Roman"/>
              </a:rPr>
              <a:t>r</a:t>
            </a:r>
            <a:r>
              <a:rPr sz="3000" spc="-20" dirty="0">
                <a:latin typeface="Times New Roman"/>
                <a:cs typeface="Times New Roman"/>
              </a:rPr>
              <a:t>a</a:t>
            </a:r>
            <a:r>
              <a:rPr sz="3000" spc="-15" dirty="0">
                <a:latin typeface="Times New Roman"/>
                <a:cs typeface="Times New Roman"/>
              </a:rPr>
              <a:t>l</a:t>
            </a:r>
            <a:r>
              <a:rPr sz="3000" dirty="0">
                <a:latin typeface="Times New Roman"/>
                <a:cs typeface="Times New Roman"/>
              </a:rPr>
              <a:t>-pu</a:t>
            </a:r>
            <a:r>
              <a:rPr sz="3000" spc="-10" dirty="0">
                <a:latin typeface="Times New Roman"/>
                <a:cs typeface="Times New Roman"/>
              </a:rPr>
              <a:t>r</a:t>
            </a:r>
            <a:r>
              <a:rPr sz="3000" dirty="0">
                <a:latin typeface="Times New Roman"/>
                <a:cs typeface="Times New Roman"/>
              </a:rPr>
              <a:t>pose</a:t>
            </a:r>
            <a:r>
              <a:rPr sz="3000" spc="-5" dirty="0">
                <a:latin typeface="Times New Roman"/>
                <a:cs typeface="Times New Roman"/>
              </a:rPr>
              <a:t> </a:t>
            </a:r>
            <a:r>
              <a:rPr sz="3000" spc="-15" dirty="0">
                <a:latin typeface="Times New Roman"/>
                <a:cs typeface="Times New Roman"/>
              </a:rPr>
              <a:t>m</a:t>
            </a:r>
            <a:r>
              <a:rPr sz="3000" spc="-20" dirty="0">
                <a:latin typeface="Times New Roman"/>
                <a:cs typeface="Times New Roman"/>
              </a:rPr>
              <a:t>e</a:t>
            </a:r>
            <a:r>
              <a:rPr sz="3000" spc="-15" dirty="0">
                <a:latin typeface="Times New Roman"/>
                <a:cs typeface="Times New Roman"/>
              </a:rPr>
              <a:t>t</a:t>
            </a:r>
            <a:r>
              <a:rPr sz="3000" spc="-10" dirty="0">
                <a:latin typeface="Times New Roman"/>
                <a:cs typeface="Times New Roman"/>
              </a:rPr>
              <a:t>h</a:t>
            </a:r>
            <a:r>
              <a:rPr sz="3000" dirty="0">
                <a:latin typeface="Times New Roman"/>
                <a:cs typeface="Times New Roman"/>
              </a:rPr>
              <a:t>ods</a:t>
            </a:r>
            <a:r>
              <a:rPr sz="3000" spc="5" dirty="0">
                <a:latin typeface="Times New Roman"/>
                <a:cs typeface="Times New Roman"/>
              </a:rPr>
              <a:t> </a:t>
            </a:r>
            <a:r>
              <a:rPr sz="3000" spc="-20" dirty="0">
                <a:latin typeface="Times New Roman"/>
                <a:cs typeface="Times New Roman"/>
              </a:rPr>
              <a:t>ca</a:t>
            </a:r>
            <a:r>
              <a:rPr sz="3000" dirty="0">
                <a:latin typeface="Times New Roman"/>
                <a:cs typeface="Times New Roman"/>
              </a:rPr>
              <a:t>n </a:t>
            </a:r>
            <a:r>
              <a:rPr sz="3000" spc="-15" dirty="0">
                <a:latin typeface="Times New Roman"/>
                <a:cs typeface="Times New Roman"/>
              </a:rPr>
              <a:t>give</a:t>
            </a:r>
            <a:r>
              <a:rPr sz="3000" spc="5" dirty="0">
                <a:latin typeface="Times New Roman"/>
                <a:cs typeface="Times New Roman"/>
              </a:rPr>
              <a:t> </a:t>
            </a:r>
            <a:r>
              <a:rPr sz="3000" spc="-15" dirty="0">
                <a:latin typeface="Times New Roman"/>
                <a:cs typeface="Times New Roman"/>
              </a:rPr>
              <a:t>huge</a:t>
            </a:r>
            <a:r>
              <a:rPr sz="3000" dirty="0">
                <a:latin typeface="Times New Roman"/>
                <a:cs typeface="Times New Roman"/>
              </a:rPr>
              <a:t> </a:t>
            </a:r>
            <a:r>
              <a:rPr sz="3000" spc="-15" dirty="0">
                <a:latin typeface="Times New Roman"/>
                <a:cs typeface="Times New Roman"/>
              </a:rPr>
              <a:t>g</a:t>
            </a:r>
            <a:r>
              <a:rPr sz="3000" spc="-20" dirty="0">
                <a:latin typeface="Times New Roman"/>
                <a:cs typeface="Times New Roman"/>
              </a:rPr>
              <a:t>a</a:t>
            </a:r>
            <a:r>
              <a:rPr sz="3000" spc="-15" dirty="0">
                <a:latin typeface="Times New Roman"/>
                <a:cs typeface="Times New Roman"/>
              </a:rPr>
              <a:t>i</a:t>
            </a:r>
            <a:r>
              <a:rPr sz="3000" dirty="0">
                <a:latin typeface="Times New Roman"/>
                <a:cs typeface="Times New Roman"/>
              </a:rPr>
              <a:t>ns</a:t>
            </a:r>
            <a:r>
              <a:rPr sz="3000" spc="-5" dirty="0">
                <a:latin typeface="Times New Roman"/>
                <a:cs typeface="Times New Roman"/>
              </a:rPr>
              <a:t> </a:t>
            </a:r>
            <a:r>
              <a:rPr sz="3000" spc="-15" dirty="0">
                <a:latin typeface="Times New Roman"/>
                <a:cs typeface="Times New Roman"/>
              </a:rPr>
              <a:t>i</a:t>
            </a:r>
            <a:r>
              <a:rPr sz="3000" dirty="0">
                <a:latin typeface="Times New Roman"/>
                <a:cs typeface="Times New Roman"/>
              </a:rPr>
              <a:t>n </a:t>
            </a:r>
            <a:r>
              <a:rPr sz="3000" spc="-10" dirty="0">
                <a:latin typeface="Times New Roman"/>
                <a:cs typeface="Times New Roman"/>
              </a:rPr>
              <a:t>s</a:t>
            </a:r>
            <a:r>
              <a:rPr sz="3000" spc="-15" dirty="0">
                <a:latin typeface="Times New Roman"/>
                <a:cs typeface="Times New Roman"/>
              </a:rPr>
              <a:t>p</a:t>
            </a:r>
            <a:r>
              <a:rPr sz="3000" spc="-10" dirty="0">
                <a:latin typeface="Times New Roman"/>
                <a:cs typeface="Times New Roman"/>
              </a:rPr>
              <a:t>e</a:t>
            </a:r>
            <a:r>
              <a:rPr sz="3000" spc="-20" dirty="0">
                <a:latin typeface="Times New Roman"/>
                <a:cs typeface="Times New Roman"/>
              </a:rPr>
              <a:t>e</a:t>
            </a:r>
            <a:r>
              <a:rPr sz="3000" spc="-15" dirty="0">
                <a:latin typeface="Times New Roman"/>
                <a:cs typeface="Times New Roman"/>
              </a:rPr>
              <a:t>d:</a:t>
            </a:r>
            <a:endParaRPr sz="3000">
              <a:latin typeface="Times New Roman"/>
              <a:cs typeface="Times New Roman"/>
            </a:endParaRPr>
          </a:p>
          <a:p>
            <a:pPr marL="755650" lvl="1" indent="-285750">
              <a:lnSpc>
                <a:spcPct val="100000"/>
              </a:lnSpc>
              <a:spcBef>
                <a:spcPts val="500"/>
              </a:spcBef>
              <a:buClr>
                <a:srgbClr val="9898CC"/>
              </a:buClr>
              <a:buSzPct val="80000"/>
              <a:buFont typeface="OpenSymbol"/>
              <a:buChar char="□"/>
              <a:tabLst>
                <a:tab pos="755650" algn="l"/>
              </a:tabLst>
            </a:pPr>
            <a:r>
              <a:rPr sz="2000" b="1" spc="-20" dirty="0">
                <a:latin typeface="Arial Black"/>
                <a:cs typeface="Arial Black"/>
              </a:rPr>
              <a:t>Wh</a:t>
            </a:r>
            <a:r>
              <a:rPr sz="2000" b="1" spc="10" dirty="0">
                <a:latin typeface="Arial Black"/>
                <a:cs typeface="Arial Black"/>
              </a:rPr>
              <a:t>i</a:t>
            </a:r>
            <a:r>
              <a:rPr sz="2000" b="1" spc="-20" dirty="0">
                <a:latin typeface="Arial Black"/>
                <a:cs typeface="Arial Black"/>
              </a:rPr>
              <a:t>c</a:t>
            </a:r>
            <a:r>
              <a:rPr sz="2000" b="1" spc="-15" dirty="0">
                <a:latin typeface="Arial Black"/>
                <a:cs typeface="Arial Black"/>
              </a:rPr>
              <a:t>h</a:t>
            </a:r>
            <a:r>
              <a:rPr sz="2000" b="1" spc="160" dirty="0">
                <a:latin typeface="Times New Roman"/>
                <a:cs typeface="Times New Roman"/>
              </a:rPr>
              <a:t> </a:t>
            </a:r>
            <a:r>
              <a:rPr sz="2000" b="1" spc="-10" dirty="0">
                <a:latin typeface="Arial Black"/>
                <a:cs typeface="Arial Black"/>
              </a:rPr>
              <a:t>v</a:t>
            </a:r>
            <a:r>
              <a:rPr sz="2000" b="1" spc="-20" dirty="0">
                <a:latin typeface="Arial Black"/>
                <a:cs typeface="Arial Black"/>
              </a:rPr>
              <a:t>a</a:t>
            </a:r>
            <a:r>
              <a:rPr sz="2000" b="1" spc="-10" dirty="0">
                <a:latin typeface="Arial Black"/>
                <a:cs typeface="Arial Black"/>
              </a:rPr>
              <a:t>r</a:t>
            </a:r>
            <a:r>
              <a:rPr sz="2000" b="1" dirty="0">
                <a:latin typeface="Arial Black"/>
                <a:cs typeface="Arial Black"/>
              </a:rPr>
              <a:t>i</a:t>
            </a:r>
            <a:r>
              <a:rPr sz="2000" b="1" spc="-20" dirty="0">
                <a:latin typeface="Arial Black"/>
                <a:cs typeface="Arial Black"/>
              </a:rPr>
              <a:t>ab</a:t>
            </a:r>
            <a:r>
              <a:rPr sz="2000" b="1" dirty="0">
                <a:latin typeface="Arial Black"/>
                <a:cs typeface="Arial Black"/>
              </a:rPr>
              <a:t>l</a:t>
            </a:r>
            <a:r>
              <a:rPr sz="2000" b="1" spc="-15" dirty="0">
                <a:latin typeface="Arial Black"/>
                <a:cs typeface="Arial Black"/>
              </a:rPr>
              <a:t>e</a:t>
            </a:r>
            <a:r>
              <a:rPr sz="2000" b="1" spc="170" dirty="0">
                <a:latin typeface="Times New Roman"/>
                <a:cs typeface="Times New Roman"/>
              </a:rPr>
              <a:t> </a:t>
            </a:r>
            <a:r>
              <a:rPr sz="2000" b="1" spc="-20" dirty="0">
                <a:latin typeface="Arial Black"/>
                <a:cs typeface="Arial Black"/>
              </a:rPr>
              <a:t>sh</a:t>
            </a:r>
            <a:r>
              <a:rPr sz="2000" b="1" spc="-15" dirty="0">
                <a:latin typeface="Arial Black"/>
                <a:cs typeface="Arial Black"/>
              </a:rPr>
              <a:t>o</a:t>
            </a:r>
            <a:r>
              <a:rPr sz="2000" b="1" spc="-20" dirty="0">
                <a:latin typeface="Arial Black"/>
                <a:cs typeface="Arial Black"/>
              </a:rPr>
              <a:t>u</a:t>
            </a:r>
            <a:r>
              <a:rPr sz="2000" b="1" dirty="0">
                <a:latin typeface="Arial Black"/>
                <a:cs typeface="Arial Black"/>
              </a:rPr>
              <a:t>l</a:t>
            </a:r>
            <a:r>
              <a:rPr sz="2000" b="1" spc="-15" dirty="0">
                <a:latin typeface="Arial Black"/>
                <a:cs typeface="Arial Black"/>
              </a:rPr>
              <a:t>d</a:t>
            </a:r>
            <a:r>
              <a:rPr sz="2000" b="1" spc="160" dirty="0">
                <a:latin typeface="Times New Roman"/>
                <a:cs typeface="Times New Roman"/>
              </a:rPr>
              <a:t> </a:t>
            </a:r>
            <a:r>
              <a:rPr sz="2000" b="1" spc="-15" dirty="0">
                <a:latin typeface="Arial Black"/>
                <a:cs typeface="Arial Black"/>
              </a:rPr>
              <a:t>be</a:t>
            </a:r>
            <a:r>
              <a:rPr sz="2000" b="1" spc="160" dirty="0">
                <a:latin typeface="Times New Roman"/>
                <a:cs typeface="Times New Roman"/>
              </a:rPr>
              <a:t> </a:t>
            </a:r>
            <a:r>
              <a:rPr sz="2000" b="1" spc="-20" dirty="0">
                <a:latin typeface="Arial Black"/>
                <a:cs typeface="Arial Black"/>
              </a:rPr>
              <a:t>a</a:t>
            </a:r>
            <a:r>
              <a:rPr sz="2000" b="1" spc="-10" dirty="0">
                <a:latin typeface="Arial Black"/>
                <a:cs typeface="Arial Black"/>
              </a:rPr>
              <a:t>s</a:t>
            </a:r>
            <a:r>
              <a:rPr sz="2000" b="1" spc="-20" dirty="0">
                <a:latin typeface="Arial Black"/>
                <a:cs typeface="Arial Black"/>
              </a:rPr>
              <a:t>s</a:t>
            </a:r>
            <a:r>
              <a:rPr sz="2000" b="1" dirty="0">
                <a:latin typeface="Arial Black"/>
                <a:cs typeface="Arial Black"/>
              </a:rPr>
              <a:t>i</a:t>
            </a:r>
            <a:r>
              <a:rPr sz="2000" b="1" spc="-15" dirty="0">
                <a:latin typeface="Arial Black"/>
                <a:cs typeface="Arial Black"/>
              </a:rPr>
              <a:t>g</a:t>
            </a:r>
            <a:r>
              <a:rPr sz="2000" b="1" spc="-30" dirty="0">
                <a:latin typeface="Arial Black"/>
                <a:cs typeface="Arial Black"/>
              </a:rPr>
              <a:t>n</a:t>
            </a:r>
            <a:r>
              <a:rPr sz="2000" b="1" spc="-15" dirty="0">
                <a:latin typeface="Arial Black"/>
                <a:cs typeface="Arial Black"/>
              </a:rPr>
              <a:t>ed</a:t>
            </a:r>
            <a:r>
              <a:rPr sz="2000" b="1" spc="160" dirty="0">
                <a:latin typeface="Times New Roman"/>
                <a:cs typeface="Times New Roman"/>
              </a:rPr>
              <a:t> </a:t>
            </a:r>
            <a:r>
              <a:rPr sz="2000" b="1" spc="-20" dirty="0">
                <a:latin typeface="Arial Black"/>
                <a:cs typeface="Arial Black"/>
              </a:rPr>
              <a:t>n</a:t>
            </a:r>
            <a:r>
              <a:rPr sz="2000" b="1" spc="-15" dirty="0">
                <a:latin typeface="Arial Black"/>
                <a:cs typeface="Arial Black"/>
              </a:rPr>
              <a:t>e</a:t>
            </a:r>
            <a:r>
              <a:rPr sz="2000" b="1" spc="-20" dirty="0">
                <a:latin typeface="Arial Black"/>
                <a:cs typeface="Arial Black"/>
              </a:rPr>
              <a:t>x</a:t>
            </a:r>
            <a:r>
              <a:rPr sz="2000" b="1" spc="-15" dirty="0">
                <a:latin typeface="Arial Black"/>
                <a:cs typeface="Arial Black"/>
              </a:rPr>
              <a:t>t?</a:t>
            </a:r>
            <a:endParaRPr sz="2000">
              <a:latin typeface="Arial Black"/>
              <a:cs typeface="Arial Black"/>
            </a:endParaRPr>
          </a:p>
          <a:p>
            <a:pPr marL="755650" lvl="1" indent="-285750">
              <a:lnSpc>
                <a:spcPct val="100000"/>
              </a:lnSpc>
              <a:spcBef>
                <a:spcPts val="500"/>
              </a:spcBef>
              <a:buClr>
                <a:srgbClr val="9898CC"/>
              </a:buClr>
              <a:buSzPct val="80000"/>
              <a:buFont typeface="OpenSymbol"/>
              <a:buChar char="□"/>
              <a:tabLst>
                <a:tab pos="755650" algn="l"/>
              </a:tabLst>
            </a:pPr>
            <a:r>
              <a:rPr sz="2000" b="1" spc="-5" dirty="0">
                <a:latin typeface="Arial Black"/>
                <a:cs typeface="Arial Black"/>
              </a:rPr>
              <a:t>I</a:t>
            </a:r>
            <a:r>
              <a:rPr sz="2000" b="1" dirty="0">
                <a:latin typeface="Arial Black"/>
                <a:cs typeface="Arial Black"/>
              </a:rPr>
              <a:t>n</a:t>
            </a:r>
            <a:r>
              <a:rPr sz="2000" b="1" spc="160" dirty="0">
                <a:latin typeface="Times New Roman"/>
                <a:cs typeface="Times New Roman"/>
              </a:rPr>
              <a:t> </a:t>
            </a:r>
            <a:r>
              <a:rPr sz="2000" b="1" spc="-10" dirty="0">
                <a:latin typeface="Arial Black"/>
                <a:cs typeface="Arial Black"/>
              </a:rPr>
              <a:t>w</a:t>
            </a:r>
            <a:r>
              <a:rPr sz="2000" b="1" spc="-20" dirty="0">
                <a:latin typeface="Arial Black"/>
                <a:cs typeface="Arial Black"/>
              </a:rPr>
              <a:t>ha</a:t>
            </a:r>
            <a:r>
              <a:rPr sz="2000" b="1" spc="-10" dirty="0">
                <a:latin typeface="Arial Black"/>
                <a:cs typeface="Arial Black"/>
              </a:rPr>
              <a:t>t</a:t>
            </a:r>
            <a:r>
              <a:rPr sz="2000" b="1" spc="165" dirty="0">
                <a:latin typeface="Times New Roman"/>
                <a:cs typeface="Times New Roman"/>
              </a:rPr>
              <a:t> </a:t>
            </a:r>
            <a:r>
              <a:rPr sz="2000" b="1" spc="-20" dirty="0">
                <a:latin typeface="Arial Black"/>
                <a:cs typeface="Arial Black"/>
              </a:rPr>
              <a:t>o</a:t>
            </a:r>
            <a:r>
              <a:rPr sz="2000" b="1" spc="-10" dirty="0">
                <a:latin typeface="Arial Black"/>
                <a:cs typeface="Arial Black"/>
              </a:rPr>
              <a:t>r</a:t>
            </a:r>
            <a:r>
              <a:rPr sz="2000" b="1" spc="-20" dirty="0">
                <a:latin typeface="Arial Black"/>
                <a:cs typeface="Arial Black"/>
              </a:rPr>
              <a:t>d</a:t>
            </a:r>
            <a:r>
              <a:rPr sz="2000" b="1" spc="-15" dirty="0">
                <a:latin typeface="Arial Black"/>
                <a:cs typeface="Arial Black"/>
              </a:rPr>
              <a:t>er</a:t>
            </a:r>
            <a:r>
              <a:rPr sz="2000" b="1" spc="160" dirty="0">
                <a:latin typeface="Times New Roman"/>
                <a:cs typeface="Times New Roman"/>
              </a:rPr>
              <a:t> </a:t>
            </a:r>
            <a:r>
              <a:rPr sz="2000" b="1" spc="-10" dirty="0">
                <a:latin typeface="Arial Black"/>
                <a:cs typeface="Arial Black"/>
              </a:rPr>
              <a:t>s</a:t>
            </a:r>
            <a:r>
              <a:rPr sz="2000" b="1" spc="-20" dirty="0">
                <a:latin typeface="Arial Black"/>
                <a:cs typeface="Arial Black"/>
              </a:rPr>
              <a:t>ho</a:t>
            </a:r>
            <a:r>
              <a:rPr sz="2000" b="1" spc="-15" dirty="0">
                <a:latin typeface="Arial Black"/>
                <a:cs typeface="Arial Black"/>
              </a:rPr>
              <a:t>u</a:t>
            </a:r>
            <a:r>
              <a:rPr sz="2000" b="1" dirty="0">
                <a:latin typeface="Arial Black"/>
                <a:cs typeface="Arial Black"/>
              </a:rPr>
              <a:t>l</a:t>
            </a:r>
            <a:r>
              <a:rPr sz="2000" b="1" spc="-15" dirty="0">
                <a:latin typeface="Arial Black"/>
                <a:cs typeface="Arial Black"/>
              </a:rPr>
              <a:t>d</a:t>
            </a:r>
            <a:r>
              <a:rPr sz="2000" b="1" spc="160" dirty="0">
                <a:latin typeface="Times New Roman"/>
                <a:cs typeface="Times New Roman"/>
              </a:rPr>
              <a:t> </a:t>
            </a:r>
            <a:r>
              <a:rPr sz="2000" b="1" dirty="0">
                <a:latin typeface="Arial Black"/>
                <a:cs typeface="Arial Black"/>
              </a:rPr>
              <a:t>i</a:t>
            </a:r>
            <a:r>
              <a:rPr sz="2000" b="1" spc="-15" dirty="0">
                <a:latin typeface="Arial Black"/>
                <a:cs typeface="Arial Black"/>
              </a:rPr>
              <a:t>ts</a:t>
            </a:r>
            <a:r>
              <a:rPr sz="2000" b="1" spc="170" dirty="0">
                <a:latin typeface="Times New Roman"/>
                <a:cs typeface="Times New Roman"/>
              </a:rPr>
              <a:t> </a:t>
            </a:r>
            <a:r>
              <a:rPr sz="2000" b="1" spc="-20" dirty="0">
                <a:latin typeface="Arial Black"/>
                <a:cs typeface="Arial Black"/>
              </a:rPr>
              <a:t>va</a:t>
            </a:r>
            <a:r>
              <a:rPr sz="2000" b="1" spc="10" dirty="0">
                <a:latin typeface="Arial Black"/>
                <a:cs typeface="Arial Black"/>
              </a:rPr>
              <a:t>l</a:t>
            </a:r>
            <a:r>
              <a:rPr sz="2000" b="1" spc="-20" dirty="0">
                <a:latin typeface="Arial Black"/>
                <a:cs typeface="Arial Black"/>
              </a:rPr>
              <a:t>ue</a:t>
            </a:r>
            <a:r>
              <a:rPr sz="2000" b="1" spc="-15" dirty="0">
                <a:latin typeface="Arial Black"/>
                <a:cs typeface="Arial Black"/>
              </a:rPr>
              <a:t>s</a:t>
            </a:r>
            <a:r>
              <a:rPr sz="2000" b="1" spc="170" dirty="0">
                <a:latin typeface="Times New Roman"/>
                <a:cs typeface="Times New Roman"/>
              </a:rPr>
              <a:t> </a:t>
            </a:r>
            <a:r>
              <a:rPr sz="2000" b="1" spc="-20" dirty="0">
                <a:latin typeface="Arial Black"/>
                <a:cs typeface="Arial Black"/>
              </a:rPr>
              <a:t>b</a:t>
            </a:r>
            <a:r>
              <a:rPr sz="2000" b="1" spc="-15" dirty="0">
                <a:latin typeface="Arial Black"/>
                <a:cs typeface="Arial Black"/>
              </a:rPr>
              <a:t>e</a:t>
            </a:r>
            <a:r>
              <a:rPr sz="2000" b="1" spc="160" dirty="0">
                <a:latin typeface="Times New Roman"/>
                <a:cs typeface="Times New Roman"/>
              </a:rPr>
              <a:t> </a:t>
            </a:r>
            <a:r>
              <a:rPr sz="2000" b="1" spc="-10" dirty="0">
                <a:latin typeface="Arial Black"/>
                <a:cs typeface="Arial Black"/>
              </a:rPr>
              <a:t>tr</a:t>
            </a:r>
            <a:r>
              <a:rPr sz="2000" b="1" dirty="0">
                <a:latin typeface="Arial Black"/>
                <a:cs typeface="Arial Black"/>
              </a:rPr>
              <a:t>i</a:t>
            </a:r>
            <a:r>
              <a:rPr sz="2000" b="1" spc="-20" dirty="0">
                <a:latin typeface="Arial Black"/>
                <a:cs typeface="Arial Black"/>
              </a:rPr>
              <a:t>ed</a:t>
            </a:r>
            <a:r>
              <a:rPr sz="2000" b="1" spc="-15" dirty="0">
                <a:latin typeface="Arial Black"/>
                <a:cs typeface="Arial Black"/>
              </a:rPr>
              <a:t>?</a:t>
            </a:r>
            <a:endParaRPr sz="2000">
              <a:latin typeface="Arial Black"/>
              <a:cs typeface="Arial Black"/>
            </a:endParaRPr>
          </a:p>
          <a:p>
            <a:pPr marL="755650" lvl="1" indent="-285750">
              <a:lnSpc>
                <a:spcPct val="100000"/>
              </a:lnSpc>
              <a:spcBef>
                <a:spcPts val="500"/>
              </a:spcBef>
              <a:buClr>
                <a:srgbClr val="9898CC"/>
              </a:buClr>
              <a:buSzPct val="80000"/>
              <a:buFont typeface="OpenSymbol"/>
              <a:buChar char="□"/>
              <a:tabLst>
                <a:tab pos="755650" algn="l"/>
              </a:tabLst>
            </a:pPr>
            <a:r>
              <a:rPr sz="2000" b="1" spc="-20" dirty="0">
                <a:latin typeface="Arial Black"/>
                <a:cs typeface="Arial Black"/>
              </a:rPr>
              <a:t>Ca</a:t>
            </a:r>
            <a:r>
              <a:rPr sz="2000" b="1" spc="-15" dirty="0">
                <a:latin typeface="Arial Black"/>
                <a:cs typeface="Arial Black"/>
              </a:rPr>
              <a:t>n</a:t>
            </a:r>
            <a:r>
              <a:rPr sz="2000" b="1" spc="160" dirty="0">
                <a:latin typeface="Times New Roman"/>
                <a:cs typeface="Times New Roman"/>
              </a:rPr>
              <a:t> </a:t>
            </a:r>
            <a:r>
              <a:rPr sz="2000" b="1" spc="-10" dirty="0">
                <a:latin typeface="Arial Black"/>
                <a:cs typeface="Arial Black"/>
              </a:rPr>
              <a:t>w</a:t>
            </a:r>
            <a:r>
              <a:rPr sz="2000" b="1" spc="-15" dirty="0">
                <a:latin typeface="Arial Black"/>
                <a:cs typeface="Arial Black"/>
              </a:rPr>
              <a:t>e</a:t>
            </a:r>
            <a:r>
              <a:rPr sz="2000" b="1" spc="160" dirty="0">
                <a:latin typeface="Times New Roman"/>
                <a:cs typeface="Times New Roman"/>
              </a:rPr>
              <a:t> </a:t>
            </a:r>
            <a:r>
              <a:rPr sz="2000" b="1" spc="-15" dirty="0">
                <a:latin typeface="Arial Black"/>
                <a:cs typeface="Arial Black"/>
              </a:rPr>
              <a:t>d</a:t>
            </a:r>
            <a:r>
              <a:rPr sz="2000" b="1" spc="-20" dirty="0">
                <a:latin typeface="Arial Black"/>
                <a:cs typeface="Arial Black"/>
              </a:rPr>
              <a:t>e</a:t>
            </a:r>
            <a:r>
              <a:rPr sz="2000" b="1" spc="-10" dirty="0">
                <a:latin typeface="Arial Black"/>
                <a:cs typeface="Arial Black"/>
              </a:rPr>
              <a:t>t</a:t>
            </a:r>
            <a:r>
              <a:rPr sz="2000" b="1" spc="-20" dirty="0">
                <a:latin typeface="Arial Black"/>
                <a:cs typeface="Arial Black"/>
              </a:rPr>
              <a:t>ec</a:t>
            </a:r>
            <a:r>
              <a:rPr sz="2000" b="1" spc="-10" dirty="0">
                <a:latin typeface="Arial Black"/>
                <a:cs typeface="Arial Black"/>
              </a:rPr>
              <a:t>t</a:t>
            </a:r>
            <a:r>
              <a:rPr sz="2000" b="1" spc="165" dirty="0">
                <a:latin typeface="Times New Roman"/>
                <a:cs typeface="Times New Roman"/>
              </a:rPr>
              <a:t> </a:t>
            </a:r>
            <a:r>
              <a:rPr sz="2000" b="1" dirty="0">
                <a:latin typeface="Arial Black"/>
                <a:cs typeface="Arial Black"/>
              </a:rPr>
              <a:t>i</a:t>
            </a:r>
            <a:r>
              <a:rPr sz="2000" b="1" spc="-20" dirty="0">
                <a:latin typeface="Arial Black"/>
                <a:cs typeface="Arial Black"/>
              </a:rPr>
              <a:t>n</a:t>
            </a:r>
            <a:r>
              <a:rPr sz="2000" b="1" spc="-15" dirty="0">
                <a:latin typeface="Arial Black"/>
                <a:cs typeface="Arial Black"/>
              </a:rPr>
              <a:t>e</a:t>
            </a:r>
            <a:r>
              <a:rPr sz="2000" b="1" spc="-20" dirty="0">
                <a:latin typeface="Arial Black"/>
                <a:cs typeface="Arial Black"/>
              </a:rPr>
              <a:t>v</a:t>
            </a:r>
            <a:r>
              <a:rPr sz="2000" b="1" dirty="0">
                <a:latin typeface="Arial Black"/>
                <a:cs typeface="Arial Black"/>
              </a:rPr>
              <a:t>i</a:t>
            </a:r>
            <a:r>
              <a:rPr sz="2000" b="1" spc="-10" dirty="0">
                <a:latin typeface="Arial Black"/>
                <a:cs typeface="Arial Black"/>
              </a:rPr>
              <a:t>t</a:t>
            </a:r>
            <a:r>
              <a:rPr sz="2000" b="1" spc="-20" dirty="0">
                <a:latin typeface="Arial Black"/>
                <a:cs typeface="Arial Black"/>
              </a:rPr>
              <a:t>ab</a:t>
            </a:r>
            <a:r>
              <a:rPr sz="2000" b="1" spc="10" dirty="0">
                <a:latin typeface="Arial Black"/>
                <a:cs typeface="Arial Black"/>
              </a:rPr>
              <a:t>l</a:t>
            </a:r>
            <a:r>
              <a:rPr sz="2000" b="1" spc="-15" dirty="0">
                <a:latin typeface="Arial Black"/>
                <a:cs typeface="Arial Black"/>
              </a:rPr>
              <a:t>e</a:t>
            </a:r>
            <a:r>
              <a:rPr sz="2000" b="1" spc="160" dirty="0">
                <a:latin typeface="Times New Roman"/>
                <a:cs typeface="Times New Roman"/>
              </a:rPr>
              <a:t> </a:t>
            </a:r>
            <a:r>
              <a:rPr sz="2000" b="1" spc="-5" dirty="0">
                <a:latin typeface="Arial Black"/>
                <a:cs typeface="Arial Black"/>
              </a:rPr>
              <a:t>fa</a:t>
            </a:r>
            <a:r>
              <a:rPr sz="2000" b="1" dirty="0">
                <a:latin typeface="Arial Black"/>
                <a:cs typeface="Arial Black"/>
              </a:rPr>
              <a:t>i</a:t>
            </a:r>
            <a:r>
              <a:rPr sz="2000" b="1" spc="10" dirty="0">
                <a:latin typeface="Arial Black"/>
                <a:cs typeface="Arial Black"/>
              </a:rPr>
              <a:t>l</a:t>
            </a:r>
            <a:r>
              <a:rPr sz="2000" b="1" spc="-20" dirty="0">
                <a:latin typeface="Arial Black"/>
                <a:cs typeface="Arial Black"/>
              </a:rPr>
              <a:t>ur</a:t>
            </a:r>
            <a:r>
              <a:rPr sz="2000" b="1" spc="-15" dirty="0">
                <a:latin typeface="Arial Black"/>
                <a:cs typeface="Arial Black"/>
              </a:rPr>
              <a:t>e</a:t>
            </a:r>
            <a:r>
              <a:rPr sz="2000" b="1" spc="170" dirty="0">
                <a:latin typeface="Times New Roman"/>
                <a:cs typeface="Times New Roman"/>
              </a:rPr>
              <a:t> </a:t>
            </a:r>
            <a:r>
              <a:rPr sz="2000" b="1" spc="-20" dirty="0">
                <a:latin typeface="Arial Black"/>
                <a:cs typeface="Arial Black"/>
              </a:rPr>
              <a:t>ea</a:t>
            </a:r>
            <a:r>
              <a:rPr sz="2000" b="1" spc="-10" dirty="0">
                <a:latin typeface="Arial Black"/>
                <a:cs typeface="Arial Black"/>
              </a:rPr>
              <a:t>r</a:t>
            </a:r>
            <a:r>
              <a:rPr sz="2000" b="1" spc="10" dirty="0">
                <a:latin typeface="Arial Black"/>
                <a:cs typeface="Arial Black"/>
              </a:rPr>
              <a:t>l</a:t>
            </a:r>
            <a:r>
              <a:rPr sz="2000" b="1" spc="-20" dirty="0">
                <a:latin typeface="Arial Black"/>
                <a:cs typeface="Arial Black"/>
              </a:rPr>
              <a:t>y</a:t>
            </a:r>
            <a:r>
              <a:rPr sz="2000" b="1" spc="-15" dirty="0">
                <a:latin typeface="Arial Black"/>
                <a:cs typeface="Arial Black"/>
              </a:rPr>
              <a:t>?</a:t>
            </a:r>
            <a:endParaRPr sz="2000">
              <a:latin typeface="Arial Black"/>
              <a:cs typeface="Arial Black"/>
            </a:endParaRPr>
          </a:p>
          <a:p>
            <a:pPr marL="755650" lvl="1" indent="-285750">
              <a:lnSpc>
                <a:spcPct val="100000"/>
              </a:lnSpc>
              <a:spcBef>
                <a:spcPts val="500"/>
              </a:spcBef>
              <a:buClr>
                <a:srgbClr val="9898CC"/>
              </a:buClr>
              <a:buSzPct val="80000"/>
              <a:buFont typeface="OpenSymbol"/>
              <a:buChar char="□"/>
              <a:tabLst>
                <a:tab pos="755650" algn="l"/>
              </a:tabLst>
            </a:pPr>
            <a:r>
              <a:rPr sz="2000" b="1" spc="-20" dirty="0">
                <a:latin typeface="Arial Black"/>
                <a:cs typeface="Arial Black"/>
              </a:rPr>
              <a:t>Ca</a:t>
            </a:r>
            <a:r>
              <a:rPr sz="2000" b="1" spc="-15" dirty="0">
                <a:latin typeface="Arial Black"/>
                <a:cs typeface="Arial Black"/>
              </a:rPr>
              <a:t>n</a:t>
            </a:r>
            <a:r>
              <a:rPr sz="2000" b="1" spc="160" dirty="0">
                <a:latin typeface="Times New Roman"/>
                <a:cs typeface="Times New Roman"/>
              </a:rPr>
              <a:t> </a:t>
            </a:r>
            <a:r>
              <a:rPr sz="2000" b="1" spc="-10" dirty="0">
                <a:latin typeface="Arial Black"/>
                <a:cs typeface="Arial Black"/>
              </a:rPr>
              <a:t>w</a:t>
            </a:r>
            <a:r>
              <a:rPr sz="2000" b="1" spc="-15" dirty="0">
                <a:latin typeface="Arial Black"/>
                <a:cs typeface="Arial Black"/>
              </a:rPr>
              <a:t>e</a:t>
            </a:r>
            <a:r>
              <a:rPr sz="2000" b="1" spc="160" dirty="0">
                <a:latin typeface="Times New Roman"/>
                <a:cs typeface="Times New Roman"/>
              </a:rPr>
              <a:t> </a:t>
            </a:r>
            <a:r>
              <a:rPr sz="2000" b="1" spc="-10" dirty="0">
                <a:latin typeface="Arial Black"/>
                <a:cs typeface="Arial Black"/>
              </a:rPr>
              <a:t>t</a:t>
            </a:r>
            <a:r>
              <a:rPr sz="2000" b="1" spc="-20" dirty="0">
                <a:latin typeface="Arial Black"/>
                <a:cs typeface="Arial Black"/>
              </a:rPr>
              <a:t>a</a:t>
            </a:r>
            <a:r>
              <a:rPr sz="2000" b="1" spc="-15" dirty="0">
                <a:latin typeface="Arial Black"/>
                <a:cs typeface="Arial Black"/>
              </a:rPr>
              <a:t>ke</a:t>
            </a:r>
            <a:r>
              <a:rPr sz="2000" b="1" spc="160" dirty="0">
                <a:latin typeface="Times New Roman"/>
                <a:cs typeface="Times New Roman"/>
              </a:rPr>
              <a:t> </a:t>
            </a:r>
            <a:r>
              <a:rPr sz="2000" b="1" spc="-20" dirty="0">
                <a:latin typeface="Arial Black"/>
                <a:cs typeface="Arial Black"/>
              </a:rPr>
              <a:t>ad</a:t>
            </a:r>
            <a:r>
              <a:rPr sz="2000" b="1" spc="-10" dirty="0">
                <a:latin typeface="Arial Black"/>
                <a:cs typeface="Arial Black"/>
              </a:rPr>
              <a:t>v</a:t>
            </a:r>
            <a:r>
              <a:rPr sz="2000" b="1" spc="-20" dirty="0">
                <a:latin typeface="Arial Black"/>
                <a:cs typeface="Arial Black"/>
              </a:rPr>
              <a:t>an</a:t>
            </a:r>
            <a:r>
              <a:rPr sz="2000" b="1" spc="-10" dirty="0">
                <a:latin typeface="Arial Black"/>
                <a:cs typeface="Arial Black"/>
              </a:rPr>
              <a:t>t</a:t>
            </a:r>
            <a:r>
              <a:rPr sz="2000" b="1" spc="-20" dirty="0">
                <a:latin typeface="Arial Black"/>
                <a:cs typeface="Arial Black"/>
              </a:rPr>
              <a:t>a</a:t>
            </a:r>
            <a:r>
              <a:rPr sz="2000" b="1" spc="-15" dirty="0">
                <a:latin typeface="Arial Black"/>
                <a:cs typeface="Arial Black"/>
              </a:rPr>
              <a:t>ge</a:t>
            </a:r>
            <a:r>
              <a:rPr sz="2000" b="1" spc="160" dirty="0">
                <a:latin typeface="Times New Roman"/>
                <a:cs typeface="Times New Roman"/>
              </a:rPr>
              <a:t> </a:t>
            </a:r>
            <a:r>
              <a:rPr sz="2000" b="1" spc="-20" dirty="0">
                <a:latin typeface="Arial Black"/>
                <a:cs typeface="Arial Black"/>
              </a:rPr>
              <a:t>o</a:t>
            </a:r>
            <a:r>
              <a:rPr sz="2000" b="1" dirty="0">
                <a:latin typeface="Arial Black"/>
                <a:cs typeface="Arial Black"/>
              </a:rPr>
              <a:t>f</a:t>
            </a:r>
            <a:r>
              <a:rPr sz="2000" b="1" spc="165" dirty="0">
                <a:latin typeface="Times New Roman"/>
                <a:cs typeface="Times New Roman"/>
              </a:rPr>
              <a:t> </a:t>
            </a:r>
            <a:r>
              <a:rPr sz="2000" b="1" spc="-15" dirty="0">
                <a:latin typeface="Arial Black"/>
                <a:cs typeface="Arial Black"/>
              </a:rPr>
              <a:t>p</a:t>
            </a:r>
            <a:r>
              <a:rPr sz="2000" b="1" spc="-20" dirty="0">
                <a:latin typeface="Arial Black"/>
                <a:cs typeface="Arial Black"/>
              </a:rPr>
              <a:t>ro</a:t>
            </a:r>
            <a:r>
              <a:rPr sz="2000" b="1" spc="-15" dirty="0">
                <a:latin typeface="Arial Black"/>
                <a:cs typeface="Arial Black"/>
              </a:rPr>
              <a:t>b</a:t>
            </a:r>
            <a:r>
              <a:rPr sz="2000" b="1" dirty="0">
                <a:latin typeface="Arial Black"/>
                <a:cs typeface="Arial Black"/>
              </a:rPr>
              <a:t>l</a:t>
            </a:r>
            <a:r>
              <a:rPr sz="2000" b="1" spc="-20" dirty="0">
                <a:latin typeface="Arial Black"/>
                <a:cs typeface="Arial Black"/>
              </a:rPr>
              <a:t>e</a:t>
            </a:r>
            <a:r>
              <a:rPr sz="2000" b="1" dirty="0">
                <a:latin typeface="Arial Black"/>
                <a:cs typeface="Arial Black"/>
              </a:rPr>
              <a:t>m</a:t>
            </a:r>
            <a:r>
              <a:rPr sz="2000" b="1" spc="175" dirty="0">
                <a:latin typeface="Times New Roman"/>
                <a:cs typeface="Times New Roman"/>
              </a:rPr>
              <a:t> </a:t>
            </a:r>
            <a:r>
              <a:rPr sz="2000" b="1" spc="-20" dirty="0">
                <a:latin typeface="Arial Black"/>
                <a:cs typeface="Arial Black"/>
              </a:rPr>
              <a:t>s</a:t>
            </a:r>
            <a:r>
              <a:rPr sz="2000" b="1" spc="-10" dirty="0">
                <a:latin typeface="Arial Black"/>
                <a:cs typeface="Arial Black"/>
              </a:rPr>
              <a:t>tr</a:t>
            </a:r>
            <a:r>
              <a:rPr sz="2000" b="1" spc="-20" dirty="0">
                <a:latin typeface="Arial Black"/>
                <a:cs typeface="Arial Black"/>
              </a:rPr>
              <a:t>uc</a:t>
            </a:r>
            <a:r>
              <a:rPr sz="2000" b="1" spc="-10" dirty="0">
                <a:latin typeface="Arial Black"/>
                <a:cs typeface="Arial Black"/>
              </a:rPr>
              <a:t>t</a:t>
            </a:r>
            <a:r>
              <a:rPr sz="2000" b="1" spc="-20" dirty="0">
                <a:latin typeface="Arial Black"/>
                <a:cs typeface="Arial Black"/>
              </a:rPr>
              <a:t>u</a:t>
            </a:r>
            <a:r>
              <a:rPr sz="2000" b="1" spc="-10" dirty="0">
                <a:latin typeface="Arial Black"/>
                <a:cs typeface="Arial Black"/>
              </a:rPr>
              <a:t>r</a:t>
            </a:r>
            <a:r>
              <a:rPr sz="2000" b="1" spc="-20" dirty="0">
                <a:latin typeface="Arial Black"/>
                <a:cs typeface="Arial Black"/>
              </a:rPr>
              <a:t>e</a:t>
            </a:r>
            <a:r>
              <a:rPr sz="2000" b="1" spc="-15" dirty="0">
                <a:latin typeface="Arial Black"/>
                <a:cs typeface="Arial Black"/>
              </a:rPr>
              <a:t>?</a:t>
            </a:r>
            <a:endParaRPr sz="2000">
              <a:latin typeface="Arial Black"/>
              <a:cs typeface="Arial Black"/>
            </a:endParaRPr>
          </a:p>
        </p:txBody>
      </p:sp>
    </p:spTree>
    <p:extLst>
      <p:ext uri="{BB962C8B-B14F-4D97-AF65-F5344CB8AC3E}">
        <p14:creationId xmlns:p14="http://schemas.microsoft.com/office/powerpoint/2010/main" val="6216736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Search</a:t>
            </a:r>
            <a:endParaRPr lang="en-IN" dirty="0"/>
          </a:p>
        </p:txBody>
      </p:sp>
      <p:sp>
        <p:nvSpPr>
          <p:cNvPr id="3" name="Text Placeholder 2"/>
          <p:cNvSpPr>
            <a:spLocks noGrp="1"/>
          </p:cNvSpPr>
          <p:nvPr>
            <p:ph sz="quarter" idx="1"/>
          </p:nvPr>
        </p:nvSpPr>
        <p:spPr/>
        <p:txBody>
          <a:bodyPr>
            <a:normAutofit lnSpcReduction="10000"/>
          </a:bodyPr>
          <a:lstStyle/>
          <a:p>
            <a:r>
              <a:rPr lang="en-US" dirty="0"/>
              <a:t>They apply mostly to problems for which we </a:t>
            </a:r>
            <a:r>
              <a:rPr lang="en-US" b="1" dirty="0"/>
              <a:t>don't</a:t>
            </a:r>
            <a:r>
              <a:rPr lang="en-US" dirty="0"/>
              <a:t> need to know the </a:t>
            </a:r>
            <a:r>
              <a:rPr lang="en-US" b="1" dirty="0"/>
              <a:t>path</a:t>
            </a:r>
            <a:r>
              <a:rPr lang="en-US" dirty="0"/>
              <a:t> to the solution but only the </a:t>
            </a:r>
            <a:r>
              <a:rPr lang="en-US" b="1" dirty="0"/>
              <a:t>solution</a:t>
            </a:r>
            <a:r>
              <a:rPr lang="en-US" dirty="0"/>
              <a:t> itself. </a:t>
            </a:r>
          </a:p>
          <a:p>
            <a:r>
              <a:rPr lang="en-US" dirty="0"/>
              <a:t>They operate using a single state or a </a:t>
            </a:r>
            <a:r>
              <a:rPr lang="en-US" b="1" dirty="0"/>
              <a:t>small number of states </a:t>
            </a:r>
            <a:r>
              <a:rPr lang="en-US" dirty="0"/>
              <a:t>and explore the neighbors of that state. They usually </a:t>
            </a:r>
            <a:r>
              <a:rPr lang="en-US" b="1" dirty="0"/>
              <a:t>don't store </a:t>
            </a:r>
            <a:r>
              <a:rPr lang="en-US" dirty="0"/>
              <a:t>the path. </a:t>
            </a:r>
          </a:p>
          <a:p>
            <a:r>
              <a:rPr lang="en-US" dirty="0"/>
              <a:t>A particular case are optimization problems for which we </a:t>
            </a:r>
            <a:r>
              <a:rPr lang="en-US" b="1" dirty="0"/>
              <a:t>search </a:t>
            </a:r>
            <a:r>
              <a:rPr lang="en-US" dirty="0"/>
              <a:t>for the </a:t>
            </a:r>
            <a:r>
              <a:rPr lang="en-US" b="1" dirty="0"/>
              <a:t>best solution </a:t>
            </a:r>
            <a:r>
              <a:rPr lang="en-US" dirty="0"/>
              <a:t>according to an </a:t>
            </a:r>
            <a:r>
              <a:rPr lang="en-US" b="1" dirty="0"/>
              <a:t>objective</a:t>
            </a:r>
            <a:r>
              <a:rPr lang="en-US" dirty="0"/>
              <a:t> function. </a:t>
            </a:r>
          </a:p>
          <a:p>
            <a:r>
              <a:rPr lang="en-US" dirty="0"/>
              <a:t>The </a:t>
            </a:r>
            <a:r>
              <a:rPr lang="en-US" b="1" dirty="0"/>
              <a:t>distribution</a:t>
            </a:r>
            <a:r>
              <a:rPr lang="en-US" dirty="0"/>
              <a:t> of </a:t>
            </a:r>
            <a:r>
              <a:rPr lang="en-US" b="1" dirty="0"/>
              <a:t>values</a:t>
            </a:r>
            <a:r>
              <a:rPr lang="en-US" dirty="0"/>
              <a:t> of the objective function in the state space is called a </a:t>
            </a:r>
            <a:r>
              <a:rPr lang="en-US" b="1" dirty="0"/>
              <a:t>landscape</a:t>
            </a:r>
            <a:r>
              <a:rPr lang="en-US" dirty="0"/>
              <a:t>. </a:t>
            </a:r>
          </a:p>
          <a:p>
            <a:endParaRPr lang="en-IN" dirty="0"/>
          </a:p>
        </p:txBody>
      </p:sp>
    </p:spTree>
    <p:extLst>
      <p:ext uri="{BB962C8B-B14F-4D97-AF65-F5344CB8AC3E}">
        <p14:creationId xmlns:p14="http://schemas.microsoft.com/office/powerpoint/2010/main" val="1785520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Local Beam Search</a:t>
            </a:r>
            <a:endParaRPr lang="en-IN" dirty="0"/>
          </a:p>
        </p:txBody>
      </p:sp>
      <p:sp>
        <p:nvSpPr>
          <p:cNvPr id="3" name="Text Placeholder 2"/>
          <p:cNvSpPr>
            <a:spLocks noGrp="1"/>
          </p:cNvSpPr>
          <p:nvPr>
            <p:ph sz="quarter" idx="1"/>
          </p:nvPr>
        </p:nvSpPr>
        <p:spPr>
          <a:xfrm>
            <a:off x="301752" y="1484784"/>
            <a:ext cx="8518720" cy="3558136"/>
          </a:xfrm>
        </p:spPr>
        <p:txBody>
          <a:bodyPr>
            <a:normAutofit fontScale="92500" lnSpcReduction="20000"/>
          </a:bodyPr>
          <a:lstStyle/>
          <a:p>
            <a:r>
              <a:rPr lang="en-US" dirty="0"/>
              <a:t>In this algorithm, it holds </a:t>
            </a:r>
            <a:r>
              <a:rPr lang="en-US" b="1" dirty="0"/>
              <a:t>k number </a:t>
            </a:r>
            <a:r>
              <a:rPr lang="en-US" dirty="0"/>
              <a:t>of states at any given time. At the start, these states are generated randomly. </a:t>
            </a:r>
            <a:endParaRPr lang="en-US" dirty="0" smtClean="0"/>
          </a:p>
          <a:p>
            <a:r>
              <a:rPr lang="en-US" dirty="0" smtClean="0"/>
              <a:t>The </a:t>
            </a:r>
            <a:r>
              <a:rPr lang="en-US" dirty="0"/>
              <a:t>successors of these k states are computed with the help of objective function. </a:t>
            </a:r>
            <a:endParaRPr lang="en-US" dirty="0" smtClean="0"/>
          </a:p>
          <a:p>
            <a:r>
              <a:rPr lang="en-US" dirty="0" smtClean="0"/>
              <a:t>If </a:t>
            </a:r>
            <a:r>
              <a:rPr lang="en-US" dirty="0"/>
              <a:t>any of these successors is the maximum value of the objective function, then the algorithm stops.</a:t>
            </a:r>
          </a:p>
          <a:p>
            <a:r>
              <a:rPr lang="en-US" dirty="0"/>
              <a:t>Otherwise the (initial k states and k number of successors of the states = 2k) states are </a:t>
            </a:r>
            <a:endParaRPr lang="en-US" dirty="0" smtClean="0"/>
          </a:p>
          <a:p>
            <a:pPr marL="0" indent="0">
              <a:buNone/>
            </a:pPr>
            <a:r>
              <a:rPr lang="en-US" dirty="0"/>
              <a:t> </a:t>
            </a:r>
            <a:r>
              <a:rPr lang="en-US" dirty="0" smtClean="0"/>
              <a:t>  placed </a:t>
            </a:r>
            <a:r>
              <a:rPr lang="en-US" dirty="0"/>
              <a:t>in a pool. </a:t>
            </a:r>
          </a:p>
          <a:p>
            <a:endParaRPr lang="en-IN" dirty="0"/>
          </a:p>
        </p:txBody>
      </p:sp>
      <p:sp>
        <p:nvSpPr>
          <p:cNvPr id="4" name="TextBox 3"/>
          <p:cNvSpPr txBox="1"/>
          <p:nvPr/>
        </p:nvSpPr>
        <p:spPr>
          <a:xfrm>
            <a:off x="408045" y="5013176"/>
            <a:ext cx="4523995" cy="1477328"/>
          </a:xfrm>
          <a:prstGeom prst="rect">
            <a:avLst/>
          </a:prstGeom>
          <a:noFill/>
        </p:spPr>
        <p:txBody>
          <a:bodyPr wrap="none" rtlCol="0">
            <a:spAutoFit/>
          </a:bodyPr>
          <a:lstStyle/>
          <a:p>
            <a:r>
              <a:rPr lang="en-US" b="1" dirty="0"/>
              <a:t>The pool is then sorted numerically. </a:t>
            </a:r>
            <a:endParaRPr lang="en-US" b="1" dirty="0" smtClean="0"/>
          </a:p>
          <a:p>
            <a:r>
              <a:rPr lang="en-US" b="1" dirty="0" smtClean="0"/>
              <a:t>The </a:t>
            </a:r>
            <a:r>
              <a:rPr lang="en-US" b="1" dirty="0"/>
              <a:t>highest k states are selected as </a:t>
            </a:r>
            <a:endParaRPr lang="en-US" b="1" dirty="0" smtClean="0"/>
          </a:p>
          <a:p>
            <a:r>
              <a:rPr lang="en-US" b="1" dirty="0" smtClean="0"/>
              <a:t>New initial </a:t>
            </a:r>
            <a:r>
              <a:rPr lang="en-US" b="1" dirty="0"/>
              <a:t>states. </a:t>
            </a:r>
            <a:endParaRPr lang="en-US" b="1" dirty="0" smtClean="0"/>
          </a:p>
          <a:p>
            <a:r>
              <a:rPr lang="en-US" b="1" dirty="0" smtClean="0"/>
              <a:t>This </a:t>
            </a:r>
            <a:r>
              <a:rPr lang="en-US" b="1" dirty="0"/>
              <a:t>process continues until </a:t>
            </a:r>
            <a:endParaRPr lang="en-US" b="1" dirty="0" smtClean="0"/>
          </a:p>
          <a:p>
            <a:r>
              <a:rPr lang="en-US" b="1" dirty="0" smtClean="0"/>
              <a:t>a </a:t>
            </a:r>
            <a:r>
              <a:rPr lang="en-US" b="1" dirty="0"/>
              <a:t>maximum value is reached.</a:t>
            </a:r>
            <a:endParaRPr lang="en-IN" b="1" dirty="0">
              <a:solidFill>
                <a:srgbClr val="FF0000"/>
              </a:solidFill>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4293095"/>
            <a:ext cx="4355976" cy="2474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94028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Local Search </a:t>
            </a:r>
            <a:endParaRPr lang="en-IN" dirty="0"/>
          </a:p>
        </p:txBody>
      </p:sp>
      <p:sp>
        <p:nvSpPr>
          <p:cNvPr id="9" name="Text Placeholder 2"/>
          <p:cNvSpPr txBox="1">
            <a:spLocks/>
          </p:cNvSpPr>
          <p:nvPr/>
        </p:nvSpPr>
        <p:spPr>
          <a:xfrm>
            <a:off x="327443" y="1772816"/>
            <a:ext cx="8112222" cy="1800200"/>
          </a:xfrm>
          <a:prstGeom prst="rect">
            <a:avLst/>
          </a:prstGeom>
        </p:spPr>
        <p:txBody>
          <a:bodyPr vert="horz">
            <a:normAutofit fontScale="62500" lnSpcReduction="20000"/>
          </a:bodyPr>
          <a:lst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r>
              <a:rPr lang="en-US" sz="2900" dirty="0" smtClean="0"/>
              <a:t>Global maximum - a state that maximizes the objective function over the entire landscape. </a:t>
            </a:r>
          </a:p>
          <a:p>
            <a:r>
              <a:rPr lang="en-US" sz="2900" dirty="0" smtClean="0"/>
              <a:t>Local maximum - a state that maximizes the objective function in a small area around it. </a:t>
            </a:r>
          </a:p>
          <a:p>
            <a:r>
              <a:rPr lang="en-US" sz="2900" dirty="0" smtClean="0"/>
              <a:t>Plateau - a state such that the objective function is constant in an area around it. </a:t>
            </a:r>
          </a:p>
          <a:p>
            <a:r>
              <a:rPr lang="en-US" sz="2900" dirty="0" smtClean="0"/>
              <a:t>Shoulder - a plateau that has an uphill edge. </a:t>
            </a:r>
          </a:p>
          <a:p>
            <a:endParaRPr lang="en-IN"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1900" y="3573016"/>
            <a:ext cx="5372100" cy="308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42073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24744"/>
            <a:ext cx="8568952" cy="5517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535940" y="404664"/>
            <a:ext cx="8072119" cy="1031239"/>
          </a:xfrm>
        </p:spPr>
        <p:txBody>
          <a:bodyPr>
            <a:normAutofit/>
          </a:bodyPr>
          <a:lstStyle/>
          <a:p>
            <a:r>
              <a:rPr lang="en-US" dirty="0" smtClean="0"/>
              <a:t>Local Search </a:t>
            </a:r>
            <a:endParaRPr lang="en-IN" dirty="0"/>
          </a:p>
        </p:txBody>
      </p:sp>
    </p:spTree>
    <p:extLst>
      <p:ext uri="{BB962C8B-B14F-4D97-AF65-F5344CB8AC3E}">
        <p14:creationId xmlns:p14="http://schemas.microsoft.com/office/powerpoint/2010/main" val="27600804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Constructing  Search  Trees</a:t>
            </a:r>
            <a:endParaRPr lang="en-IN" dirty="0"/>
          </a:p>
        </p:txBody>
      </p:sp>
      <p:sp>
        <p:nvSpPr>
          <p:cNvPr id="3" name="Text Placeholder 2"/>
          <p:cNvSpPr>
            <a:spLocks noGrp="1"/>
          </p:cNvSpPr>
          <p:nvPr>
            <p:ph sz="quarter" idx="1"/>
          </p:nvPr>
        </p:nvSpPr>
        <p:spPr>
          <a:xfrm>
            <a:off x="301752" y="1527048"/>
            <a:ext cx="8503920" cy="5070304"/>
          </a:xfrm>
        </p:spPr>
        <p:txBody>
          <a:bodyPr>
            <a:normAutofit fontScale="92500"/>
          </a:bodyPr>
          <a:lstStyle/>
          <a:p>
            <a:r>
              <a:rPr lang="en-US" b="1" dirty="0"/>
              <a:t>Search:</a:t>
            </a:r>
            <a:r>
              <a:rPr lang="en-US" dirty="0"/>
              <a:t> </a:t>
            </a:r>
            <a:r>
              <a:rPr lang="en-US" dirty="0" smtClean="0"/>
              <a:t>Searching is </a:t>
            </a:r>
            <a:r>
              <a:rPr lang="en-US" dirty="0"/>
              <a:t>a step by step procedure to solve a search-problem in a given search space.</a:t>
            </a:r>
            <a:endParaRPr lang="en-US" b="1" dirty="0" smtClean="0"/>
          </a:p>
          <a:p>
            <a:r>
              <a:rPr lang="en-US" b="1" dirty="0" smtClean="0"/>
              <a:t>Search </a:t>
            </a:r>
            <a:r>
              <a:rPr lang="en-US" b="1" dirty="0"/>
              <a:t>tree:</a:t>
            </a:r>
            <a:r>
              <a:rPr lang="en-US" dirty="0"/>
              <a:t> A tree representation of search problem is called Search tree. The root of the search tree is the root node which is corresponding to the initial state</a:t>
            </a:r>
            <a:r>
              <a:rPr lang="en-US" dirty="0" smtClean="0"/>
              <a:t>.</a:t>
            </a:r>
          </a:p>
          <a:p>
            <a:pPr marL="0" indent="0">
              <a:buNone/>
            </a:pPr>
            <a:r>
              <a:rPr lang="en-US" dirty="0"/>
              <a:t>A search problem consists of</a:t>
            </a:r>
            <a:r>
              <a:rPr lang="en-US" dirty="0" smtClean="0"/>
              <a:t>:</a:t>
            </a:r>
          </a:p>
          <a:p>
            <a:r>
              <a:rPr lang="en-US" b="1" dirty="0" smtClean="0"/>
              <a:t>A </a:t>
            </a:r>
            <a:r>
              <a:rPr lang="en-US" b="1" dirty="0"/>
              <a:t>State Space.</a:t>
            </a:r>
            <a:r>
              <a:rPr lang="en-US" dirty="0"/>
              <a:t> Set of all possible states where you can be.</a:t>
            </a:r>
          </a:p>
          <a:p>
            <a:r>
              <a:rPr lang="en-US" b="1" dirty="0"/>
              <a:t>A Start State.</a:t>
            </a:r>
            <a:r>
              <a:rPr lang="en-US" dirty="0"/>
              <a:t> The state from where the search begins.</a:t>
            </a:r>
          </a:p>
          <a:p>
            <a:r>
              <a:rPr lang="en-US" b="1" dirty="0"/>
              <a:t>A Goal Test.</a:t>
            </a:r>
            <a:r>
              <a:rPr lang="en-US" dirty="0"/>
              <a:t> A function that looks at the current state returns whether or not it is the goal state.</a:t>
            </a:r>
          </a:p>
          <a:p>
            <a:endParaRPr lang="en-IN" dirty="0"/>
          </a:p>
        </p:txBody>
      </p:sp>
    </p:spTree>
    <p:extLst>
      <p:ext uri="{BB962C8B-B14F-4D97-AF65-F5344CB8AC3E}">
        <p14:creationId xmlns:p14="http://schemas.microsoft.com/office/powerpoint/2010/main" val="4550991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Constructing  Search  Trees</a:t>
            </a:r>
            <a:endParaRPr lang="en-IN" dirty="0"/>
          </a:p>
        </p:txBody>
      </p:sp>
      <p:sp>
        <p:nvSpPr>
          <p:cNvPr id="3" name="Text Placeholder 2"/>
          <p:cNvSpPr>
            <a:spLocks noGrp="1"/>
          </p:cNvSpPr>
          <p:nvPr>
            <p:ph sz="quarter" idx="1"/>
          </p:nvPr>
        </p:nvSpPr>
        <p:spPr/>
        <p:txBody>
          <a:bodyPr>
            <a:normAutofit fontScale="92500" lnSpcReduction="10000"/>
          </a:bodyPr>
          <a:lstStyle/>
          <a:p>
            <a:r>
              <a:rPr lang="en-US" dirty="0"/>
              <a:t>Create search trees to solve Artificial Intelligence questions. </a:t>
            </a:r>
            <a:endParaRPr lang="en-US" dirty="0" smtClean="0"/>
          </a:p>
          <a:p>
            <a:r>
              <a:rPr lang="en-US" dirty="0" smtClean="0"/>
              <a:t>Use </a:t>
            </a:r>
            <a:r>
              <a:rPr lang="en-US" dirty="0"/>
              <a:t>each piece of information as a </a:t>
            </a:r>
            <a:r>
              <a:rPr lang="en-US" b="1" dirty="0"/>
              <a:t>node</a:t>
            </a:r>
            <a:r>
              <a:rPr lang="en-US" dirty="0"/>
              <a:t> and construct a </a:t>
            </a:r>
            <a:r>
              <a:rPr lang="en-US" b="1" dirty="0"/>
              <a:t>hierarchy</a:t>
            </a:r>
            <a:r>
              <a:rPr lang="en-US" dirty="0"/>
              <a:t> of nodes based on how the individual pieces of information </a:t>
            </a:r>
            <a:r>
              <a:rPr lang="en-US" b="1" dirty="0"/>
              <a:t>connect</a:t>
            </a:r>
            <a:r>
              <a:rPr lang="en-US" dirty="0"/>
              <a:t> together so that one can go along a path through a series of nodes in order to get from one to another</a:t>
            </a:r>
            <a:r>
              <a:rPr lang="en-US" dirty="0" smtClean="0"/>
              <a:t>.</a:t>
            </a:r>
          </a:p>
          <a:p>
            <a:endParaRPr lang="en-US" dirty="0"/>
          </a:p>
          <a:p>
            <a:r>
              <a:rPr lang="en-US" b="1" dirty="0"/>
              <a:t>The search tree will find a potential solution to unknown questions by looking at the available data in an organized manner, one piece (or "node") at a time.</a:t>
            </a:r>
            <a:endParaRPr lang="en-IN" dirty="0"/>
          </a:p>
        </p:txBody>
      </p:sp>
    </p:spTree>
    <p:extLst>
      <p:ext uri="{BB962C8B-B14F-4D97-AF65-F5344CB8AC3E}">
        <p14:creationId xmlns:p14="http://schemas.microsoft.com/office/powerpoint/2010/main" val="32022985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Constructing  Search  Trees</a:t>
            </a:r>
            <a:endParaRPr lang="en-IN" dirty="0"/>
          </a:p>
        </p:txBody>
      </p:sp>
      <p:sp>
        <p:nvSpPr>
          <p:cNvPr id="3" name="Text Placeholder 2"/>
          <p:cNvSpPr>
            <a:spLocks noGrp="1"/>
          </p:cNvSpPr>
          <p:nvPr>
            <p:ph sz="quarter" idx="1"/>
          </p:nvPr>
        </p:nvSpPr>
        <p:spPr>
          <a:xfrm>
            <a:off x="301752" y="1412776"/>
            <a:ext cx="8503920" cy="5214320"/>
          </a:xfrm>
        </p:spPr>
        <p:txBody>
          <a:bodyPr>
            <a:normAutofit fontScale="85000" lnSpcReduction="10000"/>
          </a:bodyPr>
          <a:lstStyle/>
          <a:p>
            <a:r>
              <a:rPr lang="en-US" dirty="0"/>
              <a:t>Suppose one is writing a program for an airline to find a way for a customer to get from City A to City B given a list of all of the possible flights between any two cities. The program will need to go through the list and determine which flight (or connecting series of flights) that the customer should take. This is implemented using a search tree. </a:t>
            </a:r>
            <a:endParaRPr lang="en-US" dirty="0" smtClean="0"/>
          </a:p>
          <a:p>
            <a:r>
              <a:rPr lang="en-US" dirty="0" smtClean="0"/>
              <a:t>City </a:t>
            </a:r>
            <a:r>
              <a:rPr lang="en-US" dirty="0"/>
              <a:t>A (where the customer currently is located) will be the initial piece of information, or "initial node." The search tree will consist of this initial node at the top of the tree. </a:t>
            </a:r>
            <a:endParaRPr lang="en-US" dirty="0" smtClean="0"/>
          </a:p>
          <a:p>
            <a:r>
              <a:rPr lang="en-US" dirty="0" smtClean="0"/>
              <a:t>Next</a:t>
            </a:r>
            <a:r>
              <a:rPr lang="en-US" dirty="0"/>
              <a:t>, the program would look at all of the flights beginning with City A. These flights would show cities that the customer could reach in just one flight, and so these cities (each city a node itself) are on the next level, below the initial node. </a:t>
            </a:r>
            <a:endParaRPr lang="en-US" dirty="0" smtClean="0"/>
          </a:p>
          <a:p>
            <a:r>
              <a:rPr lang="en-US" dirty="0" smtClean="0"/>
              <a:t>Now</a:t>
            </a:r>
            <a:r>
              <a:rPr lang="en-US" dirty="0"/>
              <a:t>, each of these cities has flights as well, which would be on the third level, and the tree would continue so forth. </a:t>
            </a:r>
          </a:p>
          <a:p>
            <a:endParaRPr lang="en-IN" dirty="0"/>
          </a:p>
        </p:txBody>
      </p:sp>
    </p:spTree>
    <p:extLst>
      <p:ext uri="{BB962C8B-B14F-4D97-AF65-F5344CB8AC3E}">
        <p14:creationId xmlns:p14="http://schemas.microsoft.com/office/powerpoint/2010/main" val="23148369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Constructing  Search  Trees</a:t>
            </a:r>
            <a:endParaRPr lang="en-IN" dirty="0"/>
          </a:p>
        </p:txBody>
      </p:sp>
      <p:sp>
        <p:nvSpPr>
          <p:cNvPr id="3" name="Text Placeholder 2"/>
          <p:cNvSpPr>
            <a:spLocks noGrp="1"/>
          </p:cNvSpPr>
          <p:nvPr>
            <p:ph sz="quarter" idx="1"/>
          </p:nvPr>
        </p:nvSpPr>
        <p:spPr>
          <a:xfrm>
            <a:off x="179512" y="1340768"/>
            <a:ext cx="5206352" cy="5162256"/>
          </a:xfrm>
        </p:spPr>
        <p:txBody>
          <a:bodyPr>
            <a:noAutofit/>
          </a:bodyPr>
          <a:lstStyle/>
          <a:p>
            <a:r>
              <a:rPr lang="en-US" sz="2100" dirty="0" smtClean="0"/>
              <a:t>Choosing </a:t>
            </a:r>
            <a:r>
              <a:rPr lang="en-US" sz="2100" dirty="0"/>
              <a:t>a search strategy (i.e. Breadth-first or Depth-first) will tell the program how to progress down the search tree, or hierarchy of nodes that has been built from the information. There are clearly many different ways that one can get from City A to City B, so the search strategy is the key to determining which path will be selected. </a:t>
            </a:r>
          </a:p>
          <a:p>
            <a:r>
              <a:rPr lang="en-US" sz="2100" dirty="0"/>
              <a:t>Search trees, with search strategies, can also be found in finding solutions in puzzle-solving or simple games such as "The Eight Queens Problem" where one tries to place eight queens in locations on a chessboard such that none of them can move to the space of </a:t>
            </a:r>
            <a:r>
              <a:rPr lang="en-US" sz="2100" dirty="0" smtClean="0"/>
              <a:t>another.</a:t>
            </a:r>
            <a:endParaRPr lang="en-US" sz="2100" dirty="0"/>
          </a:p>
          <a:p>
            <a:endParaRPr lang="en-IN" sz="2100" dirty="0"/>
          </a:p>
        </p:txBody>
      </p:sp>
      <p:pic>
        <p:nvPicPr>
          <p:cNvPr id="1026" name="Picture 2" descr="Telangana State Portal Distric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1484784"/>
            <a:ext cx="3960440" cy="5204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4511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Stochastic  Search </a:t>
            </a:r>
            <a:endParaRPr lang="en-IN" b="1" dirty="0"/>
          </a:p>
        </p:txBody>
      </p:sp>
      <p:sp>
        <p:nvSpPr>
          <p:cNvPr id="3" name="Text Placeholder 2"/>
          <p:cNvSpPr>
            <a:spLocks noGrp="1"/>
          </p:cNvSpPr>
          <p:nvPr>
            <p:ph sz="quarter" idx="1"/>
          </p:nvPr>
        </p:nvSpPr>
        <p:spPr/>
        <p:txBody>
          <a:bodyPr/>
          <a:lstStyle/>
          <a:p>
            <a:r>
              <a:rPr lang="en-US" dirty="0"/>
              <a:t>Stochastic </a:t>
            </a:r>
            <a:r>
              <a:rPr lang="en-US" dirty="0" smtClean="0"/>
              <a:t>search is one of the hill climbing search algorithms, that </a:t>
            </a:r>
            <a:r>
              <a:rPr lang="en-US" dirty="0"/>
              <a:t>does not examine for all its </a:t>
            </a:r>
            <a:r>
              <a:rPr lang="en-US" b="1" dirty="0"/>
              <a:t>neighbor</a:t>
            </a:r>
            <a:r>
              <a:rPr lang="en-US" dirty="0"/>
              <a:t> before moving. </a:t>
            </a:r>
            <a:endParaRPr lang="en-US" dirty="0" smtClean="0"/>
          </a:p>
          <a:p>
            <a:r>
              <a:rPr lang="en-US" dirty="0" smtClean="0"/>
              <a:t>Rather</a:t>
            </a:r>
            <a:r>
              <a:rPr lang="en-US" dirty="0"/>
              <a:t>, this search algorithm selects one neighbor node at </a:t>
            </a:r>
            <a:r>
              <a:rPr lang="en-US" b="1" dirty="0"/>
              <a:t>random</a:t>
            </a:r>
            <a:r>
              <a:rPr lang="en-US" dirty="0"/>
              <a:t> and decides whether to </a:t>
            </a:r>
            <a:r>
              <a:rPr lang="en-US" b="1" dirty="0"/>
              <a:t>choose</a:t>
            </a:r>
            <a:r>
              <a:rPr lang="en-US" dirty="0"/>
              <a:t> it as a current state or </a:t>
            </a:r>
            <a:r>
              <a:rPr lang="en-US" b="1" dirty="0"/>
              <a:t>examine</a:t>
            </a:r>
            <a:r>
              <a:rPr lang="en-US" dirty="0"/>
              <a:t> another state</a:t>
            </a:r>
            <a:r>
              <a:rPr lang="en-US" dirty="0" smtClean="0"/>
              <a:t>.</a:t>
            </a:r>
          </a:p>
          <a:p>
            <a:r>
              <a:rPr lang="en-US" dirty="0" smtClean="0"/>
              <a:t>Under </a:t>
            </a:r>
            <a:r>
              <a:rPr lang="en-US" dirty="0"/>
              <a:t>a stochastic beam search it is possible for an </a:t>
            </a:r>
            <a:r>
              <a:rPr lang="en-US" b="1" dirty="0"/>
              <a:t>individual</a:t>
            </a:r>
            <a:r>
              <a:rPr lang="en-US" dirty="0"/>
              <a:t> to be selected multiple times at </a:t>
            </a:r>
            <a:r>
              <a:rPr lang="en-US" b="1" dirty="0"/>
              <a:t>random</a:t>
            </a:r>
            <a:r>
              <a:rPr lang="en-US" dirty="0"/>
              <a:t>.</a:t>
            </a:r>
            <a:endParaRPr lang="en-IN" dirty="0"/>
          </a:p>
        </p:txBody>
      </p:sp>
    </p:spTree>
    <p:extLst>
      <p:ext uri="{BB962C8B-B14F-4D97-AF65-F5344CB8AC3E}">
        <p14:creationId xmlns:p14="http://schemas.microsoft.com/office/powerpoint/2010/main" val="12389804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Stochastic  Search </a:t>
            </a:r>
            <a:endParaRPr lang="en-IN" b="1" dirty="0"/>
          </a:p>
        </p:txBody>
      </p:sp>
      <p:sp>
        <p:nvSpPr>
          <p:cNvPr id="3" name="Text Placeholder 2"/>
          <p:cNvSpPr>
            <a:spLocks noGrp="1"/>
          </p:cNvSpPr>
          <p:nvPr>
            <p:ph sz="quarter" idx="1"/>
          </p:nvPr>
        </p:nvSpPr>
        <p:spPr/>
        <p:txBody>
          <a:bodyPr/>
          <a:lstStyle/>
          <a:p>
            <a:r>
              <a:rPr lang="en-US" dirty="0"/>
              <a:t>Stochastic pretty much means </a:t>
            </a:r>
            <a:r>
              <a:rPr lang="en-US" b="1" dirty="0"/>
              <a:t>randomized</a:t>
            </a:r>
            <a:r>
              <a:rPr lang="en-US" dirty="0"/>
              <a:t> in some way. </a:t>
            </a:r>
            <a:endParaRPr lang="en-US" dirty="0" smtClean="0"/>
          </a:p>
          <a:p>
            <a:r>
              <a:rPr lang="en-US" dirty="0" smtClean="0"/>
              <a:t>One </a:t>
            </a:r>
            <a:r>
              <a:rPr lang="en-US" dirty="0"/>
              <a:t>of the major issues with beam search is that it tends to get </a:t>
            </a:r>
            <a:r>
              <a:rPr lang="en-US" b="1" dirty="0"/>
              <a:t>stuck</a:t>
            </a:r>
            <a:r>
              <a:rPr lang="en-US" dirty="0"/>
              <a:t> into </a:t>
            </a:r>
            <a:r>
              <a:rPr lang="en-US" b="1" dirty="0"/>
              <a:t>local optima </a:t>
            </a:r>
            <a:r>
              <a:rPr lang="en-US" dirty="0"/>
              <a:t>instead of the global optimum. </a:t>
            </a:r>
            <a:endParaRPr lang="en-US" dirty="0" smtClean="0"/>
          </a:p>
          <a:p>
            <a:r>
              <a:rPr lang="en-US" dirty="0" smtClean="0"/>
              <a:t>To </a:t>
            </a:r>
            <a:r>
              <a:rPr lang="en-US" dirty="0"/>
              <a:t>avoid that stochastic search gives some(most often small) probability of the solution to choose the step that is not optimal at a given moment. </a:t>
            </a:r>
            <a:endParaRPr lang="en-IN" dirty="0"/>
          </a:p>
        </p:txBody>
      </p:sp>
    </p:spTree>
    <p:extLst>
      <p:ext uri="{BB962C8B-B14F-4D97-AF65-F5344CB8AC3E}">
        <p14:creationId xmlns:p14="http://schemas.microsoft.com/office/powerpoint/2010/main" val="5783115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Stochastic </a:t>
            </a:r>
            <a:r>
              <a:rPr lang="en-US" b="1" smtClean="0"/>
              <a:t>Beam </a:t>
            </a:r>
            <a:r>
              <a:rPr lang="en-US" b="1" dirty="0"/>
              <a:t>Search </a:t>
            </a:r>
            <a:endParaRPr lang="en-IN" b="1" dirty="0"/>
          </a:p>
        </p:txBody>
      </p:sp>
      <p:sp>
        <p:nvSpPr>
          <p:cNvPr id="3" name="Text Placeholder 2"/>
          <p:cNvSpPr>
            <a:spLocks noGrp="1"/>
          </p:cNvSpPr>
          <p:nvPr>
            <p:ph sz="quarter" idx="1"/>
          </p:nvPr>
        </p:nvSpPr>
        <p:spPr>
          <a:xfrm>
            <a:off x="301752" y="1484784"/>
            <a:ext cx="8503920" cy="5330952"/>
          </a:xfrm>
        </p:spPr>
        <p:txBody>
          <a:bodyPr>
            <a:normAutofit fontScale="77500" lnSpcReduction="20000"/>
          </a:bodyPr>
          <a:lstStyle/>
          <a:p>
            <a:pPr>
              <a:lnSpc>
                <a:spcPct val="120000"/>
              </a:lnSpc>
            </a:pPr>
            <a:r>
              <a:rPr lang="en-US" dirty="0"/>
              <a:t>In the Stochastic beam search instead of choosing the best k individuals, it selects k number of the individuals at </a:t>
            </a:r>
            <a:r>
              <a:rPr lang="en-US" b="1" dirty="0"/>
              <a:t>random</a:t>
            </a:r>
            <a:r>
              <a:rPr lang="en-US" dirty="0"/>
              <a:t>; the individuals with a better evaluation are more likely to be chosen. This is done by making the </a:t>
            </a:r>
            <a:r>
              <a:rPr lang="en-US" b="1" dirty="0"/>
              <a:t>probability</a:t>
            </a:r>
            <a:r>
              <a:rPr lang="en-US" dirty="0"/>
              <a:t> of being chosen as a function of the evaluation function.</a:t>
            </a:r>
          </a:p>
          <a:p>
            <a:pPr>
              <a:lnSpc>
                <a:spcPct val="120000"/>
              </a:lnSpc>
            </a:pPr>
            <a:r>
              <a:rPr lang="en-US" dirty="0"/>
              <a:t>Stochastic beam search tends to allow more </a:t>
            </a:r>
            <a:r>
              <a:rPr lang="en-US" b="1" dirty="0"/>
              <a:t>diversity</a:t>
            </a:r>
            <a:r>
              <a:rPr lang="en-US" dirty="0"/>
              <a:t> in the k individuals than does plain beam search. </a:t>
            </a:r>
            <a:endParaRPr lang="en-US" dirty="0" smtClean="0"/>
          </a:p>
          <a:p>
            <a:pPr>
              <a:lnSpc>
                <a:spcPct val="120000"/>
              </a:lnSpc>
            </a:pPr>
            <a:r>
              <a:rPr lang="en-US" dirty="0" smtClean="0"/>
              <a:t>In </a:t>
            </a:r>
            <a:r>
              <a:rPr lang="en-US" dirty="0"/>
              <a:t>terms of evolution in biology, the evaluation function reflects the fitness of the individual; the fitter the individual, the more likely it is to pass that part of its variable task that is good over the next generation. </a:t>
            </a:r>
            <a:endParaRPr lang="en-US" dirty="0" smtClean="0"/>
          </a:p>
          <a:p>
            <a:pPr>
              <a:lnSpc>
                <a:spcPct val="120000"/>
              </a:lnSpc>
            </a:pPr>
            <a:r>
              <a:rPr lang="en-US" dirty="0" smtClean="0"/>
              <a:t>Stochastic </a:t>
            </a:r>
            <a:r>
              <a:rPr lang="en-US" dirty="0"/>
              <a:t>beam search is similar to asexual reproduction within which every individual offers slightly mutated children and then stochastic beam search proceeds with the survival of the fittest.</a:t>
            </a:r>
          </a:p>
          <a:p>
            <a:pPr>
              <a:lnSpc>
                <a:spcPct val="120000"/>
              </a:lnSpc>
            </a:pPr>
            <a:endParaRPr lang="en-IN" dirty="0"/>
          </a:p>
        </p:txBody>
      </p:sp>
    </p:spTree>
    <p:extLst>
      <p:ext uri="{BB962C8B-B14F-4D97-AF65-F5344CB8AC3E}">
        <p14:creationId xmlns:p14="http://schemas.microsoft.com/office/powerpoint/2010/main" val="12167549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Mini-max </a:t>
            </a:r>
            <a:r>
              <a:rPr lang="en-US" b="1" dirty="0"/>
              <a:t>Search</a:t>
            </a:r>
          </a:p>
        </p:txBody>
      </p:sp>
      <p:sp>
        <p:nvSpPr>
          <p:cNvPr id="3" name="Text Placeholder 2"/>
          <p:cNvSpPr>
            <a:spLocks noGrp="1"/>
          </p:cNvSpPr>
          <p:nvPr>
            <p:ph sz="quarter" idx="1"/>
          </p:nvPr>
        </p:nvSpPr>
        <p:spPr/>
        <p:txBody>
          <a:bodyPr>
            <a:normAutofit lnSpcReduction="10000"/>
          </a:bodyPr>
          <a:lstStyle/>
          <a:p>
            <a:r>
              <a:rPr lang="en-US" dirty="0"/>
              <a:t>Mini-max algorithm is a </a:t>
            </a:r>
            <a:r>
              <a:rPr lang="en-US" b="1" dirty="0"/>
              <a:t>recursive</a:t>
            </a:r>
            <a:r>
              <a:rPr lang="en-US" dirty="0"/>
              <a:t> or backtracking algorithm which is used in </a:t>
            </a:r>
            <a:r>
              <a:rPr lang="en-US" dirty="0">
                <a:solidFill>
                  <a:srgbClr val="FF0000"/>
                </a:solidFill>
              </a:rPr>
              <a:t>decision-making</a:t>
            </a:r>
            <a:r>
              <a:rPr lang="en-US" dirty="0"/>
              <a:t> and </a:t>
            </a:r>
            <a:r>
              <a:rPr lang="en-US" dirty="0">
                <a:solidFill>
                  <a:srgbClr val="FF0000"/>
                </a:solidFill>
              </a:rPr>
              <a:t>game theory</a:t>
            </a:r>
            <a:r>
              <a:rPr lang="en-US" dirty="0"/>
              <a:t>. </a:t>
            </a:r>
            <a:endParaRPr lang="en-US" dirty="0" smtClean="0"/>
          </a:p>
          <a:p>
            <a:r>
              <a:rPr lang="en-US" dirty="0" smtClean="0"/>
              <a:t>It </a:t>
            </a:r>
            <a:r>
              <a:rPr lang="en-US" dirty="0"/>
              <a:t>provides an </a:t>
            </a:r>
            <a:r>
              <a:rPr lang="en-US" b="1" dirty="0"/>
              <a:t>optimal</a:t>
            </a:r>
            <a:r>
              <a:rPr lang="en-US" dirty="0"/>
              <a:t> </a:t>
            </a:r>
            <a:r>
              <a:rPr lang="en-US" b="1" dirty="0"/>
              <a:t>move</a:t>
            </a:r>
            <a:r>
              <a:rPr lang="en-US" dirty="0"/>
              <a:t> for the player assuming that </a:t>
            </a:r>
            <a:r>
              <a:rPr lang="en-US" dirty="0">
                <a:solidFill>
                  <a:srgbClr val="FF0000"/>
                </a:solidFill>
              </a:rPr>
              <a:t>opponent</a:t>
            </a:r>
            <a:r>
              <a:rPr lang="en-US" dirty="0"/>
              <a:t> is also playing optimally. </a:t>
            </a:r>
            <a:endParaRPr lang="en-US" dirty="0" smtClean="0"/>
          </a:p>
          <a:p>
            <a:r>
              <a:rPr lang="en-US" dirty="0" smtClean="0"/>
              <a:t>Mini-Max </a:t>
            </a:r>
            <a:r>
              <a:rPr lang="en-US" dirty="0"/>
              <a:t>algorithm uses recursion to search through the game-tree. </a:t>
            </a:r>
            <a:endParaRPr lang="en-US" dirty="0" smtClean="0"/>
          </a:p>
          <a:p>
            <a:r>
              <a:rPr lang="en-US" dirty="0" smtClean="0"/>
              <a:t>Min-Max </a:t>
            </a:r>
            <a:r>
              <a:rPr lang="en-US" dirty="0"/>
              <a:t>algorithm is mostly used for game playing in AI. Such as Chess, Checkers, tic-tac-toe, go, and various tow-players game. This Algorithm computes the </a:t>
            </a:r>
            <a:r>
              <a:rPr lang="en-US" dirty="0" err="1"/>
              <a:t>minimax</a:t>
            </a:r>
            <a:r>
              <a:rPr lang="en-US" dirty="0"/>
              <a:t> decision for the current state.</a:t>
            </a:r>
            <a:endParaRPr lang="en-IN" dirty="0"/>
          </a:p>
        </p:txBody>
      </p:sp>
    </p:spTree>
    <p:extLst>
      <p:ext uri="{BB962C8B-B14F-4D97-AF65-F5344CB8AC3E}">
        <p14:creationId xmlns:p14="http://schemas.microsoft.com/office/powerpoint/2010/main" val="8825489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Mini-max Search</a:t>
            </a:r>
            <a:endParaRPr lang="en-IN" b="1" dirty="0"/>
          </a:p>
        </p:txBody>
      </p:sp>
      <p:sp>
        <p:nvSpPr>
          <p:cNvPr id="3" name="Text Placeholder 2"/>
          <p:cNvSpPr>
            <a:spLocks noGrp="1"/>
          </p:cNvSpPr>
          <p:nvPr>
            <p:ph sz="quarter" idx="1"/>
          </p:nvPr>
        </p:nvSpPr>
        <p:spPr>
          <a:xfrm>
            <a:off x="301752" y="1527048"/>
            <a:ext cx="8503920" cy="4854280"/>
          </a:xfrm>
        </p:spPr>
        <p:txBody>
          <a:bodyPr>
            <a:normAutofit fontScale="92500" lnSpcReduction="10000"/>
          </a:bodyPr>
          <a:lstStyle/>
          <a:p>
            <a:r>
              <a:rPr lang="en-US" dirty="0"/>
              <a:t>In this algorithm two players play the game, one is called </a:t>
            </a:r>
            <a:r>
              <a:rPr lang="en-US" b="1" dirty="0"/>
              <a:t>MAX</a:t>
            </a:r>
            <a:r>
              <a:rPr lang="en-US" dirty="0"/>
              <a:t> and other is called </a:t>
            </a:r>
            <a:r>
              <a:rPr lang="en-US" b="1" dirty="0"/>
              <a:t>MIN</a:t>
            </a:r>
            <a:r>
              <a:rPr lang="en-US" dirty="0"/>
              <a:t>. Both the players fight it as the opponent player gets the minimum </a:t>
            </a:r>
            <a:r>
              <a:rPr lang="en-US" b="1" dirty="0"/>
              <a:t>benefit</a:t>
            </a:r>
            <a:r>
              <a:rPr lang="en-US" dirty="0"/>
              <a:t> while they get the maximum benefit. </a:t>
            </a:r>
            <a:endParaRPr lang="en-US" dirty="0" smtClean="0"/>
          </a:p>
          <a:p>
            <a:r>
              <a:rPr lang="en-US" dirty="0" smtClean="0"/>
              <a:t>Both </a:t>
            </a:r>
            <a:r>
              <a:rPr lang="en-US" dirty="0"/>
              <a:t>Players of the game are opponent of each other, where </a:t>
            </a:r>
            <a:r>
              <a:rPr lang="en-US" dirty="0">
                <a:solidFill>
                  <a:srgbClr val="FF0000"/>
                </a:solidFill>
              </a:rPr>
              <a:t>MAX</a:t>
            </a:r>
            <a:r>
              <a:rPr lang="en-US" dirty="0"/>
              <a:t> will select the </a:t>
            </a:r>
            <a:r>
              <a:rPr lang="en-US" dirty="0">
                <a:solidFill>
                  <a:srgbClr val="FF0000"/>
                </a:solidFill>
              </a:rPr>
              <a:t>maximized value </a:t>
            </a:r>
            <a:r>
              <a:rPr lang="en-US" dirty="0"/>
              <a:t>and MIN will select the </a:t>
            </a:r>
            <a:r>
              <a:rPr lang="en-US" dirty="0" smtClean="0">
                <a:solidFill>
                  <a:srgbClr val="FF0000"/>
                </a:solidFill>
              </a:rPr>
              <a:t>minimized</a:t>
            </a:r>
            <a:r>
              <a:rPr lang="en-US" dirty="0" smtClean="0"/>
              <a:t> </a:t>
            </a:r>
            <a:r>
              <a:rPr lang="en-US" dirty="0"/>
              <a:t>value. </a:t>
            </a:r>
            <a:endParaRPr lang="en-US" dirty="0" smtClean="0"/>
          </a:p>
          <a:p>
            <a:r>
              <a:rPr lang="en-US" dirty="0" smtClean="0"/>
              <a:t>The </a:t>
            </a:r>
            <a:r>
              <a:rPr lang="en-US" dirty="0" err="1"/>
              <a:t>minimax</a:t>
            </a:r>
            <a:r>
              <a:rPr lang="en-US" dirty="0"/>
              <a:t> algorithm performs a </a:t>
            </a:r>
            <a:r>
              <a:rPr lang="en-US" b="1" dirty="0">
                <a:solidFill>
                  <a:srgbClr val="FF0000"/>
                </a:solidFill>
              </a:rPr>
              <a:t>depth-first search </a:t>
            </a:r>
            <a:r>
              <a:rPr lang="en-US" dirty="0"/>
              <a:t>algorithm for the exploration of the complete game tree. </a:t>
            </a:r>
            <a:endParaRPr lang="en-US" dirty="0" smtClean="0"/>
          </a:p>
          <a:p>
            <a:r>
              <a:rPr lang="en-US" dirty="0" smtClean="0"/>
              <a:t>The </a:t>
            </a:r>
            <a:r>
              <a:rPr lang="en-US" dirty="0" err="1"/>
              <a:t>minimax</a:t>
            </a:r>
            <a:r>
              <a:rPr lang="en-US" dirty="0"/>
              <a:t> algorithm proceeds all the way down to the terminal node of the tree, then backtrack the tree as the recursion. </a:t>
            </a:r>
            <a:endParaRPr lang="en-IN" dirty="0"/>
          </a:p>
        </p:txBody>
      </p:sp>
    </p:spTree>
    <p:extLst>
      <p:ext uri="{BB962C8B-B14F-4D97-AF65-F5344CB8AC3E}">
        <p14:creationId xmlns:p14="http://schemas.microsoft.com/office/powerpoint/2010/main" val="1601148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Mini-max </a:t>
            </a:r>
            <a:r>
              <a:rPr lang="en-US" b="1" dirty="0" smtClean="0"/>
              <a:t>Search: </a:t>
            </a:r>
            <a:r>
              <a:rPr lang="en-US" b="1" dirty="0" err="1" smtClean="0"/>
              <a:t>Psedo</a:t>
            </a:r>
            <a:r>
              <a:rPr lang="en-US" b="1" dirty="0" smtClean="0"/>
              <a:t> Code</a:t>
            </a:r>
            <a:endParaRPr lang="en-IN" b="1" dirty="0"/>
          </a:p>
        </p:txBody>
      </p:sp>
      <p:sp>
        <p:nvSpPr>
          <p:cNvPr id="3" name="Text Placeholder 2"/>
          <p:cNvSpPr>
            <a:spLocks noGrp="1"/>
          </p:cNvSpPr>
          <p:nvPr>
            <p:ph sz="quarter" idx="1"/>
          </p:nvPr>
        </p:nvSpPr>
        <p:spPr>
          <a:xfrm>
            <a:off x="301752" y="1340768"/>
            <a:ext cx="8503920" cy="5070304"/>
          </a:xfrm>
        </p:spPr>
        <p:txBody>
          <a:bodyPr>
            <a:noAutofit/>
          </a:bodyPr>
          <a:lstStyle/>
          <a:p>
            <a:pPr marL="0" indent="0">
              <a:buNone/>
            </a:pPr>
            <a:r>
              <a:rPr lang="en-IN" sz="2000" dirty="0"/>
              <a:t>function </a:t>
            </a:r>
            <a:r>
              <a:rPr lang="en-IN" sz="2000" dirty="0" err="1"/>
              <a:t>minimax</a:t>
            </a:r>
            <a:r>
              <a:rPr lang="en-IN" sz="2000" dirty="0"/>
              <a:t>(node, depth, </a:t>
            </a:r>
            <a:r>
              <a:rPr lang="en-IN" sz="2000" dirty="0" err="1"/>
              <a:t>maximizingPlayer</a:t>
            </a:r>
            <a:r>
              <a:rPr lang="en-IN" sz="2000" dirty="0"/>
              <a:t>) is  </a:t>
            </a:r>
          </a:p>
          <a:p>
            <a:pPr marL="0" indent="0">
              <a:buNone/>
            </a:pPr>
            <a:r>
              <a:rPr lang="en-IN" sz="2000" dirty="0"/>
              <a:t>if depth ==0 or node is a terminal node then  </a:t>
            </a:r>
          </a:p>
          <a:p>
            <a:pPr marL="0" indent="0">
              <a:buNone/>
            </a:pPr>
            <a:r>
              <a:rPr lang="en-IN" sz="2000" dirty="0"/>
              <a:t>return static evaluation of node  </a:t>
            </a:r>
          </a:p>
          <a:p>
            <a:pPr marL="0" indent="0">
              <a:buNone/>
            </a:pPr>
            <a:r>
              <a:rPr lang="en-IN" sz="2000" b="1" dirty="0" smtClean="0"/>
              <a:t>if</a:t>
            </a:r>
            <a:r>
              <a:rPr lang="en-IN" sz="2000" dirty="0"/>
              <a:t> </a:t>
            </a:r>
            <a:r>
              <a:rPr lang="en-IN" sz="2000" dirty="0" err="1"/>
              <a:t>MaximizingPlayer</a:t>
            </a:r>
            <a:r>
              <a:rPr lang="en-IN" sz="2000" dirty="0"/>
              <a:t> then      // for </a:t>
            </a:r>
            <a:r>
              <a:rPr lang="en-IN" sz="2000" dirty="0" err="1"/>
              <a:t>Maximizer</a:t>
            </a:r>
            <a:r>
              <a:rPr lang="en-IN" sz="2000" dirty="0"/>
              <a:t> Player  </a:t>
            </a:r>
          </a:p>
          <a:p>
            <a:pPr marL="0" indent="0">
              <a:buNone/>
            </a:pPr>
            <a:r>
              <a:rPr lang="en-IN" sz="2000" dirty="0" err="1"/>
              <a:t>maxEva</a:t>
            </a:r>
            <a:r>
              <a:rPr lang="en-IN" sz="2000" dirty="0"/>
              <a:t>= -infinity            </a:t>
            </a:r>
          </a:p>
          <a:p>
            <a:pPr marL="0" indent="0">
              <a:buNone/>
            </a:pPr>
            <a:r>
              <a:rPr lang="en-IN" sz="2000" dirty="0"/>
              <a:t> for each child of node do  </a:t>
            </a:r>
          </a:p>
          <a:p>
            <a:pPr marL="0" indent="0">
              <a:buNone/>
            </a:pPr>
            <a:r>
              <a:rPr lang="en-IN" sz="2000" dirty="0"/>
              <a:t> </a:t>
            </a:r>
            <a:r>
              <a:rPr lang="en-IN" sz="2000" dirty="0" err="1"/>
              <a:t>eva</a:t>
            </a:r>
            <a:r>
              <a:rPr lang="en-IN" sz="2000" dirty="0"/>
              <a:t>= </a:t>
            </a:r>
            <a:r>
              <a:rPr lang="en-IN" sz="2000" dirty="0" err="1"/>
              <a:t>minimax</a:t>
            </a:r>
            <a:r>
              <a:rPr lang="en-IN" sz="2000" dirty="0"/>
              <a:t>(child, depth-1, false)  </a:t>
            </a:r>
          </a:p>
          <a:p>
            <a:pPr marL="0" indent="0">
              <a:buNone/>
            </a:pPr>
            <a:r>
              <a:rPr lang="en-IN" sz="2000" dirty="0" err="1"/>
              <a:t>maxEva</a:t>
            </a:r>
            <a:r>
              <a:rPr lang="en-IN" sz="2000" dirty="0"/>
              <a:t>= max(</a:t>
            </a:r>
            <a:r>
              <a:rPr lang="en-IN" sz="2000" dirty="0" err="1"/>
              <a:t>maxEva,eva</a:t>
            </a:r>
            <a:r>
              <a:rPr lang="en-IN" sz="2000" dirty="0"/>
              <a:t>)        //gives Maximum of the values  </a:t>
            </a:r>
          </a:p>
          <a:p>
            <a:pPr marL="0" indent="0">
              <a:buNone/>
            </a:pPr>
            <a:r>
              <a:rPr lang="en-IN" sz="2000" dirty="0"/>
              <a:t>return </a:t>
            </a:r>
            <a:r>
              <a:rPr lang="en-IN" sz="2000" dirty="0" err="1"/>
              <a:t>maxEva</a:t>
            </a:r>
            <a:r>
              <a:rPr lang="en-IN" sz="2000" dirty="0"/>
              <a:t>  </a:t>
            </a:r>
          </a:p>
          <a:p>
            <a:pPr marL="0" indent="0">
              <a:buNone/>
            </a:pPr>
            <a:r>
              <a:rPr lang="en-IN" sz="2000" dirty="0"/>
              <a:t>  </a:t>
            </a:r>
            <a:r>
              <a:rPr lang="en-IN" sz="2000" b="1" dirty="0" smtClean="0"/>
              <a:t>else</a:t>
            </a:r>
            <a:r>
              <a:rPr lang="en-IN" sz="2000" b="1" dirty="0"/>
              <a:t> </a:t>
            </a:r>
            <a:r>
              <a:rPr lang="en-IN" sz="2000" dirty="0"/>
              <a:t>                        // for Minimizer player  </a:t>
            </a:r>
          </a:p>
          <a:p>
            <a:pPr marL="0" indent="0">
              <a:buNone/>
            </a:pPr>
            <a:r>
              <a:rPr lang="en-IN" sz="2000" dirty="0"/>
              <a:t> </a:t>
            </a:r>
            <a:r>
              <a:rPr lang="en-IN" sz="2000" dirty="0" err="1"/>
              <a:t>minEva</a:t>
            </a:r>
            <a:r>
              <a:rPr lang="en-IN" sz="2000" dirty="0"/>
              <a:t>= +infinity   </a:t>
            </a:r>
          </a:p>
          <a:p>
            <a:pPr marL="0" indent="0">
              <a:buNone/>
            </a:pPr>
            <a:r>
              <a:rPr lang="en-IN" sz="2000" dirty="0"/>
              <a:t> for each child of node do  </a:t>
            </a:r>
          </a:p>
          <a:p>
            <a:pPr marL="0" indent="0">
              <a:buNone/>
            </a:pPr>
            <a:r>
              <a:rPr lang="en-IN" sz="2000" dirty="0"/>
              <a:t> </a:t>
            </a:r>
            <a:r>
              <a:rPr lang="en-IN" sz="2000" dirty="0" err="1"/>
              <a:t>eva</a:t>
            </a:r>
            <a:r>
              <a:rPr lang="en-IN" sz="2000" dirty="0"/>
              <a:t>= </a:t>
            </a:r>
            <a:r>
              <a:rPr lang="en-IN" sz="2000" dirty="0" err="1"/>
              <a:t>minimax</a:t>
            </a:r>
            <a:r>
              <a:rPr lang="en-IN" sz="2000" dirty="0"/>
              <a:t>(child, depth-1, true)  </a:t>
            </a:r>
          </a:p>
          <a:p>
            <a:pPr marL="0" indent="0">
              <a:buNone/>
            </a:pPr>
            <a:r>
              <a:rPr lang="en-IN" sz="2000" dirty="0"/>
              <a:t> </a:t>
            </a:r>
            <a:r>
              <a:rPr lang="en-IN" sz="2000" dirty="0" err="1"/>
              <a:t>minEva</a:t>
            </a:r>
            <a:r>
              <a:rPr lang="en-IN" sz="2000" dirty="0"/>
              <a:t>= min(</a:t>
            </a:r>
            <a:r>
              <a:rPr lang="en-IN" sz="2000" dirty="0" err="1"/>
              <a:t>minEva</a:t>
            </a:r>
            <a:r>
              <a:rPr lang="en-IN" sz="2000" dirty="0"/>
              <a:t>, </a:t>
            </a:r>
            <a:r>
              <a:rPr lang="en-IN" sz="2000" dirty="0" err="1"/>
              <a:t>eva</a:t>
            </a:r>
            <a:r>
              <a:rPr lang="en-IN" sz="2000" dirty="0"/>
              <a:t>)         //gives minimum of the values  </a:t>
            </a:r>
          </a:p>
          <a:p>
            <a:pPr marL="0" indent="0">
              <a:buNone/>
            </a:pPr>
            <a:r>
              <a:rPr lang="en-IN" sz="2000" dirty="0"/>
              <a:t> return </a:t>
            </a:r>
            <a:r>
              <a:rPr lang="en-IN" sz="2000" dirty="0" err="1"/>
              <a:t>minEva</a:t>
            </a:r>
            <a:r>
              <a:rPr lang="en-IN" sz="2000" dirty="0"/>
              <a:t>  </a:t>
            </a:r>
          </a:p>
          <a:p>
            <a:pPr marL="0" indent="0">
              <a:buNone/>
            </a:pPr>
            <a:endParaRPr lang="en-IN" sz="2000" dirty="0"/>
          </a:p>
        </p:txBody>
      </p:sp>
    </p:spTree>
    <p:extLst>
      <p:ext uri="{BB962C8B-B14F-4D97-AF65-F5344CB8AC3E}">
        <p14:creationId xmlns:p14="http://schemas.microsoft.com/office/powerpoint/2010/main" val="2028796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1" y="44624"/>
            <a:ext cx="9036496" cy="667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7286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a:t>
            </a:r>
            <a:r>
              <a:rPr lang="en-US" b="1" dirty="0" smtClean="0"/>
              <a:t> Mini-max </a:t>
            </a:r>
            <a:r>
              <a:rPr lang="en-US" b="1" dirty="0"/>
              <a:t>Search</a:t>
            </a:r>
            <a:endParaRPr lang="en-IN" b="1" dirty="0"/>
          </a:p>
        </p:txBody>
      </p:sp>
      <p:sp>
        <p:nvSpPr>
          <p:cNvPr id="3" name="Text Placeholder 2"/>
          <p:cNvSpPr>
            <a:spLocks noGrp="1"/>
          </p:cNvSpPr>
          <p:nvPr>
            <p:ph sz="quarter" idx="1"/>
          </p:nvPr>
        </p:nvSpPr>
        <p:spPr/>
        <p:txBody>
          <a:bodyPr>
            <a:normAutofit fontScale="85000" lnSpcReduction="20000"/>
          </a:bodyPr>
          <a:lstStyle/>
          <a:p>
            <a:pPr marL="0" indent="0">
              <a:buNone/>
            </a:pPr>
            <a:endParaRPr lang="en-US" b="1" dirty="0"/>
          </a:p>
          <a:p>
            <a:r>
              <a:rPr lang="en-US" dirty="0"/>
              <a:t>The working of the </a:t>
            </a:r>
            <a:r>
              <a:rPr lang="en-US" dirty="0" err="1"/>
              <a:t>minimax</a:t>
            </a:r>
            <a:r>
              <a:rPr lang="en-US" dirty="0"/>
              <a:t> algorithm can be easily described using an example. Below we have taken an example of game-tree which is representing the two-player game.</a:t>
            </a:r>
          </a:p>
          <a:p>
            <a:r>
              <a:rPr lang="en-US" dirty="0"/>
              <a:t>In this example, there are two players one is called </a:t>
            </a:r>
            <a:r>
              <a:rPr lang="en-US" dirty="0" err="1"/>
              <a:t>Maximizer</a:t>
            </a:r>
            <a:r>
              <a:rPr lang="en-US" dirty="0"/>
              <a:t> and other is called Minimizer.</a:t>
            </a:r>
          </a:p>
          <a:p>
            <a:r>
              <a:rPr lang="en-US" dirty="0" err="1"/>
              <a:t>Maximizer</a:t>
            </a:r>
            <a:r>
              <a:rPr lang="en-US" dirty="0"/>
              <a:t> will try to get the Maximum possible score, and Minimizer will try to get the minimum possible score.</a:t>
            </a:r>
          </a:p>
          <a:p>
            <a:r>
              <a:rPr lang="en-US" dirty="0"/>
              <a:t>This algorithm applies DFS, so in this game-tree, we have to go all the way through the leaves to reach the terminal nodes. </a:t>
            </a:r>
          </a:p>
          <a:p>
            <a:r>
              <a:rPr lang="en-US" dirty="0"/>
              <a:t>At the terminal node, the terminal values are given so we will compare those value and backtrack the tree until the initial state occurs. Following are the main steps involved in solving the two-player game tree:</a:t>
            </a:r>
          </a:p>
          <a:p>
            <a:endParaRPr lang="en-IN" dirty="0"/>
          </a:p>
        </p:txBody>
      </p:sp>
    </p:spTree>
    <p:extLst>
      <p:ext uri="{BB962C8B-B14F-4D97-AF65-F5344CB8AC3E}">
        <p14:creationId xmlns:p14="http://schemas.microsoft.com/office/powerpoint/2010/main" val="13603757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ini-Max Algorithm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988840"/>
            <a:ext cx="4528612" cy="46897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b="1" dirty="0"/>
              <a:t>Working of </a:t>
            </a:r>
            <a:r>
              <a:rPr lang="en-US" b="1" dirty="0" smtClean="0"/>
              <a:t> Mini-max </a:t>
            </a:r>
            <a:r>
              <a:rPr lang="en-US" b="1" dirty="0"/>
              <a:t>Search</a:t>
            </a:r>
            <a:endParaRPr lang="en-IN" b="1" dirty="0"/>
          </a:p>
        </p:txBody>
      </p:sp>
      <p:sp>
        <p:nvSpPr>
          <p:cNvPr id="3" name="Text Placeholder 2"/>
          <p:cNvSpPr>
            <a:spLocks noGrp="1"/>
          </p:cNvSpPr>
          <p:nvPr>
            <p:ph sz="quarter" idx="1"/>
          </p:nvPr>
        </p:nvSpPr>
        <p:spPr>
          <a:xfrm>
            <a:off x="179512" y="1527048"/>
            <a:ext cx="4608512" cy="4998296"/>
          </a:xfrm>
        </p:spPr>
        <p:txBody>
          <a:bodyPr>
            <a:normAutofit fontScale="92500" lnSpcReduction="20000"/>
          </a:bodyPr>
          <a:lstStyle/>
          <a:p>
            <a:r>
              <a:rPr lang="en-US" b="1" dirty="0"/>
              <a:t>Step-1:</a:t>
            </a:r>
            <a:r>
              <a:rPr lang="en-US" dirty="0"/>
              <a:t> In the first step, the algorithm generates the entire game-tree and apply the utility function to get the utility values for the terminal states. </a:t>
            </a:r>
            <a:endParaRPr lang="en-US" dirty="0" smtClean="0"/>
          </a:p>
          <a:p>
            <a:r>
              <a:rPr lang="en-US" dirty="0" smtClean="0"/>
              <a:t>In </a:t>
            </a:r>
            <a:r>
              <a:rPr lang="en-US" dirty="0"/>
              <a:t>the below tree diagram, let's take A is the initial state of the tree. </a:t>
            </a:r>
            <a:endParaRPr lang="en-US" dirty="0" smtClean="0"/>
          </a:p>
          <a:p>
            <a:r>
              <a:rPr lang="en-US" dirty="0" smtClean="0"/>
              <a:t>Suppose </a:t>
            </a:r>
            <a:r>
              <a:rPr lang="en-US" dirty="0" err="1"/>
              <a:t>maximizer</a:t>
            </a:r>
            <a:r>
              <a:rPr lang="en-US" dirty="0"/>
              <a:t> takes first turn which has worst-case initial value =- infinity, </a:t>
            </a:r>
            <a:endParaRPr lang="en-US" dirty="0" smtClean="0"/>
          </a:p>
          <a:p>
            <a:pPr marL="0" indent="0">
              <a:buNone/>
            </a:pPr>
            <a:r>
              <a:rPr lang="en-US" dirty="0" smtClean="0"/>
              <a:t>and </a:t>
            </a:r>
            <a:r>
              <a:rPr lang="en-US" dirty="0"/>
              <a:t>minimizer will take next turn which has worst-case initial value = +infinity</a:t>
            </a:r>
            <a:endParaRPr lang="en-IN" dirty="0"/>
          </a:p>
        </p:txBody>
      </p:sp>
    </p:spTree>
    <p:extLst>
      <p:ext uri="{BB962C8B-B14F-4D97-AF65-F5344CB8AC3E}">
        <p14:creationId xmlns:p14="http://schemas.microsoft.com/office/powerpoint/2010/main" val="7258137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a:t>
            </a:r>
            <a:r>
              <a:rPr lang="en-US" b="1" dirty="0" smtClean="0"/>
              <a:t> Mini-max </a:t>
            </a:r>
            <a:r>
              <a:rPr lang="en-US" b="1" dirty="0"/>
              <a:t>Search</a:t>
            </a:r>
            <a:endParaRPr lang="en-IN" b="1" dirty="0"/>
          </a:p>
        </p:txBody>
      </p:sp>
      <p:sp>
        <p:nvSpPr>
          <p:cNvPr id="3" name="Text Placeholder 2"/>
          <p:cNvSpPr>
            <a:spLocks noGrp="1"/>
          </p:cNvSpPr>
          <p:nvPr>
            <p:ph sz="quarter" idx="1"/>
          </p:nvPr>
        </p:nvSpPr>
        <p:spPr>
          <a:xfrm>
            <a:off x="179512" y="1527048"/>
            <a:ext cx="4608512" cy="5330952"/>
          </a:xfrm>
        </p:spPr>
        <p:txBody>
          <a:bodyPr>
            <a:normAutofit fontScale="85000" lnSpcReduction="20000"/>
          </a:bodyPr>
          <a:lstStyle/>
          <a:p>
            <a:r>
              <a:rPr lang="en-US" b="1" dirty="0"/>
              <a:t>Step 2:</a:t>
            </a:r>
            <a:r>
              <a:rPr lang="en-US" dirty="0"/>
              <a:t> Now, first we find the utilities value for the </a:t>
            </a:r>
            <a:r>
              <a:rPr lang="en-US" dirty="0" err="1"/>
              <a:t>Maximizer</a:t>
            </a:r>
            <a:r>
              <a:rPr lang="en-US" dirty="0"/>
              <a:t>, its initial value is -∞, so we will compare each value in terminal state with initial value of </a:t>
            </a:r>
            <a:r>
              <a:rPr lang="en-US" dirty="0" err="1"/>
              <a:t>Maximizer</a:t>
            </a:r>
            <a:r>
              <a:rPr lang="en-US" dirty="0"/>
              <a:t> and determines the higher nodes values. It will find the maximum among the all.</a:t>
            </a:r>
          </a:p>
          <a:p>
            <a:r>
              <a:rPr lang="en-US" dirty="0"/>
              <a:t>For node D         max(-1,- -∞) =&gt; max(-1,4)= 4</a:t>
            </a:r>
          </a:p>
          <a:p>
            <a:r>
              <a:rPr lang="en-US" dirty="0"/>
              <a:t>For Node E         max(2, -∞) =&gt; max(2, 6)= 6</a:t>
            </a:r>
          </a:p>
          <a:p>
            <a:r>
              <a:rPr lang="en-US" dirty="0"/>
              <a:t>For Node F         max(-3, -∞) =&gt; max(-3,-5) = -3</a:t>
            </a:r>
          </a:p>
          <a:p>
            <a:r>
              <a:rPr lang="en-US" dirty="0"/>
              <a:t>For node G         max(0, -∞) = max(0, 7) = 7</a:t>
            </a:r>
          </a:p>
          <a:p>
            <a:endParaRPr lang="en-IN" dirty="0"/>
          </a:p>
        </p:txBody>
      </p:sp>
      <p:pic>
        <p:nvPicPr>
          <p:cNvPr id="5122" name="Picture 2" descr="Mini-Max Algorithm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556793"/>
            <a:ext cx="4349020" cy="4948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7907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a:t>
            </a:r>
            <a:r>
              <a:rPr lang="en-US" b="1" dirty="0" smtClean="0"/>
              <a:t> Mini-max </a:t>
            </a:r>
            <a:r>
              <a:rPr lang="en-US" b="1" dirty="0"/>
              <a:t>Search</a:t>
            </a:r>
            <a:endParaRPr lang="en-IN" b="1" dirty="0"/>
          </a:p>
        </p:txBody>
      </p:sp>
      <p:sp>
        <p:nvSpPr>
          <p:cNvPr id="3" name="Text Placeholder 2"/>
          <p:cNvSpPr>
            <a:spLocks noGrp="1"/>
          </p:cNvSpPr>
          <p:nvPr>
            <p:ph sz="quarter" idx="1"/>
          </p:nvPr>
        </p:nvSpPr>
        <p:spPr>
          <a:xfrm>
            <a:off x="179512" y="1527048"/>
            <a:ext cx="4608512" cy="5330952"/>
          </a:xfrm>
        </p:spPr>
        <p:txBody>
          <a:bodyPr>
            <a:normAutofit/>
          </a:bodyPr>
          <a:lstStyle/>
          <a:p>
            <a:r>
              <a:rPr lang="en-US" b="1" dirty="0"/>
              <a:t>Step 3:</a:t>
            </a:r>
            <a:r>
              <a:rPr lang="en-US" dirty="0"/>
              <a:t> In the next step, it's a turn for minimizer, so it will compare all nodes value with +∞, and will find the 3</a:t>
            </a:r>
            <a:r>
              <a:rPr lang="en-US" baseline="30000" dirty="0"/>
              <a:t>rd</a:t>
            </a:r>
            <a:r>
              <a:rPr lang="en-US" dirty="0"/>
              <a:t> layer node values.</a:t>
            </a:r>
          </a:p>
          <a:p>
            <a:pPr marL="0" indent="0">
              <a:buNone/>
            </a:pPr>
            <a:endParaRPr lang="en-US" dirty="0"/>
          </a:p>
          <a:p>
            <a:r>
              <a:rPr lang="en-US" dirty="0"/>
              <a:t>For node B= min(4,6) = 4</a:t>
            </a:r>
          </a:p>
          <a:p>
            <a:r>
              <a:rPr lang="en-US" dirty="0"/>
              <a:t>For node C= min (-3, 7) = </a:t>
            </a:r>
            <a:r>
              <a:rPr lang="en-US" dirty="0" smtClean="0"/>
              <a:t>   </a:t>
            </a:r>
          </a:p>
          <a:p>
            <a:pPr marL="0" indent="0">
              <a:buNone/>
            </a:pPr>
            <a:r>
              <a:rPr lang="en-US" dirty="0"/>
              <a:t> </a:t>
            </a:r>
            <a:r>
              <a:rPr lang="en-US" dirty="0" smtClean="0"/>
              <a:t>                                 -</a:t>
            </a:r>
            <a:r>
              <a:rPr lang="en-US" dirty="0"/>
              <a:t>3</a:t>
            </a:r>
          </a:p>
          <a:p>
            <a:endParaRPr lang="en-IN" dirty="0"/>
          </a:p>
        </p:txBody>
      </p:sp>
      <p:pic>
        <p:nvPicPr>
          <p:cNvPr id="6146" name="Picture 2" descr="Mini-Max Algorithm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2483693"/>
            <a:ext cx="4356832"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4972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a:t>
            </a:r>
            <a:r>
              <a:rPr lang="en-US" b="1" dirty="0" smtClean="0"/>
              <a:t> Mini-max </a:t>
            </a:r>
            <a:r>
              <a:rPr lang="en-US" b="1" dirty="0"/>
              <a:t>Search</a:t>
            </a:r>
            <a:endParaRPr lang="en-IN" b="1" dirty="0"/>
          </a:p>
        </p:txBody>
      </p:sp>
      <p:sp>
        <p:nvSpPr>
          <p:cNvPr id="3" name="Text Placeholder 2"/>
          <p:cNvSpPr>
            <a:spLocks noGrp="1"/>
          </p:cNvSpPr>
          <p:nvPr>
            <p:ph sz="quarter" idx="1"/>
          </p:nvPr>
        </p:nvSpPr>
        <p:spPr>
          <a:xfrm>
            <a:off x="179512" y="1412776"/>
            <a:ext cx="4608512" cy="5445224"/>
          </a:xfrm>
        </p:spPr>
        <p:txBody>
          <a:bodyPr>
            <a:normAutofit lnSpcReduction="10000"/>
          </a:bodyPr>
          <a:lstStyle/>
          <a:p>
            <a:r>
              <a:rPr lang="en-US" b="1" dirty="0"/>
              <a:t> Step </a:t>
            </a:r>
            <a:r>
              <a:rPr lang="en-US" b="1" dirty="0" smtClean="0"/>
              <a:t>4:</a:t>
            </a:r>
            <a:r>
              <a:rPr lang="en-US" dirty="0" smtClean="0"/>
              <a:t> </a:t>
            </a:r>
            <a:r>
              <a:rPr lang="en-US" dirty="0"/>
              <a:t>Now it's a turn for </a:t>
            </a:r>
            <a:r>
              <a:rPr lang="en-US" dirty="0" err="1"/>
              <a:t>Maximizer</a:t>
            </a:r>
            <a:r>
              <a:rPr lang="en-US" dirty="0"/>
              <a:t>, and it will again choose the maximum of all nodes value and find the maximum value for the root node. </a:t>
            </a:r>
            <a:endParaRPr lang="en-US" dirty="0" smtClean="0"/>
          </a:p>
          <a:p>
            <a:r>
              <a:rPr lang="en-US" dirty="0" smtClean="0"/>
              <a:t>In </a:t>
            </a:r>
            <a:r>
              <a:rPr lang="en-US" dirty="0"/>
              <a:t>this game tree, there are only 4 layers, hence we reach immediately to the root node, but in real games, there will be more than 4 layers.</a:t>
            </a:r>
          </a:p>
          <a:p>
            <a:r>
              <a:rPr lang="en-US" dirty="0"/>
              <a:t>For node A max(4, -3)= 4</a:t>
            </a:r>
          </a:p>
          <a:p>
            <a:endParaRPr lang="en-IN" dirty="0"/>
          </a:p>
        </p:txBody>
      </p:sp>
      <p:pic>
        <p:nvPicPr>
          <p:cNvPr id="7170" name="Picture 2" descr="Mini-Max Algorithm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628800"/>
            <a:ext cx="4362912" cy="5049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989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Limitation of the </a:t>
            </a:r>
            <a:r>
              <a:rPr lang="en-US" b="1" dirty="0" smtClean="0"/>
              <a:t>Mini-max </a:t>
            </a:r>
            <a:r>
              <a:rPr lang="en-US" b="1" dirty="0"/>
              <a:t>Search</a:t>
            </a:r>
            <a:endParaRPr lang="en-IN" b="1" dirty="0"/>
          </a:p>
        </p:txBody>
      </p:sp>
      <p:sp>
        <p:nvSpPr>
          <p:cNvPr id="3" name="Text Placeholder 2"/>
          <p:cNvSpPr>
            <a:spLocks noGrp="1"/>
          </p:cNvSpPr>
          <p:nvPr>
            <p:ph sz="quarter" idx="1"/>
          </p:nvPr>
        </p:nvSpPr>
        <p:spPr/>
        <p:txBody>
          <a:bodyPr/>
          <a:lstStyle/>
          <a:p>
            <a:r>
              <a:rPr lang="en-US" dirty="0" smtClean="0"/>
              <a:t>The </a:t>
            </a:r>
            <a:r>
              <a:rPr lang="en-US" dirty="0"/>
              <a:t>main drawback of the </a:t>
            </a:r>
            <a:r>
              <a:rPr lang="en-US" dirty="0" err="1"/>
              <a:t>minimax</a:t>
            </a:r>
            <a:r>
              <a:rPr lang="en-US" dirty="0"/>
              <a:t> algorithm is that it gets really slow for complex games such as Chess, go, etc. This type of games has a huge branching factor, and the player has lots of choices to decide. </a:t>
            </a:r>
            <a:endParaRPr lang="en-US" dirty="0" smtClean="0"/>
          </a:p>
          <a:p>
            <a:r>
              <a:rPr lang="en-US" dirty="0" smtClean="0"/>
              <a:t>This </a:t>
            </a:r>
            <a:r>
              <a:rPr lang="en-US" dirty="0"/>
              <a:t>limitation of the </a:t>
            </a:r>
            <a:r>
              <a:rPr lang="en-US" dirty="0" err="1"/>
              <a:t>minimax</a:t>
            </a:r>
            <a:r>
              <a:rPr lang="en-US" dirty="0"/>
              <a:t> algorithm can be improved from </a:t>
            </a:r>
            <a:r>
              <a:rPr lang="en-US" b="1" dirty="0"/>
              <a:t>alpha-beta pruning</a:t>
            </a:r>
            <a:r>
              <a:rPr lang="en-US" dirty="0"/>
              <a:t> which we have discussed in the next topic. </a:t>
            </a:r>
          </a:p>
        </p:txBody>
      </p:sp>
    </p:spTree>
    <p:extLst>
      <p:ext uri="{BB962C8B-B14F-4D97-AF65-F5344CB8AC3E}">
        <p14:creationId xmlns:p14="http://schemas.microsoft.com/office/powerpoint/2010/main" val="18213046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Alpha-Beta </a:t>
            </a:r>
            <a:r>
              <a:rPr lang="en-IN" b="1" dirty="0" smtClean="0"/>
              <a:t>Pruning</a:t>
            </a:r>
            <a:endParaRPr lang="en-IN" dirty="0"/>
          </a:p>
        </p:txBody>
      </p:sp>
      <p:sp>
        <p:nvSpPr>
          <p:cNvPr id="3" name="Text Placeholder 2"/>
          <p:cNvSpPr>
            <a:spLocks noGrp="1"/>
          </p:cNvSpPr>
          <p:nvPr>
            <p:ph sz="quarter" idx="1"/>
          </p:nvPr>
        </p:nvSpPr>
        <p:spPr>
          <a:xfrm>
            <a:off x="301752" y="1527048"/>
            <a:ext cx="8590728" cy="4998296"/>
          </a:xfrm>
        </p:spPr>
        <p:txBody>
          <a:bodyPr>
            <a:normAutofit fontScale="92500" lnSpcReduction="10000"/>
          </a:bodyPr>
          <a:lstStyle/>
          <a:p>
            <a:r>
              <a:rPr lang="en-US" dirty="0"/>
              <a:t>Alpha-beta pruning is a modified version of the </a:t>
            </a:r>
            <a:r>
              <a:rPr lang="en-US" dirty="0" err="1"/>
              <a:t>minimax</a:t>
            </a:r>
            <a:r>
              <a:rPr lang="en-US" dirty="0"/>
              <a:t> algorithm. It is an optimization technique for the </a:t>
            </a:r>
            <a:r>
              <a:rPr lang="en-US" dirty="0" err="1"/>
              <a:t>minimax</a:t>
            </a:r>
            <a:r>
              <a:rPr lang="en-US" dirty="0"/>
              <a:t> algorithm. </a:t>
            </a:r>
            <a:endParaRPr lang="en-US" dirty="0" smtClean="0"/>
          </a:p>
          <a:p>
            <a:r>
              <a:rPr lang="en-US" dirty="0" smtClean="0"/>
              <a:t>As </a:t>
            </a:r>
            <a:r>
              <a:rPr lang="en-US" dirty="0"/>
              <a:t>we have seen in the </a:t>
            </a:r>
            <a:r>
              <a:rPr lang="en-US" dirty="0" err="1"/>
              <a:t>minimax</a:t>
            </a:r>
            <a:r>
              <a:rPr lang="en-US" dirty="0"/>
              <a:t> search algorithm that the number of game states it has to examine are exponential in depth of the tree. Since we cannot eliminate the exponent, but we can cut it to half. </a:t>
            </a:r>
            <a:endParaRPr lang="en-US" dirty="0" smtClean="0"/>
          </a:p>
          <a:p>
            <a:r>
              <a:rPr lang="en-US" dirty="0" smtClean="0"/>
              <a:t>Hence </a:t>
            </a:r>
            <a:r>
              <a:rPr lang="en-US" dirty="0"/>
              <a:t>there is a technique by which without checking each node of the game tree we can compute the correct </a:t>
            </a:r>
            <a:r>
              <a:rPr lang="en-US" dirty="0" err="1"/>
              <a:t>minimax</a:t>
            </a:r>
            <a:r>
              <a:rPr lang="en-US" dirty="0"/>
              <a:t> decision, and this technique is called </a:t>
            </a:r>
            <a:r>
              <a:rPr lang="en-US" b="1" dirty="0"/>
              <a:t>pruning</a:t>
            </a:r>
            <a:r>
              <a:rPr lang="en-US" dirty="0"/>
              <a:t>. </a:t>
            </a:r>
            <a:endParaRPr lang="en-US" dirty="0" smtClean="0"/>
          </a:p>
          <a:p>
            <a:r>
              <a:rPr lang="en-US" dirty="0" smtClean="0"/>
              <a:t>This </a:t>
            </a:r>
            <a:r>
              <a:rPr lang="en-US" dirty="0"/>
              <a:t>involves two threshold parameter Alpha and beta for future expansion, so it is called </a:t>
            </a:r>
            <a:r>
              <a:rPr lang="en-US" b="1" dirty="0"/>
              <a:t>alpha-beta pruning</a:t>
            </a:r>
            <a:r>
              <a:rPr lang="en-US" dirty="0"/>
              <a:t>. It is also called as </a:t>
            </a:r>
            <a:r>
              <a:rPr lang="en-US" b="1" dirty="0"/>
              <a:t>Alpha-Beta Algorithm</a:t>
            </a:r>
            <a:r>
              <a:rPr lang="en-US" dirty="0"/>
              <a:t>.</a:t>
            </a:r>
            <a:endParaRPr lang="en-IN" dirty="0"/>
          </a:p>
        </p:txBody>
      </p:sp>
    </p:spTree>
    <p:extLst>
      <p:ext uri="{BB962C8B-B14F-4D97-AF65-F5344CB8AC3E}">
        <p14:creationId xmlns:p14="http://schemas.microsoft.com/office/powerpoint/2010/main" val="3754737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Alpha-Beta Pruning</a:t>
            </a:r>
            <a:endParaRPr lang="en-IN" dirty="0"/>
          </a:p>
        </p:txBody>
      </p:sp>
      <p:sp>
        <p:nvSpPr>
          <p:cNvPr id="3" name="Text Placeholder 2"/>
          <p:cNvSpPr>
            <a:spLocks noGrp="1"/>
          </p:cNvSpPr>
          <p:nvPr>
            <p:ph sz="quarter" idx="1"/>
          </p:nvPr>
        </p:nvSpPr>
        <p:spPr/>
        <p:txBody>
          <a:bodyPr/>
          <a:lstStyle/>
          <a:p>
            <a:r>
              <a:rPr lang="en-US" dirty="0"/>
              <a:t>Alpha-beta pruning can be applied at any depth of a tree, and sometimes it not only prune the tree leaves but also entire sub-tree. </a:t>
            </a:r>
            <a:endParaRPr lang="en-US" dirty="0" smtClean="0"/>
          </a:p>
          <a:p>
            <a:r>
              <a:rPr lang="en-US" dirty="0" smtClean="0"/>
              <a:t>The </a:t>
            </a:r>
            <a:r>
              <a:rPr lang="en-US" dirty="0"/>
              <a:t>two-parameter can be defined as: </a:t>
            </a:r>
            <a:r>
              <a:rPr lang="en-US" b="1" dirty="0"/>
              <a:t>Alpha:</a:t>
            </a:r>
            <a:r>
              <a:rPr lang="en-US" dirty="0"/>
              <a:t> The best (highest-value) choice we have found so far at any point along the path of </a:t>
            </a:r>
            <a:r>
              <a:rPr lang="en-US" dirty="0" err="1"/>
              <a:t>Maximizer</a:t>
            </a:r>
            <a:r>
              <a:rPr lang="en-US" dirty="0"/>
              <a:t>. The initial value of alpha is </a:t>
            </a:r>
            <a:r>
              <a:rPr lang="en-US" b="1" dirty="0"/>
              <a:t>-∞</a:t>
            </a:r>
            <a:r>
              <a:rPr lang="en-US" dirty="0"/>
              <a:t>. </a:t>
            </a:r>
          </a:p>
          <a:p>
            <a:r>
              <a:rPr lang="en-US" b="1" dirty="0"/>
              <a:t>Beta:</a:t>
            </a:r>
            <a:r>
              <a:rPr lang="en-US" dirty="0"/>
              <a:t> The best (lowest-value) choice we have found so far at any point along the path of Minimizer. The initial value of beta is </a:t>
            </a:r>
            <a:r>
              <a:rPr lang="en-US" b="1" dirty="0"/>
              <a:t>+∞</a:t>
            </a:r>
            <a:r>
              <a:rPr lang="en-US" dirty="0"/>
              <a:t>.</a:t>
            </a:r>
          </a:p>
          <a:p>
            <a:endParaRPr lang="en-IN" dirty="0"/>
          </a:p>
        </p:txBody>
      </p:sp>
    </p:spTree>
    <p:extLst>
      <p:ext uri="{BB962C8B-B14F-4D97-AF65-F5344CB8AC3E}">
        <p14:creationId xmlns:p14="http://schemas.microsoft.com/office/powerpoint/2010/main" val="30144695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Alpha-Beta Pruning</a:t>
            </a:r>
            <a:endParaRPr lang="en-IN" dirty="0"/>
          </a:p>
        </p:txBody>
      </p:sp>
      <p:sp>
        <p:nvSpPr>
          <p:cNvPr id="3" name="Text Placeholder 2"/>
          <p:cNvSpPr>
            <a:spLocks noGrp="1"/>
          </p:cNvSpPr>
          <p:nvPr>
            <p:ph sz="quarter" idx="1"/>
          </p:nvPr>
        </p:nvSpPr>
        <p:spPr/>
        <p:txBody>
          <a:bodyPr/>
          <a:lstStyle/>
          <a:p>
            <a:r>
              <a:rPr lang="en-US" dirty="0"/>
              <a:t>The Alpha-beta pruning to a standard </a:t>
            </a:r>
            <a:r>
              <a:rPr lang="en-US" dirty="0" err="1"/>
              <a:t>minimax</a:t>
            </a:r>
            <a:r>
              <a:rPr lang="en-US" dirty="0"/>
              <a:t> algorithm returns the same move as the standard algorithm does, but it removes all the nodes which are not really affecting the final decision but making algorithm slow. Hence by pruning these nodes, it makes the algorithm fast. </a:t>
            </a:r>
            <a:endParaRPr lang="en-IN" dirty="0"/>
          </a:p>
        </p:txBody>
      </p:sp>
    </p:spTree>
    <p:extLst>
      <p:ext uri="{BB962C8B-B14F-4D97-AF65-F5344CB8AC3E}">
        <p14:creationId xmlns:p14="http://schemas.microsoft.com/office/powerpoint/2010/main" val="753488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 for </a:t>
            </a:r>
            <a:r>
              <a:rPr lang="en-IN" b="1" dirty="0" smtClean="0"/>
              <a:t>Alpha-Beta </a:t>
            </a:r>
            <a:r>
              <a:rPr lang="en-IN" b="1" dirty="0"/>
              <a:t>Pruning</a:t>
            </a:r>
            <a:endParaRPr lang="en-IN" dirty="0"/>
          </a:p>
        </p:txBody>
      </p:sp>
      <p:sp>
        <p:nvSpPr>
          <p:cNvPr id="3" name="Text Placeholder 2"/>
          <p:cNvSpPr>
            <a:spLocks noGrp="1"/>
          </p:cNvSpPr>
          <p:nvPr>
            <p:ph sz="quarter" idx="1"/>
          </p:nvPr>
        </p:nvSpPr>
        <p:spPr/>
        <p:txBody>
          <a:bodyPr>
            <a:normAutofit fontScale="92500" lnSpcReduction="20000"/>
          </a:bodyPr>
          <a:lstStyle/>
          <a:p>
            <a:pPr marL="0" indent="0">
              <a:buNone/>
            </a:pPr>
            <a:r>
              <a:rPr lang="en-US" dirty="0" smtClean="0"/>
              <a:t>The </a:t>
            </a:r>
            <a:r>
              <a:rPr lang="en-US" dirty="0"/>
              <a:t>main condition which required for alpha-beta pruning is:</a:t>
            </a:r>
          </a:p>
          <a:p>
            <a:pPr marL="0" indent="0">
              <a:buNone/>
            </a:pPr>
            <a:r>
              <a:rPr lang="en-IN" dirty="0" smtClean="0"/>
              <a:t>                            </a:t>
            </a:r>
            <a:r>
              <a:rPr lang="el-GR" dirty="0" smtClean="0"/>
              <a:t>α</a:t>
            </a:r>
            <a:r>
              <a:rPr lang="el-GR" dirty="0"/>
              <a:t>&gt;=</a:t>
            </a:r>
            <a:r>
              <a:rPr lang="el-GR" dirty="0" smtClean="0"/>
              <a:t>β</a:t>
            </a:r>
            <a:endParaRPr lang="en-IN" dirty="0" smtClean="0"/>
          </a:p>
          <a:p>
            <a:pPr marL="0" indent="0">
              <a:buNone/>
            </a:pPr>
            <a:endParaRPr lang="en-IN" dirty="0" smtClean="0"/>
          </a:p>
          <a:p>
            <a:pPr marL="0" indent="0">
              <a:buNone/>
            </a:pPr>
            <a:r>
              <a:rPr lang="en-US" b="1" dirty="0" smtClean="0"/>
              <a:t>Key </a:t>
            </a:r>
            <a:r>
              <a:rPr lang="en-US" b="1" dirty="0"/>
              <a:t>points about alpha-beta pruning:</a:t>
            </a:r>
          </a:p>
          <a:p>
            <a:r>
              <a:rPr lang="en-US" dirty="0"/>
              <a:t>The Max player will only update the value of alpha.</a:t>
            </a:r>
          </a:p>
          <a:p>
            <a:r>
              <a:rPr lang="en-US" dirty="0"/>
              <a:t>The Min player will only update the value of beta.</a:t>
            </a:r>
          </a:p>
          <a:p>
            <a:r>
              <a:rPr lang="en-US" dirty="0"/>
              <a:t>While backtracking the tree, the node values will be passed to upper nodes instead of values of alpha and beta.</a:t>
            </a:r>
          </a:p>
          <a:p>
            <a:r>
              <a:rPr lang="en-US" dirty="0"/>
              <a:t>We will only pass the alpha, beta values to the child nodes.</a:t>
            </a:r>
          </a:p>
          <a:p>
            <a:endParaRPr lang="en-IN" dirty="0"/>
          </a:p>
        </p:txBody>
      </p:sp>
    </p:spTree>
    <p:extLst>
      <p:ext uri="{BB962C8B-B14F-4D97-AF65-F5344CB8AC3E}">
        <p14:creationId xmlns:p14="http://schemas.microsoft.com/office/powerpoint/2010/main" val="15953635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8805" y="2276872"/>
            <a:ext cx="4114428" cy="42576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556792"/>
            <a:ext cx="4918320" cy="4572000"/>
          </a:xfrm>
        </p:spPr>
        <p:txBody>
          <a:bodyPr>
            <a:normAutofit fontScale="92500" lnSpcReduction="10000"/>
          </a:bodyPr>
          <a:lstStyle/>
          <a:p>
            <a:r>
              <a:rPr lang="en-US" dirty="0" smtClean="0"/>
              <a:t>Let's </a:t>
            </a:r>
            <a:r>
              <a:rPr lang="en-US" dirty="0"/>
              <a:t>take an example of two-player search tree to understand the working of Alpha-beta pruning</a:t>
            </a:r>
          </a:p>
          <a:p>
            <a:r>
              <a:rPr lang="en-US" b="1" dirty="0"/>
              <a:t>Step 1:</a:t>
            </a:r>
            <a:r>
              <a:rPr lang="en-US" dirty="0"/>
              <a:t> At the first step the, Max player will start first move from node A where α= -∞ and β= +∞, these value of alpha and beta passed down to node B where again α= -∞ and β= +∞, and Node B passes the same value to its child D</a:t>
            </a:r>
            <a:r>
              <a:rPr lang="en-US" dirty="0" smtClean="0"/>
              <a:t>.</a:t>
            </a:r>
          </a:p>
          <a:p>
            <a:endParaRPr lang="en-US" dirty="0"/>
          </a:p>
          <a:p>
            <a:endParaRPr lang="en-IN" dirty="0"/>
          </a:p>
        </p:txBody>
      </p:sp>
    </p:spTree>
    <p:extLst>
      <p:ext uri="{BB962C8B-B14F-4D97-AF65-F5344CB8AC3E}">
        <p14:creationId xmlns:p14="http://schemas.microsoft.com/office/powerpoint/2010/main" val="4280799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a:t>
            </a:r>
            <a:r>
              <a:rPr lang="en-US" b="1" dirty="0" smtClean="0"/>
              <a:t>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301752" y="1527048"/>
            <a:ext cx="8503920" cy="4926288"/>
          </a:xfrm>
        </p:spPr>
        <p:txBody>
          <a:bodyPr>
            <a:normAutofit lnSpcReduction="10000"/>
          </a:bodyPr>
          <a:lstStyle/>
          <a:p>
            <a:r>
              <a:rPr lang="en-US" b="1" dirty="0"/>
              <a:t>Step 2:</a:t>
            </a:r>
            <a:r>
              <a:rPr lang="en-US" dirty="0"/>
              <a:t> At Node D, the value of α will be calculated as its turn for Max. The value of α is compared with firstly 2 and then 3, and the max (2, 3) = 3 will be the value of α at node D and node value will also 3</a:t>
            </a:r>
            <a:r>
              <a:rPr lang="en-US" dirty="0" smtClean="0"/>
              <a:t>.</a:t>
            </a:r>
          </a:p>
          <a:p>
            <a:r>
              <a:rPr lang="en-US" b="1" dirty="0"/>
              <a:t>Step 3:</a:t>
            </a:r>
            <a:r>
              <a:rPr lang="en-US" dirty="0"/>
              <a:t> Now algorithm backtrack to node B, where the value of β will change as this is a turn of Min, Now β= +∞, will compare with the available subsequent nodes value, i.e. min (∞, 3) = 3, hence at node B now α= -∞, and β= 3</a:t>
            </a:r>
            <a:r>
              <a:rPr lang="en-US" dirty="0" smtClean="0"/>
              <a:t>.</a:t>
            </a:r>
          </a:p>
          <a:p>
            <a:r>
              <a:rPr lang="en-US" dirty="0"/>
              <a:t>In the next step, algorithm traverse the next successor of Node B which is node E, and the values of α= -∞, and β= 3 will also be passed.</a:t>
            </a:r>
            <a:endParaRPr lang="en-IN" dirty="0"/>
          </a:p>
        </p:txBody>
      </p:sp>
    </p:spTree>
    <p:extLst>
      <p:ext uri="{BB962C8B-B14F-4D97-AF65-F5344CB8AC3E}">
        <p14:creationId xmlns:p14="http://schemas.microsoft.com/office/powerpoint/2010/main" val="1182559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556791"/>
            <a:ext cx="3240360" cy="4893569"/>
          </a:xfrm>
        </p:spPr>
        <p:txBody>
          <a:bodyPr>
            <a:normAutofit fontScale="85000" lnSpcReduction="20000"/>
          </a:bodyPr>
          <a:lstStyle/>
          <a:p>
            <a:r>
              <a:rPr lang="en-US" b="1" dirty="0"/>
              <a:t>Step 4:</a:t>
            </a:r>
            <a:r>
              <a:rPr lang="en-US" dirty="0"/>
              <a:t> 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a:t>
            </a:r>
            <a:endParaRPr lang="en-IN" dirty="0"/>
          </a:p>
        </p:txBody>
      </p:sp>
      <p:pic>
        <p:nvPicPr>
          <p:cNvPr id="2050"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811" y="1268760"/>
            <a:ext cx="5512693" cy="5181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063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484785"/>
            <a:ext cx="4104456" cy="4965576"/>
          </a:xfrm>
        </p:spPr>
        <p:txBody>
          <a:bodyPr>
            <a:normAutofit fontScale="85000" lnSpcReduction="10000"/>
          </a:bodyPr>
          <a:lstStyle/>
          <a:p>
            <a:r>
              <a:rPr lang="en-US" b="1" dirty="0"/>
              <a:t>Step 5:</a:t>
            </a:r>
            <a:r>
              <a:rPr lang="en-US" dirty="0"/>
              <a:t> At next step, algorithm again backtrack the tree, from node B to node A. At node A, the value of alpha will be changed the maximum available value is 3 as max (-∞, 3)= 3, and β= +∞, these two values now passes to right successor of A which is Node C.</a:t>
            </a:r>
            <a:r>
              <a:rPr lang="en-US" b="1" dirty="0" smtClean="0"/>
              <a:t> </a:t>
            </a:r>
          </a:p>
          <a:p>
            <a:endParaRPr lang="en-US" b="1" dirty="0" smtClean="0"/>
          </a:p>
          <a:p>
            <a:r>
              <a:rPr lang="en-US" dirty="0"/>
              <a:t>At node C, α=3 and β= +∞, and the same values will be passed on to node F.</a:t>
            </a:r>
            <a:endParaRPr lang="en-IN" dirty="0"/>
          </a:p>
        </p:txBody>
      </p:sp>
      <p:pic>
        <p:nvPicPr>
          <p:cNvPr id="3074"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216150"/>
            <a:ext cx="47625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1313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484785"/>
            <a:ext cx="4104456" cy="4965576"/>
          </a:xfrm>
        </p:spPr>
        <p:txBody>
          <a:bodyPr>
            <a:normAutofit/>
          </a:bodyPr>
          <a:lstStyle/>
          <a:p>
            <a:r>
              <a:rPr lang="en-US" b="1" dirty="0"/>
              <a:t>Step 6:</a:t>
            </a:r>
            <a:r>
              <a:rPr lang="en-US" dirty="0"/>
              <a:t> At node F, again the value of α will be compared with left child which is 0, and max(3,0)= 3, and then compared with right child which is 1, and max(3,1)= 3 still α remains 3, but the node value of F will become 1.</a:t>
            </a:r>
            <a:r>
              <a:rPr lang="en-US" b="1" dirty="0" smtClean="0"/>
              <a:t> </a:t>
            </a:r>
            <a:endParaRPr lang="en-IN" dirty="0"/>
          </a:p>
        </p:txBody>
      </p:sp>
      <p:pic>
        <p:nvPicPr>
          <p:cNvPr id="6146"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2348880"/>
            <a:ext cx="47625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764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484785"/>
            <a:ext cx="4104456" cy="4965576"/>
          </a:xfrm>
        </p:spPr>
        <p:txBody>
          <a:bodyPr>
            <a:normAutofit fontScale="92500" lnSpcReduction="20000"/>
          </a:bodyPr>
          <a:lstStyle/>
          <a:p>
            <a:r>
              <a:rPr lang="en-US" b="1" dirty="0"/>
              <a:t>Step 7:</a:t>
            </a:r>
            <a:r>
              <a:rPr lang="en-US" dirty="0"/>
              <a:t> 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a:t>
            </a:r>
            <a:r>
              <a:rPr lang="en-US" b="1" dirty="0" smtClean="0"/>
              <a:t> </a:t>
            </a:r>
            <a:endParaRPr lang="en-IN" dirty="0"/>
          </a:p>
        </p:txBody>
      </p:sp>
      <p:pic>
        <p:nvPicPr>
          <p:cNvPr id="4098"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392" y="2132856"/>
            <a:ext cx="47625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357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
            </a:r>
            <a:r>
              <a:rPr lang="en-IN" b="1" dirty="0" smtClean="0"/>
              <a:t>Alpha-Beta </a:t>
            </a:r>
            <a:r>
              <a:rPr lang="en-IN" b="1" dirty="0"/>
              <a:t>Pruning</a:t>
            </a:r>
            <a:endParaRPr lang="en-IN" dirty="0"/>
          </a:p>
        </p:txBody>
      </p:sp>
      <p:sp>
        <p:nvSpPr>
          <p:cNvPr id="3" name="Text Placeholder 2"/>
          <p:cNvSpPr>
            <a:spLocks noGrp="1"/>
          </p:cNvSpPr>
          <p:nvPr>
            <p:ph sz="quarter" idx="1"/>
          </p:nvPr>
        </p:nvSpPr>
        <p:spPr>
          <a:xfrm>
            <a:off x="179512" y="1484785"/>
            <a:ext cx="4104456" cy="4965576"/>
          </a:xfrm>
        </p:spPr>
        <p:txBody>
          <a:bodyPr>
            <a:normAutofit lnSpcReduction="10000"/>
          </a:bodyPr>
          <a:lstStyle/>
          <a:p>
            <a:r>
              <a:rPr lang="en-US" b="1" dirty="0"/>
              <a:t>Step 8:</a:t>
            </a:r>
            <a:r>
              <a:rPr lang="en-US" dirty="0"/>
              <a:t> C now returns the value of 1 to A here the best value for A is max (3, 1) = 3. Following is the final game tree which is the showing the nodes which are computed and nodes which has never computed. Hence the optimal value for the </a:t>
            </a:r>
            <a:r>
              <a:rPr lang="en-US" dirty="0" err="1"/>
              <a:t>maximizer</a:t>
            </a:r>
            <a:r>
              <a:rPr lang="en-US" dirty="0"/>
              <a:t> is 3 for this example.</a:t>
            </a:r>
            <a:r>
              <a:rPr lang="en-US" b="1" dirty="0" smtClean="0"/>
              <a:t> </a:t>
            </a:r>
            <a:endParaRPr lang="en-IN" dirty="0"/>
          </a:p>
        </p:txBody>
      </p:sp>
      <p:pic>
        <p:nvPicPr>
          <p:cNvPr id="5122" name="Picture 2" descr="Alpha-Beta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227829"/>
            <a:ext cx="47625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8320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77500" lnSpcReduction="20000"/>
          </a:bodyPr>
          <a:lstStyle/>
          <a:p>
            <a:r>
              <a:rPr lang="en-US" b="1" dirty="0"/>
              <a:t>Move Ordering in Alpha-Beta pruning: </a:t>
            </a:r>
          </a:p>
          <a:p>
            <a:r>
              <a:rPr lang="en-US" dirty="0"/>
              <a:t>The effectiveness of alpha-beta pruning is highly dependent on the order in which each node is examined. Move order is an important aspect of alpha-beta pruning.</a:t>
            </a:r>
          </a:p>
          <a:p>
            <a:r>
              <a:rPr lang="en-US" dirty="0"/>
              <a:t>It can be of two types:</a:t>
            </a:r>
          </a:p>
          <a:p>
            <a:r>
              <a:rPr lang="en-US" b="1" dirty="0"/>
              <a:t>Worst ordering:</a:t>
            </a:r>
            <a:r>
              <a:rPr lang="en-US" dirty="0"/>
              <a:t> In some cases, alpha-beta pruning algorithm does not prune any of the leaves of the tree, and works exactly as </a:t>
            </a:r>
            <a:r>
              <a:rPr lang="en-US" dirty="0" err="1"/>
              <a:t>minimax</a:t>
            </a:r>
            <a:r>
              <a:rPr lang="en-US" dirty="0"/>
              <a:t> algorithm. In this case, it also consumes more time because of alpha-beta factors, such a move of pruning is called worst ordering. In this case, the best move occurs on the right side of the tree. The time complexity for such an order is O(</a:t>
            </a:r>
            <a:r>
              <a:rPr lang="en-US" dirty="0" err="1"/>
              <a:t>b</a:t>
            </a:r>
            <a:r>
              <a:rPr lang="en-US" baseline="30000" dirty="0" err="1"/>
              <a:t>m</a:t>
            </a:r>
            <a:r>
              <a:rPr lang="en-US" dirty="0"/>
              <a:t>).</a:t>
            </a:r>
          </a:p>
          <a:p>
            <a:r>
              <a:rPr lang="en-US" b="1" dirty="0"/>
              <a:t>Ideal ordering:</a:t>
            </a:r>
            <a:r>
              <a:rPr lang="en-US" dirty="0"/>
              <a:t> The ideal ordering for alpha-beta pruning occurs when lots of pruning happens in the tree, and best moves occur at the left side of the tree. We apply DFS hence it first search left of the tree and go deep twice as </a:t>
            </a:r>
            <a:r>
              <a:rPr lang="en-US" dirty="0" err="1"/>
              <a:t>minimax</a:t>
            </a:r>
            <a:r>
              <a:rPr lang="en-US" dirty="0"/>
              <a:t> algorithm in the same amount of time. Complexity in ideal ordering is O(</a:t>
            </a:r>
            <a:r>
              <a:rPr lang="en-US" dirty="0" err="1"/>
              <a:t>b</a:t>
            </a:r>
            <a:r>
              <a:rPr lang="en-US" baseline="30000" dirty="0" err="1"/>
              <a:t>m</a:t>
            </a:r>
            <a:r>
              <a:rPr lang="en-US" baseline="30000"/>
              <a:t>/2</a:t>
            </a:r>
            <a:r>
              <a:rPr lang="en-US"/>
              <a:t>).</a:t>
            </a:r>
          </a:p>
          <a:p>
            <a:endParaRPr lang="en-IN"/>
          </a:p>
        </p:txBody>
      </p:sp>
    </p:spTree>
    <p:extLst>
      <p:ext uri="{BB962C8B-B14F-4D97-AF65-F5344CB8AC3E}">
        <p14:creationId xmlns:p14="http://schemas.microsoft.com/office/powerpoint/2010/main" val="45968568"/>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1110</TotalTime>
  <Words>3694</Words>
  <Application>Microsoft Office PowerPoint</Application>
  <PresentationFormat>On-screen Show (4:3)</PresentationFormat>
  <Paragraphs>280</Paragraphs>
  <Slides>53</Slides>
  <Notes>15</Notes>
  <HiddenSlides>0</HiddenSlides>
  <MMClips>0</MMClips>
  <ScaleCrop>false</ScaleCrop>
  <HeadingPairs>
    <vt:vector size="4" baseType="variant">
      <vt:variant>
        <vt:lpstr>Theme</vt:lpstr>
      </vt:variant>
      <vt:variant>
        <vt:i4>3</vt:i4>
      </vt:variant>
      <vt:variant>
        <vt:lpstr>Slide Titles</vt:lpstr>
      </vt:variant>
      <vt:variant>
        <vt:i4>53</vt:i4>
      </vt:variant>
    </vt:vector>
  </HeadingPairs>
  <TitlesOfParts>
    <vt:vector size="56" baseType="lpstr">
      <vt:lpstr>Office Theme</vt:lpstr>
      <vt:lpstr>Civic</vt:lpstr>
      <vt:lpstr>1_Office Theme</vt:lpstr>
      <vt:lpstr>PowerPoint Presentation</vt:lpstr>
      <vt:lpstr>Unit-II: Advanced  Search</vt:lpstr>
      <vt:lpstr>Constraint Satisfaction Problem (CSP)</vt:lpstr>
      <vt:lpstr>Constraint Satisfaction Problem (CSP)</vt:lpstr>
      <vt:lpstr>Examples</vt:lpstr>
      <vt:lpstr>PowerPoint Presentation</vt:lpstr>
      <vt:lpstr>PowerPoint Presentation</vt:lpstr>
      <vt:lpstr>PowerPoint Presentation</vt:lpstr>
      <vt:lpstr>CSP example: map coloring</vt:lpstr>
      <vt:lpstr>CSP example: map coloring</vt:lpstr>
      <vt:lpstr>Constraint graph</vt:lpstr>
      <vt:lpstr>Backtracking Search                          aka Brute-Force Search</vt:lpstr>
      <vt:lpstr>Backtracking search</vt:lpstr>
      <vt:lpstr>Backtracking search</vt:lpstr>
      <vt:lpstr>Backtracking search</vt:lpstr>
      <vt:lpstr>Backtracking example</vt:lpstr>
      <vt:lpstr>Backtracking example</vt:lpstr>
      <vt:lpstr>Backtracking example</vt:lpstr>
      <vt:lpstr>Backtracking example</vt:lpstr>
      <vt:lpstr>Improving backtracking efficiency</vt:lpstr>
      <vt:lpstr>Local Search</vt:lpstr>
      <vt:lpstr>Local Beam Search</vt:lpstr>
      <vt:lpstr>Local Search </vt:lpstr>
      <vt:lpstr>Local Search </vt:lpstr>
      <vt:lpstr>Constructing  Search  Trees</vt:lpstr>
      <vt:lpstr>Constructing  Search  Trees</vt:lpstr>
      <vt:lpstr>Constructing  Search  Trees</vt:lpstr>
      <vt:lpstr>Constructing  Search  Trees</vt:lpstr>
      <vt:lpstr>Stochastic  Search </vt:lpstr>
      <vt:lpstr>Stochastic  Search </vt:lpstr>
      <vt:lpstr>Stochastic Beam Search </vt:lpstr>
      <vt:lpstr>Mini-max Search</vt:lpstr>
      <vt:lpstr>Mini-max Search</vt:lpstr>
      <vt:lpstr>Mini-max Search: Psedo Code</vt:lpstr>
      <vt:lpstr>PowerPoint Presentation</vt:lpstr>
      <vt:lpstr>Working of  Mini-max Search</vt:lpstr>
      <vt:lpstr>Working of  Mini-max Search</vt:lpstr>
      <vt:lpstr>Working of  Mini-max Search</vt:lpstr>
      <vt:lpstr>Working of  Mini-max Search</vt:lpstr>
      <vt:lpstr>Working of  Mini-max Search</vt:lpstr>
      <vt:lpstr>Limitation of the Mini-max Search</vt:lpstr>
      <vt:lpstr>Alpha-Beta Pruning</vt:lpstr>
      <vt:lpstr>Alpha-Beta Pruning</vt:lpstr>
      <vt:lpstr>Alpha-Beta Pruning</vt:lpstr>
      <vt:lpstr>Condition for Alpha-Beta Pruning</vt:lpstr>
      <vt:lpstr>Working of Alpha-Beta Pruning</vt:lpstr>
      <vt:lpstr>Working of Alpha-Beta Pruning</vt:lpstr>
      <vt:lpstr>Working of Alpha-Beta Pruning</vt:lpstr>
      <vt:lpstr>Working of Alpha-Beta Pruning</vt:lpstr>
      <vt:lpstr>Working of Alpha-Beta Pruning</vt:lpstr>
      <vt:lpstr>Working of Alpha-Beta Pruning</vt:lpstr>
      <vt:lpstr>Working of Alpha-Beta Pruning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Dr.Vijay</dc:creator>
  <cp:lastModifiedBy>Admin</cp:lastModifiedBy>
  <cp:revision>83</cp:revision>
  <dcterms:created xsi:type="dcterms:W3CDTF">2021-05-09T06:13:27Z</dcterms:created>
  <dcterms:modified xsi:type="dcterms:W3CDTF">2023-09-05T08:10:40Z</dcterms:modified>
</cp:coreProperties>
</file>