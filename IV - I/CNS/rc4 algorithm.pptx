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7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1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2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5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6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7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7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2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3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CD0F0-F652-4FA9-8A79-09E2832CF7B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1E5A9-2426-486B-98FA-C8228EE3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4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206" y="557942"/>
            <a:ext cx="10385945" cy="567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2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1" y="723900"/>
            <a:ext cx="7883692" cy="509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0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147" y="433137"/>
            <a:ext cx="9079832" cy="60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095" y="481263"/>
            <a:ext cx="7803615" cy="63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45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968" y="409074"/>
            <a:ext cx="8109285" cy="56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4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1395660" y="577515"/>
            <a:ext cx="8325853" cy="587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9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316" y="609600"/>
            <a:ext cx="8823157" cy="556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4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957" y="505326"/>
            <a:ext cx="8879305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9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79" y="360947"/>
            <a:ext cx="9625263" cy="575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021" y="192505"/>
            <a:ext cx="8172049" cy="589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948" y="481263"/>
            <a:ext cx="8540666" cy="567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1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769" y="457200"/>
            <a:ext cx="8318784" cy="587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43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05" y="336884"/>
            <a:ext cx="9721515" cy="599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1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05327" y="553453"/>
            <a:ext cx="9649326" cy="611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4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2025-09-16T06:06:10Z</dcterms:created>
  <dcterms:modified xsi:type="dcterms:W3CDTF">2025-09-16T06:32:19Z</dcterms:modified>
</cp:coreProperties>
</file>